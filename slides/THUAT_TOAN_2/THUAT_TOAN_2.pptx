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64627030b24fc5" /><Relationship Type="http://schemas.openxmlformats.org/officeDocument/2006/relationships/extended-properties" Target="/docProps/app.xml" Id="R38de7e98f4fe4afe" /><Relationship Type="http://schemas.openxmlformats.org/officeDocument/2006/relationships/officeDocument" Target="/ppt/presentation.xml" Id="Rcf3c8769a508449b" /></Relationships>
</file>

<file path=ppt/presentation.xml><?xml version="1.0" encoding="utf-8"?>
<p:presentation xmlns:p="http://schemas.openxmlformats.org/presentationml/2006/main">
  <p:sldMasterIdLst>
    <p:sldMasterId xmlns:r="http://schemas.openxmlformats.org/officeDocument/2006/relationships" id="2147483648" r:id="R98cb56130015484f"/>
  </p:sldMasterIdLst>
  <p:notesMasterIdLst>
    <p:notesMasterId xmlns:r="http://schemas.openxmlformats.org/officeDocument/2006/relationships" r:id="R1e581527a033444f"/>
  </p:notesMasterIdLst>
  <p:sldIdLst>
    <p:sldId xmlns:r="http://schemas.openxmlformats.org/officeDocument/2006/relationships" id="256" r:id="R3fac6fb58e774e93"/>
    <p:sldId xmlns:r="http://schemas.openxmlformats.org/officeDocument/2006/relationships" id="257" r:id="R345dd5139bb74f83"/>
    <p:sldId xmlns:r="http://schemas.openxmlformats.org/officeDocument/2006/relationships" id="258" r:id="Rbdd8dba1c43443d5"/>
    <p:sldId xmlns:r="http://schemas.openxmlformats.org/officeDocument/2006/relationships" id="259" r:id="R15849e51205f490e"/>
    <p:sldId xmlns:r="http://schemas.openxmlformats.org/officeDocument/2006/relationships" id="260" r:id="R6136748e3b804c76"/>
    <p:sldId xmlns:r="http://schemas.openxmlformats.org/officeDocument/2006/relationships" id="261" r:id="R16e87f5ade3c4165"/>
    <p:sldId xmlns:r="http://schemas.openxmlformats.org/officeDocument/2006/relationships" id="262" r:id="Rb43e5a4d9de543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c5f1a69a104ce2" /><Relationship Type="http://schemas.openxmlformats.org/officeDocument/2006/relationships/slideMaster" Target="/ppt/slideMasters/slideMaster1.xml" Id="R98cb56130015484f" /><Relationship Type="http://schemas.openxmlformats.org/officeDocument/2006/relationships/notesMaster" Target="/ppt/notesMasters/notesMaster1.xml" Id="R1e581527a033444f" /><Relationship Type="http://schemas.openxmlformats.org/officeDocument/2006/relationships/presProps" Target="/ppt/presProps.xml" Id="Ra9fe05a82a354ab9" /><Relationship Type="http://schemas.openxmlformats.org/officeDocument/2006/relationships/tableStyles" Target="/ppt/tableStyles.xml" Id="Reee56aad0167453d" /><Relationship Type="http://schemas.openxmlformats.org/officeDocument/2006/relationships/slide" Target="/ppt/slides/slide1.xml" Id="R3fac6fb58e774e93" /><Relationship Type="http://schemas.openxmlformats.org/officeDocument/2006/relationships/slide" Target="/ppt/slides/slide2.xml" Id="R345dd5139bb74f83" /><Relationship Type="http://schemas.openxmlformats.org/officeDocument/2006/relationships/slide" Target="/ppt/slides/slide3.xml" Id="Rbdd8dba1c43443d5" /><Relationship Type="http://schemas.openxmlformats.org/officeDocument/2006/relationships/slide" Target="/ppt/slides/slide4.xml" Id="R15849e51205f490e" /><Relationship Type="http://schemas.openxmlformats.org/officeDocument/2006/relationships/slide" Target="/ppt/slides/slide5.xml" Id="R6136748e3b804c76" /><Relationship Type="http://schemas.openxmlformats.org/officeDocument/2006/relationships/slide" Target="/ppt/slides/slide6.xml" Id="R16e87f5ade3c4165" /><Relationship Type="http://schemas.openxmlformats.org/officeDocument/2006/relationships/slide" Target="/ppt/slides/slide7.xml" Id="Rb43e5a4d9de543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4c01f72c0b49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1a009c2583411d" /><Relationship Type="http://schemas.openxmlformats.org/officeDocument/2006/relationships/notesMaster" Target="/ppt/notesMasters/notesMaster1.xml" Id="Re9cd53d5abe641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d632b464b4a14" /><Relationship Type="http://schemas.openxmlformats.org/officeDocument/2006/relationships/notesMaster" Target="/ppt/notesMasters/notesMaster1.xml" Id="R21cde6f90e6f45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517fad2274df8" /><Relationship Type="http://schemas.openxmlformats.org/officeDocument/2006/relationships/notesMaster" Target="/ppt/notesMasters/notesMaster1.xml" Id="R9c7d3ff629fd4b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92caad98ce4aba" /><Relationship Type="http://schemas.openxmlformats.org/officeDocument/2006/relationships/notesMaster" Target="/ppt/notesMasters/notesMaster1.xml" Id="R31275c756900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01a5a48ce7451f" /><Relationship Type="http://schemas.openxmlformats.org/officeDocument/2006/relationships/notesMaster" Target="/ppt/notesMasters/notesMaster1.xml" Id="R6696a33cb6cf48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2a77e8a1a64ad4" /><Relationship Type="http://schemas.openxmlformats.org/officeDocument/2006/relationships/notesMaster" Target="/ppt/notesMasters/notesMaster1.xml" Id="R0e1e4a10c4844a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6196525ae94e0c" /><Relationship Type="http://schemas.openxmlformats.org/officeDocument/2006/relationships/notesMaster" Target="/ppt/notesMasters/notesMaster1.xml" Id="Ra56cd4ec68844e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Midterm presentation for Algorithm 2. Name / Student ID: pending. The planned presentation lasts about three minutes, followed by a one-minute demonstration. Source: the current assignment and slide submission guidance in Source/assignment.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outputs/tables/tt2/test_metrics.csv and data/test/phone_F2.wav,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LOW=0.0025149672448754727 and HIGH=0.011599505796759687 are the actual normalized STE thresholds used for detection. FINAL regions=1. MAE=32.499999999999865 ms and RMSE=39.528470752104546 ms. Test LABs tune W. MAE is not independent. 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outputs/tables/tt2/test_metrics.csv and data/test/phone_M2.wav,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LOW=0.0025149672448754727 and HIGH=0.016741174854225986 are the actual normalized STE thresholds used for detection. FINAL regions=1. MAE=7.499999999999951 ms and RMSE=7.905694150420921 ms. Test LABs tune W. MAE is not independent. 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outputs/tables/tt2/test_metrics.csv and data/test/studio_F2.wav,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LOW=0.0025149672448754727 and HIGH=0.012276785714285716 are the actual normalized STE thresholds used for detection. FINAL regions=1. MAE=7.505668934240428 ms and RMSE=7.909282749784279 ms. Test LABs tune W. MAE is not independent. 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outputs/tables/tt2/test_metrics.csv and data/test/studio_M2.wav,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LOW=0.0025149672448754727 and HIGH=0.013020929394699838 are the actual normalized STE thresholds used for detection. FINAL regions=1. MAE=7.494331065759696 ms and RMSE=7.902112055091845 ms. Test LABs tune W. MAE is not independent. 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outputs/tables/tt2/test_metrics.csv. The summary is the arithmetic mean of the four per-file FINAL endpoint MAEs. Each file has one speech region and two endpoints. MAE averages absolute START/END errors, while RMSE takes the square root of the mean squared errors. Region pairs follow time order. Candidate boundaries do not enter the primary metrics. The assignment does not require a fixed numerical MAE cutoff. Algorithm 2 uses Energy only, as required by the teacher. It does not use spectral centroid or FFT. Energy is the mean squared frame amplitude, E=STE/L, where L is the actual number of samples in that frame. STE is the sum of squared frame samples. The histogram uses 64 bins and smoothing radius 2. The weighted threshold follows the histogram adaptation of Giannakopoulos, while framing follows the assignment at 25 ms / 10 ms. The training proposal is W=1. One global W=20 is then selected using the four test LABs and FINAL region endpoint error. The rule first rejects invalid region counts, then minimizes the worst per-file regret and mean MAE, and retains the previous W on ties. All 50 values W=1..50 tie on these files. The previous W=20 therefore remains selected. These are test-tuned errors and are not independent generalization estimates. Candidate padding is 250 ms. Candidate padding does not set FINAL endpoints. Sources: core/features.py, algorithms/tt2_histogram.py, app/weight_selection.py, outputs/models/tt2.json, outputs/tables/tt2_w_selection/selection.json and summary.csv; Source/references/A method for silence removal and segmentation of speech signals_Giannakopoulos_2014.pdf, pages 1-2.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b705f30b5141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6fbe484cb54328" /><Relationship Type="http://schemas.openxmlformats.org/officeDocument/2006/relationships/slideLayout" Target="/ppt/slideLayouts/slideLayout1.xml" Id="R867ac5fc06df47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7ac5fc06df47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c8969cec13425f" /><Relationship Type="http://schemas.openxmlformats.org/officeDocument/2006/relationships/notesSlide" Target="/ppt/notesSlides/notesSlide1.xml" Id="R38f472ef2e1f49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e920c883f74503" /><Relationship Type="http://schemas.openxmlformats.org/officeDocument/2006/relationships/notesSlide" Target="/ppt/notesSlides/notesSlide2.xml" Id="R6d0498c82dc44d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54bdbf8c2149a5" /><Relationship Type="http://schemas.openxmlformats.org/officeDocument/2006/relationships/chart" Target="/ppt/slides/charts/chart1.xml" Id="R63accf5f2bba4e9a" /><Relationship Type="http://schemas.openxmlformats.org/officeDocument/2006/relationships/notesSlide" Target="/ppt/notesSlides/notesSlide3.xml" Id="R65cbd0d1aeba40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4d012cca8a44cf" /><Relationship Type="http://schemas.openxmlformats.org/officeDocument/2006/relationships/chart" Target="/ppt/slides/charts/chart2.xml" Id="R31ad61c0dfcc4188" /><Relationship Type="http://schemas.openxmlformats.org/officeDocument/2006/relationships/notesSlide" Target="/ppt/notesSlides/notesSlide4.xml" Id="Rcb35d257649146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13f95a8831405a" /><Relationship Type="http://schemas.openxmlformats.org/officeDocument/2006/relationships/chart" Target="/ppt/slides/charts/chart3.xml" Id="R96d7a415e6ab4f05" /><Relationship Type="http://schemas.openxmlformats.org/officeDocument/2006/relationships/notesSlide" Target="/ppt/notesSlides/notesSlide5.xml" Id="R27ea972f7ab143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a6636a37b54d98" /><Relationship Type="http://schemas.openxmlformats.org/officeDocument/2006/relationships/chart" Target="/ppt/slides/charts/chart4.xml" Id="R075e13bb0393440e" /><Relationship Type="http://schemas.openxmlformats.org/officeDocument/2006/relationships/notesSlide" Target="/ppt/notesSlides/notesSlide6.xml" Id="R07436acb420045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de335b7b6346a8" /><Relationship Type="http://schemas.openxmlformats.org/officeDocument/2006/relationships/notesSlide" Target="/ppt/notesSlides/notesSlide7.xml" Id="R2532b89f7f8e45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Data'!$A$2:$A$1830</c:f>
              <c:numCache>
                <c:formatCode>General</c:formatCode>
                <c:ptCount val="1829"/>
                <c:pt idx="0">
                  <c:v>0</c:v>
                </c:pt>
                <c:pt idx="1">
                  <c:v>0.002625</c:v>
                </c:pt>
                <c:pt idx="2">
                  <c:v>0.00525</c:v>
                </c:pt>
                <c:pt idx="3">
                  <c:v>0.007875</c:v>
                </c:pt>
                <c:pt idx="4">
                  <c:v>0.0105</c:v>
                </c:pt>
                <c:pt idx="5">
                  <c:v>0.013125</c:v>
                </c:pt>
                <c:pt idx="6">
                  <c:v>0.01575</c:v>
                </c:pt>
                <c:pt idx="7">
                  <c:v>0.018375</c:v>
                </c:pt>
                <c:pt idx="8">
                  <c:v>0.021</c:v>
                </c:pt>
                <c:pt idx="9">
                  <c:v>0.023625</c:v>
                </c:pt>
                <c:pt idx="10">
                  <c:v>0.02625</c:v>
                </c:pt>
                <c:pt idx="11">
                  <c:v>0.028875</c:v>
                </c:pt>
                <c:pt idx="12">
                  <c:v>0.0315</c:v>
                </c:pt>
                <c:pt idx="13">
                  <c:v>0.034125</c:v>
                </c:pt>
                <c:pt idx="14">
                  <c:v>0.03675</c:v>
                </c:pt>
                <c:pt idx="15">
                  <c:v>0.039375</c:v>
                </c:pt>
                <c:pt idx="16">
                  <c:v>0.042</c:v>
                </c:pt>
                <c:pt idx="17">
                  <c:v>0.044625</c:v>
                </c:pt>
                <c:pt idx="18">
                  <c:v>0.04725</c:v>
                </c:pt>
                <c:pt idx="19">
                  <c:v>0.049875</c:v>
                </c:pt>
                <c:pt idx="20">
                  <c:v>0.0525</c:v>
                </c:pt>
                <c:pt idx="21">
                  <c:v>0.055125</c:v>
                </c:pt>
                <c:pt idx="22">
                  <c:v>0.05775</c:v>
                </c:pt>
                <c:pt idx="23">
                  <c:v>0.060375</c:v>
                </c:pt>
                <c:pt idx="24">
                  <c:v>0.063</c:v>
                </c:pt>
                <c:pt idx="25">
                  <c:v>0.065625</c:v>
                </c:pt>
                <c:pt idx="26">
                  <c:v>0.06825</c:v>
                </c:pt>
                <c:pt idx="27">
                  <c:v>0.070875</c:v>
                </c:pt>
                <c:pt idx="28">
                  <c:v>0.0735</c:v>
                </c:pt>
                <c:pt idx="29">
                  <c:v>0.076125</c:v>
                </c:pt>
                <c:pt idx="30">
                  <c:v>0.07875</c:v>
                </c:pt>
                <c:pt idx="31">
                  <c:v>0.081375</c:v>
                </c:pt>
                <c:pt idx="32">
                  <c:v>0.084</c:v>
                </c:pt>
                <c:pt idx="33">
                  <c:v>0.086625</c:v>
                </c:pt>
                <c:pt idx="34">
                  <c:v>0.08925</c:v>
                </c:pt>
                <c:pt idx="35">
                  <c:v>0.091875</c:v>
                </c:pt>
                <c:pt idx="36">
                  <c:v>0.0945</c:v>
                </c:pt>
                <c:pt idx="37">
                  <c:v>0.097125</c:v>
                </c:pt>
                <c:pt idx="38">
                  <c:v>0.09975</c:v>
                </c:pt>
                <c:pt idx="39">
                  <c:v>0.102375</c:v>
                </c:pt>
                <c:pt idx="40">
                  <c:v>0.105</c:v>
                </c:pt>
                <c:pt idx="41">
                  <c:v>0.107625</c:v>
                </c:pt>
                <c:pt idx="42">
                  <c:v>0.11025</c:v>
                </c:pt>
                <c:pt idx="43">
                  <c:v>0.112875</c:v>
                </c:pt>
                <c:pt idx="44">
                  <c:v>0.1155</c:v>
                </c:pt>
                <c:pt idx="45">
                  <c:v>0.118125</c:v>
                </c:pt>
                <c:pt idx="46">
                  <c:v>0.12075</c:v>
                </c:pt>
                <c:pt idx="47">
                  <c:v>0.123375</c:v>
                </c:pt>
                <c:pt idx="48">
                  <c:v>0.126</c:v>
                </c:pt>
                <c:pt idx="49">
                  <c:v>0.128625</c:v>
                </c:pt>
                <c:pt idx="50">
                  <c:v>0.13125</c:v>
                </c:pt>
                <c:pt idx="51">
                  <c:v>0.133875</c:v>
                </c:pt>
                <c:pt idx="52">
                  <c:v>0.1365</c:v>
                </c:pt>
                <c:pt idx="53">
                  <c:v>0.139125</c:v>
                </c:pt>
                <c:pt idx="54">
                  <c:v>0.14175</c:v>
                </c:pt>
                <c:pt idx="55">
                  <c:v>0.144375</c:v>
                </c:pt>
                <c:pt idx="56">
                  <c:v>0.147</c:v>
                </c:pt>
                <c:pt idx="57">
                  <c:v>0.149625</c:v>
                </c:pt>
                <c:pt idx="58">
                  <c:v>0.15225</c:v>
                </c:pt>
                <c:pt idx="59">
                  <c:v>0.154875</c:v>
                </c:pt>
                <c:pt idx="60">
                  <c:v>0.1575</c:v>
                </c:pt>
                <c:pt idx="61">
                  <c:v>0.160125</c:v>
                </c:pt>
                <c:pt idx="62">
                  <c:v>0.16275</c:v>
                </c:pt>
                <c:pt idx="63">
                  <c:v>0.165375</c:v>
                </c:pt>
                <c:pt idx="64">
                  <c:v>0.168</c:v>
                </c:pt>
                <c:pt idx="65">
                  <c:v>0.170625</c:v>
                </c:pt>
                <c:pt idx="66">
                  <c:v>0.17325</c:v>
                </c:pt>
                <c:pt idx="67">
                  <c:v>0.175875</c:v>
                </c:pt>
                <c:pt idx="68">
                  <c:v>0.1785</c:v>
                </c:pt>
                <c:pt idx="69">
                  <c:v>0.181125</c:v>
                </c:pt>
                <c:pt idx="70">
                  <c:v>0.18375</c:v>
                </c:pt>
                <c:pt idx="71">
                  <c:v>0.186375</c:v>
                </c:pt>
                <c:pt idx="72">
                  <c:v>0.189</c:v>
                </c:pt>
                <c:pt idx="73">
                  <c:v>0.191625</c:v>
                </c:pt>
                <c:pt idx="74">
                  <c:v>0.19425</c:v>
                </c:pt>
                <c:pt idx="75">
                  <c:v>0.196875</c:v>
                </c:pt>
                <c:pt idx="76">
                  <c:v>0.1995</c:v>
                </c:pt>
                <c:pt idx="77">
                  <c:v>0.202125</c:v>
                </c:pt>
                <c:pt idx="78">
                  <c:v>0.20475</c:v>
                </c:pt>
                <c:pt idx="79">
                  <c:v>0.207375</c:v>
                </c:pt>
                <c:pt idx="80">
                  <c:v>0.21</c:v>
                </c:pt>
                <c:pt idx="81">
                  <c:v>0.212625</c:v>
                </c:pt>
                <c:pt idx="82">
                  <c:v>0.21525</c:v>
                </c:pt>
                <c:pt idx="83">
                  <c:v>0.217875</c:v>
                </c:pt>
                <c:pt idx="84">
                  <c:v>0.2205</c:v>
                </c:pt>
                <c:pt idx="85">
                  <c:v>0.223125</c:v>
                </c:pt>
                <c:pt idx="86">
                  <c:v>0.22575</c:v>
                </c:pt>
                <c:pt idx="87">
                  <c:v>0.228375</c:v>
                </c:pt>
                <c:pt idx="88">
                  <c:v>0.231</c:v>
                </c:pt>
                <c:pt idx="89">
                  <c:v>0.233625</c:v>
                </c:pt>
                <c:pt idx="90">
                  <c:v>0.23625</c:v>
                </c:pt>
                <c:pt idx="91">
                  <c:v>0.238875</c:v>
                </c:pt>
                <c:pt idx="92">
                  <c:v>0.2415</c:v>
                </c:pt>
                <c:pt idx="93">
                  <c:v>0.244125</c:v>
                </c:pt>
                <c:pt idx="94">
                  <c:v>0.24675</c:v>
                </c:pt>
                <c:pt idx="95">
                  <c:v>0.249375</c:v>
                </c:pt>
                <c:pt idx="96">
                  <c:v>0.252</c:v>
                </c:pt>
                <c:pt idx="97">
                  <c:v>0.254625</c:v>
                </c:pt>
                <c:pt idx="98">
                  <c:v>0.25725</c:v>
                </c:pt>
                <c:pt idx="99">
                  <c:v>0.259875</c:v>
                </c:pt>
                <c:pt idx="100">
                  <c:v>0.2625</c:v>
                </c:pt>
                <c:pt idx="101">
                  <c:v>0.265125</c:v>
                </c:pt>
                <c:pt idx="102">
                  <c:v>0.26775</c:v>
                </c:pt>
                <c:pt idx="103">
                  <c:v>0.270375</c:v>
                </c:pt>
                <c:pt idx="104">
                  <c:v>0.273</c:v>
                </c:pt>
                <c:pt idx="105">
                  <c:v>0.275625</c:v>
                </c:pt>
                <c:pt idx="106">
                  <c:v>0.27825</c:v>
                </c:pt>
                <c:pt idx="107">
                  <c:v>0.280875</c:v>
                </c:pt>
                <c:pt idx="108">
                  <c:v>0.2835</c:v>
                </c:pt>
                <c:pt idx="109">
                  <c:v>0.286125</c:v>
                </c:pt>
                <c:pt idx="110">
                  <c:v>0.28875</c:v>
                </c:pt>
                <c:pt idx="111">
                  <c:v>0.291375</c:v>
                </c:pt>
                <c:pt idx="112">
                  <c:v>0.294</c:v>
                </c:pt>
                <c:pt idx="113">
                  <c:v>0.296625</c:v>
                </c:pt>
                <c:pt idx="114">
                  <c:v>0.29925</c:v>
                </c:pt>
                <c:pt idx="115">
                  <c:v>0.301875</c:v>
                </c:pt>
                <c:pt idx="116">
                  <c:v>0.3045</c:v>
                </c:pt>
                <c:pt idx="117">
                  <c:v>0.307125</c:v>
                </c:pt>
                <c:pt idx="118">
                  <c:v>0.30975</c:v>
                </c:pt>
                <c:pt idx="119">
                  <c:v>0.312375</c:v>
                </c:pt>
                <c:pt idx="120">
                  <c:v>0.315</c:v>
                </c:pt>
                <c:pt idx="121">
                  <c:v>0.317625</c:v>
                </c:pt>
                <c:pt idx="122">
                  <c:v>0.32025</c:v>
                </c:pt>
                <c:pt idx="123">
                  <c:v>0.322875</c:v>
                </c:pt>
                <c:pt idx="124">
                  <c:v>0.3255</c:v>
                </c:pt>
                <c:pt idx="125">
                  <c:v>0.328125</c:v>
                </c:pt>
                <c:pt idx="126">
                  <c:v>0.33075</c:v>
                </c:pt>
                <c:pt idx="127">
                  <c:v>0.333375</c:v>
                </c:pt>
                <c:pt idx="128">
                  <c:v>0.336</c:v>
                </c:pt>
                <c:pt idx="129">
                  <c:v>0.338625</c:v>
                </c:pt>
                <c:pt idx="130">
                  <c:v>0.34125</c:v>
                </c:pt>
                <c:pt idx="131">
                  <c:v>0.343875</c:v>
                </c:pt>
                <c:pt idx="132">
                  <c:v>0.3465</c:v>
                </c:pt>
                <c:pt idx="133">
                  <c:v>0.349125</c:v>
                </c:pt>
                <c:pt idx="134">
                  <c:v>0.35175</c:v>
                </c:pt>
                <c:pt idx="135">
                  <c:v>0.354375</c:v>
                </c:pt>
                <c:pt idx="136">
                  <c:v>0.357</c:v>
                </c:pt>
                <c:pt idx="137">
                  <c:v>0.359625</c:v>
                </c:pt>
                <c:pt idx="138">
                  <c:v>0.36225</c:v>
                </c:pt>
                <c:pt idx="139">
                  <c:v>0.364875</c:v>
                </c:pt>
                <c:pt idx="140">
                  <c:v>0.3675</c:v>
                </c:pt>
                <c:pt idx="141">
                  <c:v>0.370125</c:v>
                </c:pt>
                <c:pt idx="142">
                  <c:v>0.37275</c:v>
                </c:pt>
                <c:pt idx="143">
                  <c:v>0.375375</c:v>
                </c:pt>
                <c:pt idx="144">
                  <c:v>0.378</c:v>
                </c:pt>
                <c:pt idx="145">
                  <c:v>0.380625</c:v>
                </c:pt>
                <c:pt idx="146">
                  <c:v>0.38325</c:v>
                </c:pt>
                <c:pt idx="147">
                  <c:v>0.385875</c:v>
                </c:pt>
                <c:pt idx="148">
                  <c:v>0.3885</c:v>
                </c:pt>
                <c:pt idx="149">
                  <c:v>0.391125</c:v>
                </c:pt>
                <c:pt idx="150">
                  <c:v>0.39375</c:v>
                </c:pt>
                <c:pt idx="151">
                  <c:v>0.396375</c:v>
                </c:pt>
                <c:pt idx="152">
                  <c:v>0.399</c:v>
                </c:pt>
                <c:pt idx="153">
                  <c:v>0.401625</c:v>
                </c:pt>
                <c:pt idx="154">
                  <c:v>0.40425</c:v>
                </c:pt>
                <c:pt idx="155">
                  <c:v>0.406875</c:v>
                </c:pt>
                <c:pt idx="156">
                  <c:v>0.4095</c:v>
                </c:pt>
                <c:pt idx="157">
                  <c:v>0.412125</c:v>
                </c:pt>
                <c:pt idx="158">
                  <c:v>0.41475</c:v>
                </c:pt>
                <c:pt idx="159">
                  <c:v>0.417375</c:v>
                </c:pt>
                <c:pt idx="160">
                  <c:v>0.42</c:v>
                </c:pt>
                <c:pt idx="161">
                  <c:v>0.422625</c:v>
                </c:pt>
                <c:pt idx="162">
                  <c:v>0.42525</c:v>
                </c:pt>
                <c:pt idx="163">
                  <c:v>0.427875</c:v>
                </c:pt>
                <c:pt idx="164">
                  <c:v>0.4305</c:v>
                </c:pt>
                <c:pt idx="165">
                  <c:v>0.433125</c:v>
                </c:pt>
                <c:pt idx="166">
                  <c:v>0.43575</c:v>
                </c:pt>
                <c:pt idx="167">
                  <c:v>0.438375</c:v>
                </c:pt>
                <c:pt idx="168">
                  <c:v>0.441</c:v>
                </c:pt>
                <c:pt idx="169">
                  <c:v>0.443625</c:v>
                </c:pt>
                <c:pt idx="170">
                  <c:v>0.44625</c:v>
                </c:pt>
                <c:pt idx="171">
                  <c:v>0.448875</c:v>
                </c:pt>
                <c:pt idx="172">
                  <c:v>0.4515</c:v>
                </c:pt>
                <c:pt idx="173">
                  <c:v>0.454125</c:v>
                </c:pt>
                <c:pt idx="174">
                  <c:v>0.45675</c:v>
                </c:pt>
                <c:pt idx="175">
                  <c:v>0.459375</c:v>
                </c:pt>
                <c:pt idx="176">
                  <c:v>0.462</c:v>
                </c:pt>
                <c:pt idx="177">
                  <c:v>0.464625</c:v>
                </c:pt>
                <c:pt idx="178">
                  <c:v>0.46725</c:v>
                </c:pt>
                <c:pt idx="179">
                  <c:v>0.469875</c:v>
                </c:pt>
                <c:pt idx="180">
                  <c:v>0.4725</c:v>
                </c:pt>
                <c:pt idx="181">
                  <c:v>0.475125</c:v>
                </c:pt>
                <c:pt idx="182">
                  <c:v>0.47775</c:v>
                </c:pt>
                <c:pt idx="183">
                  <c:v>0.480375</c:v>
                </c:pt>
                <c:pt idx="184">
                  <c:v>0.483</c:v>
                </c:pt>
                <c:pt idx="185">
                  <c:v>0.485625</c:v>
                </c:pt>
                <c:pt idx="186">
                  <c:v>0.48825</c:v>
                </c:pt>
                <c:pt idx="187">
                  <c:v>0.490875</c:v>
                </c:pt>
                <c:pt idx="188">
                  <c:v>0.4935</c:v>
                </c:pt>
                <c:pt idx="189">
                  <c:v>0.496125</c:v>
                </c:pt>
                <c:pt idx="190">
                  <c:v>0.49875</c:v>
                </c:pt>
                <c:pt idx="191">
                  <c:v>0.501375</c:v>
                </c:pt>
                <c:pt idx="192">
                  <c:v>0.504</c:v>
                </c:pt>
                <c:pt idx="193">
                  <c:v>0.506625</c:v>
                </c:pt>
                <c:pt idx="194">
                  <c:v>0.50925</c:v>
                </c:pt>
                <c:pt idx="195">
                  <c:v>0.511875</c:v>
                </c:pt>
                <c:pt idx="196">
                  <c:v>0.5145</c:v>
                </c:pt>
                <c:pt idx="197">
                  <c:v>0.517125</c:v>
                </c:pt>
                <c:pt idx="198">
                  <c:v>0.51975</c:v>
                </c:pt>
                <c:pt idx="199">
                  <c:v>0.522375</c:v>
                </c:pt>
                <c:pt idx="200">
                  <c:v>0.525</c:v>
                </c:pt>
                <c:pt idx="201">
                  <c:v>0.527625</c:v>
                </c:pt>
                <c:pt idx="202">
                  <c:v>0.53025</c:v>
                </c:pt>
                <c:pt idx="203">
                  <c:v>0.532875</c:v>
                </c:pt>
                <c:pt idx="204">
                  <c:v>0.5355</c:v>
                </c:pt>
                <c:pt idx="205">
                  <c:v>0.538125</c:v>
                </c:pt>
                <c:pt idx="206">
                  <c:v>0.54075</c:v>
                </c:pt>
                <c:pt idx="207">
                  <c:v>0.543375</c:v>
                </c:pt>
                <c:pt idx="208">
                  <c:v>0.546</c:v>
                </c:pt>
                <c:pt idx="209">
                  <c:v>0.548625</c:v>
                </c:pt>
                <c:pt idx="210">
                  <c:v>0.55125</c:v>
                </c:pt>
                <c:pt idx="211">
                  <c:v>0.553875</c:v>
                </c:pt>
                <c:pt idx="212">
                  <c:v>0.5565</c:v>
                </c:pt>
                <c:pt idx="213">
                  <c:v>0.559125</c:v>
                </c:pt>
                <c:pt idx="214">
                  <c:v>0.56175</c:v>
                </c:pt>
                <c:pt idx="215">
                  <c:v>0.564375</c:v>
                </c:pt>
                <c:pt idx="216">
                  <c:v>0.567</c:v>
                </c:pt>
                <c:pt idx="217">
                  <c:v>0.569625</c:v>
                </c:pt>
                <c:pt idx="218">
                  <c:v>0.57225</c:v>
                </c:pt>
                <c:pt idx="219">
                  <c:v>0.574875</c:v>
                </c:pt>
                <c:pt idx="220">
                  <c:v>0.5775</c:v>
                </c:pt>
                <c:pt idx="221">
                  <c:v>0.580125</c:v>
                </c:pt>
                <c:pt idx="222">
                  <c:v>0.58275</c:v>
                </c:pt>
                <c:pt idx="223">
                  <c:v>0.585375</c:v>
                </c:pt>
                <c:pt idx="224">
                  <c:v>0.588</c:v>
                </c:pt>
                <c:pt idx="225">
                  <c:v>0.590625</c:v>
                </c:pt>
                <c:pt idx="226">
                  <c:v>0.59325</c:v>
                </c:pt>
                <c:pt idx="227">
                  <c:v>0.595875</c:v>
                </c:pt>
                <c:pt idx="228">
                  <c:v>0.5985</c:v>
                </c:pt>
                <c:pt idx="229">
                  <c:v>0.601125</c:v>
                </c:pt>
                <c:pt idx="230">
                  <c:v>0.60375</c:v>
                </c:pt>
                <c:pt idx="231">
                  <c:v>0.606375</c:v>
                </c:pt>
                <c:pt idx="232">
                  <c:v>0.609</c:v>
                </c:pt>
                <c:pt idx="233">
                  <c:v>0.611625</c:v>
                </c:pt>
                <c:pt idx="234">
                  <c:v>0.61425</c:v>
                </c:pt>
                <c:pt idx="235">
                  <c:v>0.616875</c:v>
                </c:pt>
                <c:pt idx="236">
                  <c:v>0.6195</c:v>
                </c:pt>
                <c:pt idx="237">
                  <c:v>0.622125</c:v>
                </c:pt>
                <c:pt idx="238">
                  <c:v>0.62475</c:v>
                </c:pt>
                <c:pt idx="239">
                  <c:v>0.627375</c:v>
                </c:pt>
                <c:pt idx="240">
                  <c:v>0.63</c:v>
                </c:pt>
                <c:pt idx="241">
                  <c:v>0.632625</c:v>
                </c:pt>
                <c:pt idx="242">
                  <c:v>0.63525</c:v>
                </c:pt>
                <c:pt idx="243">
                  <c:v>0.637875</c:v>
                </c:pt>
                <c:pt idx="244">
                  <c:v>0.6405</c:v>
                </c:pt>
                <c:pt idx="245">
                  <c:v>0.643125</c:v>
                </c:pt>
                <c:pt idx="246">
                  <c:v>0.64575</c:v>
                </c:pt>
                <c:pt idx="247">
                  <c:v>0.648375</c:v>
                </c:pt>
                <c:pt idx="248">
                  <c:v>0.651</c:v>
                </c:pt>
                <c:pt idx="249">
                  <c:v>0.653625</c:v>
                </c:pt>
                <c:pt idx="250">
                  <c:v>0.65625</c:v>
                </c:pt>
                <c:pt idx="251">
                  <c:v>0.658875</c:v>
                </c:pt>
                <c:pt idx="252">
                  <c:v>0.6615</c:v>
                </c:pt>
                <c:pt idx="253">
                  <c:v>0.664125</c:v>
                </c:pt>
                <c:pt idx="254">
                  <c:v>0.66675</c:v>
                </c:pt>
                <c:pt idx="255">
                  <c:v>0.669375</c:v>
                </c:pt>
                <c:pt idx="256">
                  <c:v>0.672</c:v>
                </c:pt>
                <c:pt idx="257">
                  <c:v>0.674625</c:v>
                </c:pt>
                <c:pt idx="258">
                  <c:v>0.67725</c:v>
                </c:pt>
                <c:pt idx="259">
                  <c:v>0.679875</c:v>
                </c:pt>
                <c:pt idx="260">
                  <c:v>0.6825</c:v>
                </c:pt>
                <c:pt idx="261">
                  <c:v>0.685125</c:v>
                </c:pt>
                <c:pt idx="262">
                  <c:v>0.68775</c:v>
                </c:pt>
                <c:pt idx="263">
                  <c:v>0.690375</c:v>
                </c:pt>
                <c:pt idx="264">
                  <c:v>0.693</c:v>
                </c:pt>
                <c:pt idx="265">
                  <c:v>0.695625</c:v>
                </c:pt>
                <c:pt idx="266">
                  <c:v>0.69825</c:v>
                </c:pt>
                <c:pt idx="267">
                  <c:v>0.700875</c:v>
                </c:pt>
                <c:pt idx="268">
                  <c:v>0.7035</c:v>
                </c:pt>
                <c:pt idx="269">
                  <c:v>0.706125</c:v>
                </c:pt>
                <c:pt idx="270">
                  <c:v>0.70875</c:v>
                </c:pt>
                <c:pt idx="271">
                  <c:v>0.711375</c:v>
                </c:pt>
                <c:pt idx="272">
                  <c:v>0.714</c:v>
                </c:pt>
                <c:pt idx="273">
                  <c:v>0.716625</c:v>
                </c:pt>
                <c:pt idx="274">
                  <c:v>0.71925</c:v>
                </c:pt>
                <c:pt idx="275">
                  <c:v>0.721875</c:v>
                </c:pt>
                <c:pt idx="276">
                  <c:v>0.7245</c:v>
                </c:pt>
                <c:pt idx="277">
                  <c:v>0.727125</c:v>
                </c:pt>
                <c:pt idx="278">
                  <c:v>0.72975</c:v>
                </c:pt>
                <c:pt idx="279">
                  <c:v>0.732375</c:v>
                </c:pt>
                <c:pt idx="280">
                  <c:v>0.735</c:v>
                </c:pt>
                <c:pt idx="281">
                  <c:v>0.737625</c:v>
                </c:pt>
                <c:pt idx="282">
                  <c:v>0.74025</c:v>
                </c:pt>
                <c:pt idx="283">
                  <c:v>0.742875</c:v>
                </c:pt>
                <c:pt idx="284">
                  <c:v>0.7455</c:v>
                </c:pt>
                <c:pt idx="285">
                  <c:v>0.748125</c:v>
                </c:pt>
                <c:pt idx="286">
                  <c:v>0.75075</c:v>
                </c:pt>
                <c:pt idx="287">
                  <c:v>0.753375</c:v>
                </c:pt>
                <c:pt idx="288">
                  <c:v>0.756</c:v>
                </c:pt>
                <c:pt idx="289">
                  <c:v>0.758625</c:v>
                </c:pt>
                <c:pt idx="290">
                  <c:v>0.76125</c:v>
                </c:pt>
                <c:pt idx="291">
                  <c:v>0.763875</c:v>
                </c:pt>
                <c:pt idx="292">
                  <c:v>0.7665</c:v>
                </c:pt>
                <c:pt idx="293">
                  <c:v>0.769125</c:v>
                </c:pt>
                <c:pt idx="294">
                  <c:v>0.77175</c:v>
                </c:pt>
                <c:pt idx="295">
                  <c:v>0.774375</c:v>
                </c:pt>
                <c:pt idx="296">
                  <c:v>0.777</c:v>
                </c:pt>
                <c:pt idx="297">
                  <c:v>0.779625</c:v>
                </c:pt>
                <c:pt idx="298">
                  <c:v>0.78225</c:v>
                </c:pt>
                <c:pt idx="299">
                  <c:v>0.784875</c:v>
                </c:pt>
                <c:pt idx="300">
                  <c:v>0.7875</c:v>
                </c:pt>
                <c:pt idx="301">
                  <c:v>0.790125</c:v>
                </c:pt>
                <c:pt idx="302">
                  <c:v>0.79275</c:v>
                </c:pt>
                <c:pt idx="303">
                  <c:v>0.795375</c:v>
                </c:pt>
                <c:pt idx="304">
                  <c:v>0.798</c:v>
                </c:pt>
                <c:pt idx="305">
                  <c:v>0.800625</c:v>
                </c:pt>
                <c:pt idx="306">
                  <c:v>0.80325</c:v>
                </c:pt>
                <c:pt idx="307">
                  <c:v>0.805875</c:v>
                </c:pt>
                <c:pt idx="308">
                  <c:v>0.8085</c:v>
                </c:pt>
                <c:pt idx="309">
                  <c:v>0.811125</c:v>
                </c:pt>
                <c:pt idx="310">
                  <c:v>0.81375</c:v>
                </c:pt>
                <c:pt idx="311">
                  <c:v>0.816375</c:v>
                </c:pt>
                <c:pt idx="312">
                  <c:v>0.819</c:v>
                </c:pt>
                <c:pt idx="313">
                  <c:v>0.821625</c:v>
                </c:pt>
                <c:pt idx="314">
                  <c:v>0.82425</c:v>
                </c:pt>
                <c:pt idx="315">
                  <c:v>0.826875</c:v>
                </c:pt>
                <c:pt idx="316">
                  <c:v>0.8295</c:v>
                </c:pt>
                <c:pt idx="317">
                  <c:v>0.832125</c:v>
                </c:pt>
                <c:pt idx="318">
                  <c:v>0.83475</c:v>
                </c:pt>
                <c:pt idx="319">
                  <c:v>0.837375</c:v>
                </c:pt>
                <c:pt idx="320">
                  <c:v>0.84</c:v>
                </c:pt>
                <c:pt idx="321">
                  <c:v>0.842625</c:v>
                </c:pt>
                <c:pt idx="322">
                  <c:v>0.84525</c:v>
                </c:pt>
                <c:pt idx="323">
                  <c:v>0.847875</c:v>
                </c:pt>
                <c:pt idx="324">
                  <c:v>0.8505</c:v>
                </c:pt>
                <c:pt idx="325">
                  <c:v>0.853125</c:v>
                </c:pt>
                <c:pt idx="326">
                  <c:v>0.85575</c:v>
                </c:pt>
                <c:pt idx="327">
                  <c:v>0.858375</c:v>
                </c:pt>
                <c:pt idx="328">
                  <c:v>0.861</c:v>
                </c:pt>
                <c:pt idx="329">
                  <c:v>0.863625</c:v>
                </c:pt>
                <c:pt idx="330">
                  <c:v>0.86625</c:v>
                </c:pt>
                <c:pt idx="331">
                  <c:v>0.868875</c:v>
                </c:pt>
                <c:pt idx="332">
                  <c:v>0.8715</c:v>
                </c:pt>
                <c:pt idx="333">
                  <c:v>0.874125</c:v>
                </c:pt>
                <c:pt idx="334">
                  <c:v>0.87675</c:v>
                </c:pt>
                <c:pt idx="335">
                  <c:v>0.879375</c:v>
                </c:pt>
                <c:pt idx="336">
                  <c:v>0.882</c:v>
                </c:pt>
                <c:pt idx="337">
                  <c:v>0.884625</c:v>
                </c:pt>
                <c:pt idx="338">
                  <c:v>0.88725</c:v>
                </c:pt>
                <c:pt idx="339">
                  <c:v>0.889875</c:v>
                </c:pt>
                <c:pt idx="340">
                  <c:v>0.8925</c:v>
                </c:pt>
                <c:pt idx="341">
                  <c:v>0.895125</c:v>
                </c:pt>
                <c:pt idx="342">
                  <c:v>0.89775</c:v>
                </c:pt>
                <c:pt idx="343">
                  <c:v>0.900375</c:v>
                </c:pt>
                <c:pt idx="344">
                  <c:v>0.903</c:v>
                </c:pt>
                <c:pt idx="345">
                  <c:v>0.905625</c:v>
                </c:pt>
                <c:pt idx="346">
                  <c:v>0.90825</c:v>
                </c:pt>
                <c:pt idx="347">
                  <c:v>0.910875</c:v>
                </c:pt>
                <c:pt idx="348">
                  <c:v>0.9135</c:v>
                </c:pt>
                <c:pt idx="349">
                  <c:v>0.916125</c:v>
                </c:pt>
                <c:pt idx="350">
                  <c:v>0.91875</c:v>
                </c:pt>
                <c:pt idx="351">
                  <c:v>0.921375</c:v>
                </c:pt>
                <c:pt idx="352">
                  <c:v>0.924</c:v>
                </c:pt>
                <c:pt idx="353">
                  <c:v>0.926625</c:v>
                </c:pt>
                <c:pt idx="354">
                  <c:v>0.92925</c:v>
                </c:pt>
                <c:pt idx="355">
                  <c:v>0.931875</c:v>
                </c:pt>
                <c:pt idx="356">
                  <c:v>0.9345</c:v>
                </c:pt>
                <c:pt idx="357">
                  <c:v>0.937125</c:v>
                </c:pt>
                <c:pt idx="358">
                  <c:v>0.93975</c:v>
                </c:pt>
                <c:pt idx="359">
                  <c:v>0.942375</c:v>
                </c:pt>
                <c:pt idx="360">
                  <c:v>0.945</c:v>
                </c:pt>
                <c:pt idx="361">
                  <c:v>0.947625</c:v>
                </c:pt>
                <c:pt idx="362">
                  <c:v>0.95025</c:v>
                </c:pt>
                <c:pt idx="363">
                  <c:v>0.952875</c:v>
                </c:pt>
                <c:pt idx="364">
                  <c:v>0.9555</c:v>
                </c:pt>
                <c:pt idx="365">
                  <c:v>0.958125</c:v>
                </c:pt>
                <c:pt idx="366">
                  <c:v>0.96075</c:v>
                </c:pt>
                <c:pt idx="367">
                  <c:v>0.963375</c:v>
                </c:pt>
                <c:pt idx="368">
                  <c:v>0.966</c:v>
                </c:pt>
                <c:pt idx="369">
                  <c:v>0.968625</c:v>
                </c:pt>
                <c:pt idx="370">
                  <c:v>0.97125</c:v>
                </c:pt>
                <c:pt idx="371">
                  <c:v>0.973875</c:v>
                </c:pt>
                <c:pt idx="372">
                  <c:v>0.9765</c:v>
                </c:pt>
                <c:pt idx="373">
                  <c:v>0.979125</c:v>
                </c:pt>
                <c:pt idx="374">
                  <c:v>0.98175</c:v>
                </c:pt>
                <c:pt idx="375">
                  <c:v>0.984375</c:v>
                </c:pt>
                <c:pt idx="376">
                  <c:v>0.987</c:v>
                </c:pt>
                <c:pt idx="377">
                  <c:v>0.989625</c:v>
                </c:pt>
                <c:pt idx="378">
                  <c:v>0.99225</c:v>
                </c:pt>
                <c:pt idx="379">
                  <c:v>0.994875</c:v>
                </c:pt>
                <c:pt idx="380">
                  <c:v>0.9975</c:v>
                </c:pt>
                <c:pt idx="381">
                  <c:v>1.000125</c:v>
                </c:pt>
                <c:pt idx="382">
                  <c:v>1.00275</c:v>
                </c:pt>
                <c:pt idx="383">
                  <c:v>1.005375</c:v>
                </c:pt>
                <c:pt idx="384">
                  <c:v>1.008</c:v>
                </c:pt>
                <c:pt idx="385">
                  <c:v>1.010625</c:v>
                </c:pt>
                <c:pt idx="386">
                  <c:v>1.01325</c:v>
                </c:pt>
                <c:pt idx="387">
                  <c:v>1.015875</c:v>
                </c:pt>
                <c:pt idx="388">
                  <c:v>1.0185</c:v>
                </c:pt>
                <c:pt idx="389">
                  <c:v>1.021125</c:v>
                </c:pt>
                <c:pt idx="390">
                  <c:v>1.02375</c:v>
                </c:pt>
                <c:pt idx="391">
                  <c:v>1.026375</c:v>
                </c:pt>
                <c:pt idx="392">
                  <c:v>1.029</c:v>
                </c:pt>
                <c:pt idx="393">
                  <c:v>1.031625</c:v>
                </c:pt>
                <c:pt idx="394">
                  <c:v>1.03425</c:v>
                </c:pt>
                <c:pt idx="395">
                  <c:v>1.036875</c:v>
                </c:pt>
                <c:pt idx="396">
                  <c:v>1.0395</c:v>
                </c:pt>
                <c:pt idx="397">
                  <c:v>1.042125</c:v>
                </c:pt>
                <c:pt idx="398">
                  <c:v>1.04475</c:v>
                </c:pt>
                <c:pt idx="399">
                  <c:v>1.047375</c:v>
                </c:pt>
                <c:pt idx="400">
                  <c:v>1.05</c:v>
                </c:pt>
                <c:pt idx="401">
                  <c:v>1.052625</c:v>
                </c:pt>
                <c:pt idx="402">
                  <c:v>1.05525</c:v>
                </c:pt>
                <c:pt idx="403">
                  <c:v>1.057875</c:v>
                </c:pt>
                <c:pt idx="404">
                  <c:v>1.0605</c:v>
                </c:pt>
                <c:pt idx="405">
                  <c:v>1.063125</c:v>
                </c:pt>
                <c:pt idx="406">
                  <c:v>1.06575</c:v>
                </c:pt>
                <c:pt idx="407">
                  <c:v>1.068375</c:v>
                </c:pt>
                <c:pt idx="408">
                  <c:v>1.071</c:v>
                </c:pt>
                <c:pt idx="409">
                  <c:v>1.073625</c:v>
                </c:pt>
                <c:pt idx="410">
                  <c:v>1.07625</c:v>
                </c:pt>
                <c:pt idx="411">
                  <c:v>1.078875</c:v>
                </c:pt>
                <c:pt idx="412">
                  <c:v>1.0815</c:v>
                </c:pt>
                <c:pt idx="413">
                  <c:v>1.084125</c:v>
                </c:pt>
                <c:pt idx="414">
                  <c:v>1.08675</c:v>
                </c:pt>
                <c:pt idx="415">
                  <c:v>1.089375</c:v>
                </c:pt>
                <c:pt idx="416">
                  <c:v>1.092</c:v>
                </c:pt>
                <c:pt idx="417">
                  <c:v>1.094625</c:v>
                </c:pt>
                <c:pt idx="418">
                  <c:v>1.09725</c:v>
                </c:pt>
                <c:pt idx="419">
                  <c:v>1.099875</c:v>
                </c:pt>
                <c:pt idx="420">
                  <c:v>1.1025</c:v>
                </c:pt>
                <c:pt idx="421">
                  <c:v>1.105125</c:v>
                </c:pt>
                <c:pt idx="422">
                  <c:v>1.10775</c:v>
                </c:pt>
                <c:pt idx="423">
                  <c:v>1.110375</c:v>
                </c:pt>
                <c:pt idx="424">
                  <c:v>1.113</c:v>
                </c:pt>
                <c:pt idx="425">
                  <c:v>1.115625</c:v>
                </c:pt>
                <c:pt idx="426">
                  <c:v>1.11825</c:v>
                </c:pt>
                <c:pt idx="427">
                  <c:v>1.120875</c:v>
                </c:pt>
                <c:pt idx="428">
                  <c:v>1.1235</c:v>
                </c:pt>
                <c:pt idx="429">
                  <c:v>1.126125</c:v>
                </c:pt>
                <c:pt idx="430">
                  <c:v>1.12875</c:v>
                </c:pt>
                <c:pt idx="431">
                  <c:v>1.131375</c:v>
                </c:pt>
                <c:pt idx="432">
                  <c:v>1.134</c:v>
                </c:pt>
                <c:pt idx="433">
                  <c:v>1.136625</c:v>
                </c:pt>
                <c:pt idx="434">
                  <c:v>1.13925</c:v>
                </c:pt>
                <c:pt idx="435">
                  <c:v>1.141875</c:v>
                </c:pt>
                <c:pt idx="436">
                  <c:v>1.1445</c:v>
                </c:pt>
                <c:pt idx="437">
                  <c:v>1.147125</c:v>
                </c:pt>
                <c:pt idx="438">
                  <c:v>1.14975</c:v>
                </c:pt>
                <c:pt idx="439">
                  <c:v>1.152375</c:v>
                </c:pt>
                <c:pt idx="440">
                  <c:v>1.155</c:v>
                </c:pt>
                <c:pt idx="441">
                  <c:v>1.157625</c:v>
                </c:pt>
                <c:pt idx="442">
                  <c:v>1.16025</c:v>
                </c:pt>
                <c:pt idx="443">
                  <c:v>1.162875</c:v>
                </c:pt>
                <c:pt idx="444">
                  <c:v>1.1655</c:v>
                </c:pt>
                <c:pt idx="445">
                  <c:v>1.168125</c:v>
                </c:pt>
                <c:pt idx="446">
                  <c:v>1.17075</c:v>
                </c:pt>
                <c:pt idx="447">
                  <c:v>1.173375</c:v>
                </c:pt>
                <c:pt idx="448">
                  <c:v>1.176</c:v>
                </c:pt>
                <c:pt idx="449">
                  <c:v>1.178625</c:v>
                </c:pt>
                <c:pt idx="450">
                  <c:v>1.18125</c:v>
                </c:pt>
                <c:pt idx="451">
                  <c:v>1.183875</c:v>
                </c:pt>
                <c:pt idx="452">
                  <c:v>1.1865</c:v>
                </c:pt>
                <c:pt idx="453">
                  <c:v>1.189125</c:v>
                </c:pt>
                <c:pt idx="454">
                  <c:v>1.19175</c:v>
                </c:pt>
                <c:pt idx="455">
                  <c:v>1.194375</c:v>
                </c:pt>
                <c:pt idx="456">
                  <c:v>1.197</c:v>
                </c:pt>
                <c:pt idx="457">
                  <c:v>1.199625</c:v>
                </c:pt>
                <c:pt idx="458">
                  <c:v>1.20225</c:v>
                </c:pt>
                <c:pt idx="459">
                  <c:v>1.204875</c:v>
                </c:pt>
                <c:pt idx="460">
                  <c:v>1.2075</c:v>
                </c:pt>
                <c:pt idx="461">
                  <c:v>1.210125</c:v>
                </c:pt>
                <c:pt idx="462">
                  <c:v>1.21275</c:v>
                </c:pt>
                <c:pt idx="463">
                  <c:v>1.215375</c:v>
                </c:pt>
                <c:pt idx="464">
                  <c:v>1.218</c:v>
                </c:pt>
                <c:pt idx="465">
                  <c:v>1.220625</c:v>
                </c:pt>
                <c:pt idx="466">
                  <c:v>1.22325</c:v>
                </c:pt>
                <c:pt idx="467">
                  <c:v>1.225875</c:v>
                </c:pt>
                <c:pt idx="468">
                  <c:v>1.2285</c:v>
                </c:pt>
                <c:pt idx="469">
                  <c:v>1.231125</c:v>
                </c:pt>
                <c:pt idx="470">
                  <c:v>1.23375</c:v>
                </c:pt>
                <c:pt idx="471">
                  <c:v>1.236375</c:v>
                </c:pt>
                <c:pt idx="472">
                  <c:v>1.239</c:v>
                </c:pt>
                <c:pt idx="473">
                  <c:v>1.241625</c:v>
                </c:pt>
                <c:pt idx="474">
                  <c:v>1.24425</c:v>
                </c:pt>
                <c:pt idx="475">
                  <c:v>1.246875</c:v>
                </c:pt>
                <c:pt idx="476">
                  <c:v>1.2495</c:v>
                </c:pt>
                <c:pt idx="477">
                  <c:v>1.252125</c:v>
                </c:pt>
                <c:pt idx="478">
                  <c:v>1.25475</c:v>
                </c:pt>
                <c:pt idx="479">
                  <c:v>1.257375</c:v>
                </c:pt>
                <c:pt idx="480">
                  <c:v>1.26</c:v>
                </c:pt>
                <c:pt idx="481">
                  <c:v>1.262625</c:v>
                </c:pt>
                <c:pt idx="482">
                  <c:v>1.26525</c:v>
                </c:pt>
                <c:pt idx="483">
                  <c:v>1.267875</c:v>
                </c:pt>
                <c:pt idx="484">
                  <c:v>1.2705</c:v>
                </c:pt>
                <c:pt idx="485">
                  <c:v>1.273125</c:v>
                </c:pt>
                <c:pt idx="486">
                  <c:v>1.27575</c:v>
                </c:pt>
                <c:pt idx="487">
                  <c:v>1.278375</c:v>
                </c:pt>
                <c:pt idx="488">
                  <c:v>1.281</c:v>
                </c:pt>
                <c:pt idx="489">
                  <c:v>1.283625</c:v>
                </c:pt>
                <c:pt idx="490">
                  <c:v>1.28625</c:v>
                </c:pt>
                <c:pt idx="491">
                  <c:v>1.288875</c:v>
                </c:pt>
                <c:pt idx="492">
                  <c:v>1.2915</c:v>
                </c:pt>
                <c:pt idx="493">
                  <c:v>1.294125</c:v>
                </c:pt>
                <c:pt idx="494">
                  <c:v>1.29675</c:v>
                </c:pt>
                <c:pt idx="495">
                  <c:v>1.299375</c:v>
                </c:pt>
                <c:pt idx="496">
                  <c:v>1.302</c:v>
                </c:pt>
                <c:pt idx="497">
                  <c:v>1.304625</c:v>
                </c:pt>
                <c:pt idx="498">
                  <c:v>1.30725</c:v>
                </c:pt>
                <c:pt idx="499">
                  <c:v>1.309875</c:v>
                </c:pt>
                <c:pt idx="500">
                  <c:v>1.3125</c:v>
                </c:pt>
                <c:pt idx="501">
                  <c:v>1.315125</c:v>
                </c:pt>
                <c:pt idx="502">
                  <c:v>1.31775</c:v>
                </c:pt>
                <c:pt idx="503">
                  <c:v>1.320375</c:v>
                </c:pt>
                <c:pt idx="504">
                  <c:v>1.323</c:v>
                </c:pt>
                <c:pt idx="505">
                  <c:v>1.325625</c:v>
                </c:pt>
                <c:pt idx="506">
                  <c:v>1.32825</c:v>
                </c:pt>
                <c:pt idx="507">
                  <c:v>1.330875</c:v>
                </c:pt>
                <c:pt idx="508">
                  <c:v>1.3335</c:v>
                </c:pt>
                <c:pt idx="509">
                  <c:v>1.336125</c:v>
                </c:pt>
                <c:pt idx="510">
                  <c:v>1.33875</c:v>
                </c:pt>
                <c:pt idx="511">
                  <c:v>1.341375</c:v>
                </c:pt>
                <c:pt idx="512">
                  <c:v>1.344</c:v>
                </c:pt>
                <c:pt idx="513">
                  <c:v>1.346625</c:v>
                </c:pt>
                <c:pt idx="514">
                  <c:v>1.34925</c:v>
                </c:pt>
                <c:pt idx="515">
                  <c:v>1.351875</c:v>
                </c:pt>
                <c:pt idx="516">
                  <c:v>1.3545</c:v>
                </c:pt>
                <c:pt idx="517">
                  <c:v>1.357125</c:v>
                </c:pt>
                <c:pt idx="518">
                  <c:v>1.35975</c:v>
                </c:pt>
                <c:pt idx="519">
                  <c:v>1.362375</c:v>
                </c:pt>
                <c:pt idx="520">
                  <c:v>1.365</c:v>
                </c:pt>
                <c:pt idx="521">
                  <c:v>1.367625</c:v>
                </c:pt>
                <c:pt idx="522">
                  <c:v>1.37025</c:v>
                </c:pt>
                <c:pt idx="523">
                  <c:v>1.372875</c:v>
                </c:pt>
                <c:pt idx="524">
                  <c:v>1.3755</c:v>
                </c:pt>
                <c:pt idx="525">
                  <c:v>1.378125</c:v>
                </c:pt>
                <c:pt idx="526">
                  <c:v>1.38075</c:v>
                </c:pt>
                <c:pt idx="527">
                  <c:v>1.383375</c:v>
                </c:pt>
                <c:pt idx="528">
                  <c:v>1.386</c:v>
                </c:pt>
                <c:pt idx="529">
                  <c:v>1.388625</c:v>
                </c:pt>
                <c:pt idx="530">
                  <c:v>1.39125</c:v>
                </c:pt>
                <c:pt idx="531">
                  <c:v>1.393875</c:v>
                </c:pt>
                <c:pt idx="532">
                  <c:v>1.3965</c:v>
                </c:pt>
                <c:pt idx="533">
                  <c:v>1.399125</c:v>
                </c:pt>
                <c:pt idx="534">
                  <c:v>1.40175</c:v>
                </c:pt>
                <c:pt idx="535">
                  <c:v>1.404375</c:v>
                </c:pt>
                <c:pt idx="536">
                  <c:v>1.407</c:v>
                </c:pt>
                <c:pt idx="537">
                  <c:v>1.409625</c:v>
                </c:pt>
                <c:pt idx="538">
                  <c:v>1.41225</c:v>
                </c:pt>
                <c:pt idx="539">
                  <c:v>1.414875</c:v>
                </c:pt>
                <c:pt idx="540">
                  <c:v>1.4175</c:v>
                </c:pt>
                <c:pt idx="541">
                  <c:v>1.420125</c:v>
                </c:pt>
                <c:pt idx="542">
                  <c:v>1.42275</c:v>
                </c:pt>
                <c:pt idx="543">
                  <c:v>1.425375</c:v>
                </c:pt>
                <c:pt idx="544">
                  <c:v>1.428</c:v>
                </c:pt>
                <c:pt idx="545">
                  <c:v>1.430625</c:v>
                </c:pt>
                <c:pt idx="546">
                  <c:v>1.43325</c:v>
                </c:pt>
                <c:pt idx="547">
                  <c:v>1.435875</c:v>
                </c:pt>
                <c:pt idx="548">
                  <c:v>1.4385</c:v>
                </c:pt>
                <c:pt idx="549">
                  <c:v>1.441125</c:v>
                </c:pt>
                <c:pt idx="550">
                  <c:v>1.44375</c:v>
                </c:pt>
                <c:pt idx="551">
                  <c:v>1.446375</c:v>
                </c:pt>
                <c:pt idx="552">
                  <c:v>1.449</c:v>
                </c:pt>
                <c:pt idx="553">
                  <c:v>1.451625</c:v>
                </c:pt>
                <c:pt idx="554">
                  <c:v>1.45425</c:v>
                </c:pt>
                <c:pt idx="555">
                  <c:v>1.456875</c:v>
                </c:pt>
                <c:pt idx="556">
                  <c:v>1.4595</c:v>
                </c:pt>
                <c:pt idx="557">
                  <c:v>1.462125</c:v>
                </c:pt>
                <c:pt idx="558">
                  <c:v>1.46475</c:v>
                </c:pt>
                <c:pt idx="559">
                  <c:v>1.467375</c:v>
                </c:pt>
                <c:pt idx="560">
                  <c:v>1.47</c:v>
                </c:pt>
                <c:pt idx="561">
                  <c:v>1.472625</c:v>
                </c:pt>
                <c:pt idx="562">
                  <c:v>1.47525</c:v>
                </c:pt>
                <c:pt idx="563">
                  <c:v>1.477875</c:v>
                </c:pt>
                <c:pt idx="564">
                  <c:v>1.4805</c:v>
                </c:pt>
                <c:pt idx="565">
                  <c:v>1.483125</c:v>
                </c:pt>
                <c:pt idx="566">
                  <c:v>1.48575</c:v>
                </c:pt>
                <c:pt idx="567">
                  <c:v>1.488375</c:v>
                </c:pt>
                <c:pt idx="568">
                  <c:v>1.491</c:v>
                </c:pt>
                <c:pt idx="569">
                  <c:v>1.493625</c:v>
                </c:pt>
                <c:pt idx="570">
                  <c:v>1.49625</c:v>
                </c:pt>
                <c:pt idx="571">
                  <c:v>1.498875</c:v>
                </c:pt>
                <c:pt idx="572">
                  <c:v>1.5015</c:v>
                </c:pt>
                <c:pt idx="573">
                  <c:v>1.504125</c:v>
                </c:pt>
                <c:pt idx="574">
                  <c:v>1.50675</c:v>
                </c:pt>
                <c:pt idx="575">
                  <c:v>1.509375</c:v>
                </c:pt>
                <c:pt idx="576">
                  <c:v>1.512</c:v>
                </c:pt>
                <c:pt idx="577">
                  <c:v>1.514625</c:v>
                </c:pt>
                <c:pt idx="578">
                  <c:v>1.51725</c:v>
                </c:pt>
                <c:pt idx="579">
                  <c:v>1.519875</c:v>
                </c:pt>
                <c:pt idx="580">
                  <c:v>1.5225</c:v>
                </c:pt>
                <c:pt idx="581">
                  <c:v>1.525125</c:v>
                </c:pt>
                <c:pt idx="582">
                  <c:v>1.52775</c:v>
                </c:pt>
                <c:pt idx="583">
                  <c:v>1.530375</c:v>
                </c:pt>
                <c:pt idx="584">
                  <c:v>1.533</c:v>
                </c:pt>
                <c:pt idx="585">
                  <c:v>1.535625</c:v>
                </c:pt>
                <c:pt idx="586">
                  <c:v>1.53825</c:v>
                </c:pt>
                <c:pt idx="587">
                  <c:v>1.540875</c:v>
                </c:pt>
                <c:pt idx="588">
                  <c:v>1.5435</c:v>
                </c:pt>
                <c:pt idx="589">
                  <c:v>1.546125</c:v>
                </c:pt>
                <c:pt idx="590">
                  <c:v>1.54875</c:v>
                </c:pt>
                <c:pt idx="591">
                  <c:v>1.551375</c:v>
                </c:pt>
                <c:pt idx="592">
                  <c:v>1.554</c:v>
                </c:pt>
                <c:pt idx="593">
                  <c:v>1.556625</c:v>
                </c:pt>
                <c:pt idx="594">
                  <c:v>1.55925</c:v>
                </c:pt>
                <c:pt idx="595">
                  <c:v>1.561875</c:v>
                </c:pt>
                <c:pt idx="596">
                  <c:v>1.5645</c:v>
                </c:pt>
                <c:pt idx="597">
                  <c:v>1.567125</c:v>
                </c:pt>
                <c:pt idx="598">
                  <c:v>1.56975</c:v>
                </c:pt>
                <c:pt idx="599">
                  <c:v>1.572375</c:v>
                </c:pt>
                <c:pt idx="600">
                  <c:v>1.575</c:v>
                </c:pt>
                <c:pt idx="601">
                  <c:v>1.577625</c:v>
                </c:pt>
                <c:pt idx="602">
                  <c:v>1.58025</c:v>
                </c:pt>
                <c:pt idx="603">
                  <c:v>1.582875</c:v>
                </c:pt>
                <c:pt idx="604">
                  <c:v>1.5855</c:v>
                </c:pt>
                <c:pt idx="605">
                  <c:v>1.588125</c:v>
                </c:pt>
                <c:pt idx="606">
                  <c:v>1.59075</c:v>
                </c:pt>
                <c:pt idx="607">
                  <c:v>1.593375</c:v>
                </c:pt>
                <c:pt idx="608">
                  <c:v>1.596</c:v>
                </c:pt>
                <c:pt idx="609">
                  <c:v>1.598625</c:v>
                </c:pt>
                <c:pt idx="610">
                  <c:v>1.60125</c:v>
                </c:pt>
                <c:pt idx="611">
                  <c:v>1.603875</c:v>
                </c:pt>
                <c:pt idx="612">
                  <c:v>1.6065</c:v>
                </c:pt>
                <c:pt idx="613">
                  <c:v>1.609125</c:v>
                </c:pt>
                <c:pt idx="614">
                  <c:v>1.61175</c:v>
                </c:pt>
                <c:pt idx="615">
                  <c:v>1.614375</c:v>
                </c:pt>
                <c:pt idx="616">
                  <c:v>1.617</c:v>
                </c:pt>
                <c:pt idx="617">
                  <c:v>1.619625</c:v>
                </c:pt>
                <c:pt idx="618">
                  <c:v>1.62225</c:v>
                </c:pt>
                <c:pt idx="619">
                  <c:v>1.624875</c:v>
                </c:pt>
                <c:pt idx="620">
                  <c:v>1.6275</c:v>
                </c:pt>
                <c:pt idx="621">
                  <c:v>1.630125</c:v>
                </c:pt>
                <c:pt idx="622">
                  <c:v>1.63275</c:v>
                </c:pt>
                <c:pt idx="623">
                  <c:v>1.635375</c:v>
                </c:pt>
                <c:pt idx="624">
                  <c:v>1.638</c:v>
                </c:pt>
                <c:pt idx="625">
                  <c:v>1.640625</c:v>
                </c:pt>
                <c:pt idx="626">
                  <c:v>1.64325</c:v>
                </c:pt>
                <c:pt idx="627">
                  <c:v>1.645875</c:v>
                </c:pt>
                <c:pt idx="628">
                  <c:v>1.6485</c:v>
                </c:pt>
                <c:pt idx="629">
                  <c:v>1.651125</c:v>
                </c:pt>
                <c:pt idx="630">
                  <c:v>1.65375</c:v>
                </c:pt>
                <c:pt idx="631">
                  <c:v>1.656375</c:v>
                </c:pt>
                <c:pt idx="632">
                  <c:v>1.659</c:v>
                </c:pt>
                <c:pt idx="633">
                  <c:v>1.661625</c:v>
                </c:pt>
                <c:pt idx="634">
                  <c:v>1.66425</c:v>
                </c:pt>
                <c:pt idx="635">
                  <c:v>1.666875</c:v>
                </c:pt>
                <c:pt idx="636">
                  <c:v>1.6695</c:v>
                </c:pt>
                <c:pt idx="637">
                  <c:v>1.672125</c:v>
                </c:pt>
                <c:pt idx="638">
                  <c:v>1.67475</c:v>
                </c:pt>
                <c:pt idx="639">
                  <c:v>1.677375</c:v>
                </c:pt>
                <c:pt idx="640">
                  <c:v>1.68</c:v>
                </c:pt>
                <c:pt idx="641">
                  <c:v>1.682625</c:v>
                </c:pt>
                <c:pt idx="642">
                  <c:v>1.68525</c:v>
                </c:pt>
                <c:pt idx="643">
                  <c:v>1.687875</c:v>
                </c:pt>
                <c:pt idx="644">
                  <c:v>1.6905</c:v>
                </c:pt>
                <c:pt idx="645">
                  <c:v>1.693125</c:v>
                </c:pt>
                <c:pt idx="646">
                  <c:v>1.69575</c:v>
                </c:pt>
                <c:pt idx="647">
                  <c:v>1.698375</c:v>
                </c:pt>
                <c:pt idx="648">
                  <c:v>1.701</c:v>
                </c:pt>
                <c:pt idx="649">
                  <c:v>1.703625</c:v>
                </c:pt>
                <c:pt idx="650">
                  <c:v>1.70625</c:v>
                </c:pt>
                <c:pt idx="651">
                  <c:v>1.708875</c:v>
                </c:pt>
                <c:pt idx="652">
                  <c:v>1.7115</c:v>
                </c:pt>
                <c:pt idx="653">
                  <c:v>1.714125</c:v>
                </c:pt>
                <c:pt idx="654">
                  <c:v>1.71675</c:v>
                </c:pt>
                <c:pt idx="655">
                  <c:v>1.719375</c:v>
                </c:pt>
                <c:pt idx="656">
                  <c:v>1.722</c:v>
                </c:pt>
                <c:pt idx="657">
                  <c:v>1.724625</c:v>
                </c:pt>
                <c:pt idx="658">
                  <c:v>1.72725</c:v>
                </c:pt>
                <c:pt idx="659">
                  <c:v>1.729875</c:v>
                </c:pt>
                <c:pt idx="660">
                  <c:v>1.7325</c:v>
                </c:pt>
                <c:pt idx="661">
                  <c:v>1.735125</c:v>
                </c:pt>
                <c:pt idx="662">
                  <c:v>1.73775</c:v>
                </c:pt>
                <c:pt idx="663">
                  <c:v>1.740375</c:v>
                </c:pt>
                <c:pt idx="664">
                  <c:v>1.743</c:v>
                </c:pt>
                <c:pt idx="665">
                  <c:v>1.745625</c:v>
                </c:pt>
                <c:pt idx="666">
                  <c:v>1.74825</c:v>
                </c:pt>
                <c:pt idx="667">
                  <c:v>1.750875</c:v>
                </c:pt>
                <c:pt idx="668">
                  <c:v>1.7535</c:v>
                </c:pt>
                <c:pt idx="669">
                  <c:v>1.756125</c:v>
                </c:pt>
                <c:pt idx="670">
                  <c:v>1.75875</c:v>
                </c:pt>
                <c:pt idx="671">
                  <c:v>1.761375</c:v>
                </c:pt>
                <c:pt idx="672">
                  <c:v>1.764</c:v>
                </c:pt>
                <c:pt idx="673">
                  <c:v>1.766625</c:v>
                </c:pt>
                <c:pt idx="674">
                  <c:v>1.76925</c:v>
                </c:pt>
                <c:pt idx="675">
                  <c:v>1.771875</c:v>
                </c:pt>
                <c:pt idx="676">
                  <c:v>1.7745</c:v>
                </c:pt>
                <c:pt idx="677">
                  <c:v>1.777125</c:v>
                </c:pt>
                <c:pt idx="678">
                  <c:v>1.77975</c:v>
                </c:pt>
                <c:pt idx="679">
                  <c:v>1.782375</c:v>
                </c:pt>
                <c:pt idx="680">
                  <c:v>1.785</c:v>
                </c:pt>
                <c:pt idx="681">
                  <c:v>1.787625</c:v>
                </c:pt>
                <c:pt idx="682">
                  <c:v>1.79025</c:v>
                </c:pt>
                <c:pt idx="683">
                  <c:v>1.792875</c:v>
                </c:pt>
                <c:pt idx="684">
                  <c:v>1.7955</c:v>
                </c:pt>
                <c:pt idx="685">
                  <c:v>1.798125</c:v>
                </c:pt>
                <c:pt idx="686">
                  <c:v>1.80075</c:v>
                </c:pt>
                <c:pt idx="687">
                  <c:v>1.803375</c:v>
                </c:pt>
                <c:pt idx="688">
                  <c:v>1.806</c:v>
                </c:pt>
                <c:pt idx="689">
                  <c:v>1.808625</c:v>
                </c:pt>
                <c:pt idx="690">
                  <c:v>1.81125</c:v>
                </c:pt>
                <c:pt idx="691">
                  <c:v>1.813875</c:v>
                </c:pt>
                <c:pt idx="692">
                  <c:v>1.8165</c:v>
                </c:pt>
                <c:pt idx="693">
                  <c:v>1.819125</c:v>
                </c:pt>
                <c:pt idx="694">
                  <c:v>1.82175</c:v>
                </c:pt>
                <c:pt idx="695">
                  <c:v>1.824375</c:v>
                </c:pt>
                <c:pt idx="696">
                  <c:v>1.827</c:v>
                </c:pt>
                <c:pt idx="697">
                  <c:v>1.829625</c:v>
                </c:pt>
                <c:pt idx="698">
                  <c:v>1.83225</c:v>
                </c:pt>
                <c:pt idx="699">
                  <c:v>1.834875</c:v>
                </c:pt>
                <c:pt idx="700">
                  <c:v>1.8375</c:v>
                </c:pt>
                <c:pt idx="701">
                  <c:v>1.840125</c:v>
                </c:pt>
                <c:pt idx="702">
                  <c:v>1.84275</c:v>
                </c:pt>
                <c:pt idx="703">
                  <c:v>1.845375</c:v>
                </c:pt>
                <c:pt idx="704">
                  <c:v>1.848</c:v>
                </c:pt>
                <c:pt idx="705">
                  <c:v>1.850625</c:v>
                </c:pt>
                <c:pt idx="706">
                  <c:v>1.85325</c:v>
                </c:pt>
                <c:pt idx="707">
                  <c:v>1.855875</c:v>
                </c:pt>
                <c:pt idx="708">
                  <c:v>1.8585</c:v>
                </c:pt>
                <c:pt idx="709">
                  <c:v>1.861125</c:v>
                </c:pt>
                <c:pt idx="710">
                  <c:v>1.86375</c:v>
                </c:pt>
                <c:pt idx="711">
                  <c:v>1.866375</c:v>
                </c:pt>
                <c:pt idx="712">
                  <c:v>1.869</c:v>
                </c:pt>
                <c:pt idx="713">
                  <c:v>1.871625</c:v>
                </c:pt>
                <c:pt idx="714">
                  <c:v>1.87425</c:v>
                </c:pt>
                <c:pt idx="715">
                  <c:v>1.876875</c:v>
                </c:pt>
                <c:pt idx="716">
                  <c:v>1.8795</c:v>
                </c:pt>
                <c:pt idx="717">
                  <c:v>1.882125</c:v>
                </c:pt>
                <c:pt idx="718">
                  <c:v>1.88475</c:v>
                </c:pt>
                <c:pt idx="719">
                  <c:v>1.887375</c:v>
                </c:pt>
                <c:pt idx="720">
                  <c:v>1.89</c:v>
                </c:pt>
                <c:pt idx="721">
                  <c:v>1.892625</c:v>
                </c:pt>
                <c:pt idx="722">
                  <c:v>1.89525</c:v>
                </c:pt>
                <c:pt idx="723">
                  <c:v>1.897875</c:v>
                </c:pt>
                <c:pt idx="724">
                  <c:v>1.9005</c:v>
                </c:pt>
                <c:pt idx="725">
                  <c:v>1.903125</c:v>
                </c:pt>
                <c:pt idx="726">
                  <c:v>1.90575</c:v>
                </c:pt>
                <c:pt idx="727">
                  <c:v>1.908375</c:v>
                </c:pt>
                <c:pt idx="728">
                  <c:v>1.911</c:v>
                </c:pt>
                <c:pt idx="729">
                  <c:v>1.913625</c:v>
                </c:pt>
                <c:pt idx="730">
                  <c:v>1.91625</c:v>
                </c:pt>
                <c:pt idx="731">
                  <c:v>1.918875</c:v>
                </c:pt>
                <c:pt idx="732">
                  <c:v>1.9215</c:v>
                </c:pt>
                <c:pt idx="733">
                  <c:v>1.924125</c:v>
                </c:pt>
                <c:pt idx="734">
                  <c:v>1.92675</c:v>
                </c:pt>
                <c:pt idx="735">
                  <c:v>1.929375</c:v>
                </c:pt>
                <c:pt idx="736">
                  <c:v>1.932</c:v>
                </c:pt>
                <c:pt idx="737">
                  <c:v>1.934625</c:v>
                </c:pt>
                <c:pt idx="738">
                  <c:v>1.93725</c:v>
                </c:pt>
                <c:pt idx="739">
                  <c:v>1.939875</c:v>
                </c:pt>
                <c:pt idx="740">
                  <c:v>1.9425</c:v>
                </c:pt>
                <c:pt idx="741">
                  <c:v>1.945125</c:v>
                </c:pt>
                <c:pt idx="742">
                  <c:v>1.94775</c:v>
                </c:pt>
                <c:pt idx="743">
                  <c:v>1.950375</c:v>
                </c:pt>
                <c:pt idx="744">
                  <c:v>1.953</c:v>
                </c:pt>
                <c:pt idx="745">
                  <c:v>1.955625</c:v>
                </c:pt>
                <c:pt idx="746">
                  <c:v>1.95825</c:v>
                </c:pt>
                <c:pt idx="747">
                  <c:v>1.960875</c:v>
                </c:pt>
                <c:pt idx="748">
                  <c:v>1.9635</c:v>
                </c:pt>
                <c:pt idx="749">
                  <c:v>1.966125</c:v>
                </c:pt>
                <c:pt idx="750">
                  <c:v>1.96875</c:v>
                </c:pt>
                <c:pt idx="751">
                  <c:v>1.971375</c:v>
                </c:pt>
                <c:pt idx="752">
                  <c:v>1.974</c:v>
                </c:pt>
                <c:pt idx="753">
                  <c:v>1.976625</c:v>
                </c:pt>
                <c:pt idx="754">
                  <c:v>1.97925</c:v>
                </c:pt>
                <c:pt idx="755">
                  <c:v>1.981875</c:v>
                </c:pt>
                <c:pt idx="756">
                  <c:v>1.9845</c:v>
                </c:pt>
                <c:pt idx="757">
                  <c:v>1.987125</c:v>
                </c:pt>
                <c:pt idx="758">
                  <c:v>1.98975</c:v>
                </c:pt>
                <c:pt idx="759">
                  <c:v>1.992375</c:v>
                </c:pt>
                <c:pt idx="760">
                  <c:v>1.995</c:v>
                </c:pt>
                <c:pt idx="761">
                  <c:v>1.997625</c:v>
                </c:pt>
                <c:pt idx="762">
                  <c:v>2.00025</c:v>
                </c:pt>
                <c:pt idx="763">
                  <c:v>2.002875</c:v>
                </c:pt>
                <c:pt idx="764">
                  <c:v>2.0055</c:v>
                </c:pt>
                <c:pt idx="765">
                  <c:v>2.008125</c:v>
                </c:pt>
                <c:pt idx="766">
                  <c:v>2.01075</c:v>
                </c:pt>
                <c:pt idx="767">
                  <c:v>2.013375</c:v>
                </c:pt>
                <c:pt idx="768">
                  <c:v>2.016</c:v>
                </c:pt>
                <c:pt idx="769">
                  <c:v>2.018625</c:v>
                </c:pt>
                <c:pt idx="770">
                  <c:v>2.02125</c:v>
                </c:pt>
                <c:pt idx="771">
                  <c:v>2.023875</c:v>
                </c:pt>
                <c:pt idx="772">
                  <c:v>2.0265</c:v>
                </c:pt>
                <c:pt idx="773">
                  <c:v>2.029125</c:v>
                </c:pt>
                <c:pt idx="774">
                  <c:v>2.03175</c:v>
                </c:pt>
                <c:pt idx="775">
                  <c:v>2.034375</c:v>
                </c:pt>
                <c:pt idx="776">
                  <c:v>2.037</c:v>
                </c:pt>
                <c:pt idx="777">
                  <c:v>2.039625</c:v>
                </c:pt>
                <c:pt idx="778">
                  <c:v>2.04225</c:v>
                </c:pt>
                <c:pt idx="779">
                  <c:v>2.044875</c:v>
                </c:pt>
                <c:pt idx="780">
                  <c:v>2.0475</c:v>
                </c:pt>
                <c:pt idx="781">
                  <c:v>2.050125</c:v>
                </c:pt>
                <c:pt idx="782">
                  <c:v>2.05275</c:v>
                </c:pt>
                <c:pt idx="783">
                  <c:v>2.055375</c:v>
                </c:pt>
                <c:pt idx="784">
                  <c:v>2.058</c:v>
                </c:pt>
                <c:pt idx="785">
                  <c:v>2.060625</c:v>
                </c:pt>
                <c:pt idx="786">
                  <c:v>2.06325</c:v>
                </c:pt>
                <c:pt idx="787">
                  <c:v>2.065875</c:v>
                </c:pt>
                <c:pt idx="788">
                  <c:v>2.0685</c:v>
                </c:pt>
                <c:pt idx="789">
                  <c:v>2.071125</c:v>
                </c:pt>
                <c:pt idx="790">
                  <c:v>2.07375</c:v>
                </c:pt>
                <c:pt idx="791">
                  <c:v>2.076375</c:v>
                </c:pt>
                <c:pt idx="792">
                  <c:v>2.079</c:v>
                </c:pt>
                <c:pt idx="793">
                  <c:v>2.081625</c:v>
                </c:pt>
                <c:pt idx="794">
                  <c:v>2.08425</c:v>
                </c:pt>
                <c:pt idx="795">
                  <c:v>2.086875</c:v>
                </c:pt>
                <c:pt idx="796">
                  <c:v>2.0895</c:v>
                </c:pt>
                <c:pt idx="797">
                  <c:v>2.092125</c:v>
                </c:pt>
                <c:pt idx="798">
                  <c:v>2.09475</c:v>
                </c:pt>
                <c:pt idx="799">
                  <c:v>2.097375</c:v>
                </c:pt>
                <c:pt idx="800">
                  <c:v>2.1</c:v>
                </c:pt>
                <c:pt idx="801">
                  <c:v>2.102625</c:v>
                </c:pt>
                <c:pt idx="802">
                  <c:v>2.10525</c:v>
                </c:pt>
                <c:pt idx="803">
                  <c:v>2.107875</c:v>
                </c:pt>
                <c:pt idx="804">
                  <c:v>2.1105</c:v>
                </c:pt>
                <c:pt idx="805">
                  <c:v>2.113125</c:v>
                </c:pt>
                <c:pt idx="806">
                  <c:v>2.11575</c:v>
                </c:pt>
                <c:pt idx="807">
                  <c:v>2.118375</c:v>
                </c:pt>
                <c:pt idx="808">
                  <c:v>2.121</c:v>
                </c:pt>
                <c:pt idx="809">
                  <c:v>2.123625</c:v>
                </c:pt>
                <c:pt idx="810">
                  <c:v>2.12625</c:v>
                </c:pt>
                <c:pt idx="811">
                  <c:v>2.128875</c:v>
                </c:pt>
                <c:pt idx="812">
                  <c:v>2.1315</c:v>
                </c:pt>
                <c:pt idx="813">
                  <c:v>2.134125</c:v>
                </c:pt>
                <c:pt idx="814">
                  <c:v>2.13675</c:v>
                </c:pt>
                <c:pt idx="815">
                  <c:v>2.139375</c:v>
                </c:pt>
                <c:pt idx="816">
                  <c:v>2.142</c:v>
                </c:pt>
                <c:pt idx="817">
                  <c:v>2.144625</c:v>
                </c:pt>
                <c:pt idx="818">
                  <c:v>2.14725</c:v>
                </c:pt>
                <c:pt idx="819">
                  <c:v>2.149875</c:v>
                </c:pt>
                <c:pt idx="820">
                  <c:v>2.1525</c:v>
                </c:pt>
                <c:pt idx="821">
                  <c:v>2.155125</c:v>
                </c:pt>
                <c:pt idx="822">
                  <c:v>2.15775</c:v>
                </c:pt>
                <c:pt idx="823">
                  <c:v>2.160375</c:v>
                </c:pt>
                <c:pt idx="824">
                  <c:v>2.163</c:v>
                </c:pt>
                <c:pt idx="825">
                  <c:v>2.165625</c:v>
                </c:pt>
                <c:pt idx="826">
                  <c:v>2.16825</c:v>
                </c:pt>
                <c:pt idx="827">
                  <c:v>2.170875</c:v>
                </c:pt>
                <c:pt idx="828">
                  <c:v>2.1735</c:v>
                </c:pt>
                <c:pt idx="829">
                  <c:v>2.176125</c:v>
                </c:pt>
                <c:pt idx="830">
                  <c:v>2.17875</c:v>
                </c:pt>
                <c:pt idx="831">
                  <c:v>2.181375</c:v>
                </c:pt>
                <c:pt idx="832">
                  <c:v>2.184</c:v>
                </c:pt>
                <c:pt idx="833">
                  <c:v>2.186625</c:v>
                </c:pt>
                <c:pt idx="834">
                  <c:v>2.18925</c:v>
                </c:pt>
                <c:pt idx="835">
                  <c:v>2.191875</c:v>
                </c:pt>
                <c:pt idx="836">
                  <c:v>2.1945</c:v>
                </c:pt>
                <c:pt idx="837">
                  <c:v>2.197125</c:v>
                </c:pt>
                <c:pt idx="838">
                  <c:v>2.19975</c:v>
                </c:pt>
                <c:pt idx="839">
                  <c:v>2.202375</c:v>
                </c:pt>
                <c:pt idx="840">
                  <c:v>2.205</c:v>
                </c:pt>
                <c:pt idx="841">
                  <c:v>2.207625</c:v>
                </c:pt>
                <c:pt idx="842">
                  <c:v>2.21025</c:v>
                </c:pt>
                <c:pt idx="843">
                  <c:v>2.212875</c:v>
                </c:pt>
                <c:pt idx="844">
                  <c:v>2.2155</c:v>
                </c:pt>
                <c:pt idx="845">
                  <c:v>2.218125</c:v>
                </c:pt>
                <c:pt idx="846">
                  <c:v>2.22075</c:v>
                </c:pt>
                <c:pt idx="847">
                  <c:v>2.223375</c:v>
                </c:pt>
                <c:pt idx="848">
                  <c:v>2.226</c:v>
                </c:pt>
                <c:pt idx="849">
                  <c:v>2.228625</c:v>
                </c:pt>
                <c:pt idx="850">
                  <c:v>2.23125</c:v>
                </c:pt>
                <c:pt idx="851">
                  <c:v>2.233875</c:v>
                </c:pt>
                <c:pt idx="852">
                  <c:v>2.2365</c:v>
                </c:pt>
                <c:pt idx="853">
                  <c:v>2.239125</c:v>
                </c:pt>
                <c:pt idx="854">
                  <c:v>2.24175</c:v>
                </c:pt>
                <c:pt idx="855">
                  <c:v>2.244375</c:v>
                </c:pt>
                <c:pt idx="856">
                  <c:v>2.247</c:v>
                </c:pt>
                <c:pt idx="857">
                  <c:v>2.249625</c:v>
                </c:pt>
                <c:pt idx="858">
                  <c:v>2.25225</c:v>
                </c:pt>
                <c:pt idx="859">
                  <c:v>2.254875</c:v>
                </c:pt>
                <c:pt idx="860">
                  <c:v>2.2575</c:v>
                </c:pt>
                <c:pt idx="861">
                  <c:v>2.260125</c:v>
                </c:pt>
                <c:pt idx="862">
                  <c:v>2.26275</c:v>
                </c:pt>
                <c:pt idx="863">
                  <c:v>2.265375</c:v>
                </c:pt>
                <c:pt idx="864">
                  <c:v>2.268</c:v>
                </c:pt>
                <c:pt idx="865">
                  <c:v>2.270625</c:v>
                </c:pt>
                <c:pt idx="866">
                  <c:v>2.27325</c:v>
                </c:pt>
                <c:pt idx="867">
                  <c:v>2.275875</c:v>
                </c:pt>
                <c:pt idx="868">
                  <c:v>2.2785</c:v>
                </c:pt>
                <c:pt idx="869">
                  <c:v>2.281125</c:v>
                </c:pt>
                <c:pt idx="870">
                  <c:v>2.28375</c:v>
                </c:pt>
                <c:pt idx="871">
                  <c:v>2.286375</c:v>
                </c:pt>
                <c:pt idx="872">
                  <c:v>2.289</c:v>
                </c:pt>
                <c:pt idx="873">
                  <c:v>2.291625</c:v>
                </c:pt>
                <c:pt idx="874">
                  <c:v>2.29425</c:v>
                </c:pt>
                <c:pt idx="875">
                  <c:v>2.296875</c:v>
                </c:pt>
                <c:pt idx="876">
                  <c:v>2.2995</c:v>
                </c:pt>
                <c:pt idx="877">
                  <c:v>2.302125</c:v>
                </c:pt>
                <c:pt idx="878">
                  <c:v>2.30475</c:v>
                </c:pt>
                <c:pt idx="879">
                  <c:v>2.307375</c:v>
                </c:pt>
                <c:pt idx="880">
                  <c:v>2.31</c:v>
                </c:pt>
                <c:pt idx="881">
                  <c:v>2.312625</c:v>
                </c:pt>
                <c:pt idx="882">
                  <c:v>2.31525</c:v>
                </c:pt>
                <c:pt idx="883">
                  <c:v>2.317875</c:v>
                </c:pt>
                <c:pt idx="884">
                  <c:v>2.3205</c:v>
                </c:pt>
                <c:pt idx="885">
                  <c:v>2.323125</c:v>
                </c:pt>
                <c:pt idx="886">
                  <c:v>2.32575</c:v>
                </c:pt>
                <c:pt idx="887">
                  <c:v>2.328375</c:v>
                </c:pt>
                <c:pt idx="888">
                  <c:v>2.331</c:v>
                </c:pt>
                <c:pt idx="889">
                  <c:v>2.333625</c:v>
                </c:pt>
                <c:pt idx="890">
                  <c:v>2.33625</c:v>
                </c:pt>
                <c:pt idx="891">
                  <c:v>2.338875</c:v>
                </c:pt>
                <c:pt idx="892">
                  <c:v>2.3415</c:v>
                </c:pt>
                <c:pt idx="893">
                  <c:v>2.344125</c:v>
                </c:pt>
                <c:pt idx="894">
                  <c:v>2.34675</c:v>
                </c:pt>
                <c:pt idx="895">
                  <c:v>2.349375</c:v>
                </c:pt>
                <c:pt idx="896">
                  <c:v>2.352</c:v>
                </c:pt>
                <c:pt idx="897">
                  <c:v>2.354625</c:v>
                </c:pt>
                <c:pt idx="898">
                  <c:v>2.35725</c:v>
                </c:pt>
                <c:pt idx="899">
                  <c:v>2.359875</c:v>
                </c:pt>
                <c:pt idx="900">
                  <c:v>2.3625</c:v>
                </c:pt>
                <c:pt idx="901">
                  <c:v>2.365125</c:v>
                </c:pt>
                <c:pt idx="902">
                  <c:v>2.36775</c:v>
                </c:pt>
                <c:pt idx="903">
                  <c:v>2.370375</c:v>
                </c:pt>
                <c:pt idx="904">
                  <c:v>2.373</c:v>
                </c:pt>
                <c:pt idx="905">
                  <c:v>2.375625</c:v>
                </c:pt>
                <c:pt idx="906">
                  <c:v>2.37825</c:v>
                </c:pt>
                <c:pt idx="907">
                  <c:v>2.380875</c:v>
                </c:pt>
                <c:pt idx="908">
                  <c:v>2.3835</c:v>
                </c:pt>
                <c:pt idx="909">
                  <c:v>2.386125</c:v>
                </c:pt>
                <c:pt idx="910">
                  <c:v>2.38875</c:v>
                </c:pt>
                <c:pt idx="911">
                  <c:v>2.391375</c:v>
                </c:pt>
                <c:pt idx="912">
                  <c:v>2.394</c:v>
                </c:pt>
                <c:pt idx="913">
                  <c:v>2.396625</c:v>
                </c:pt>
                <c:pt idx="914">
                  <c:v>2.39925</c:v>
                </c:pt>
                <c:pt idx="915">
                  <c:v>2.401875</c:v>
                </c:pt>
                <c:pt idx="916">
                  <c:v>2.4045</c:v>
                </c:pt>
                <c:pt idx="917">
                  <c:v>2.407125</c:v>
                </c:pt>
                <c:pt idx="918">
                  <c:v>2.40975</c:v>
                </c:pt>
                <c:pt idx="919">
                  <c:v>2.412375</c:v>
                </c:pt>
                <c:pt idx="920">
                  <c:v>2.415</c:v>
                </c:pt>
                <c:pt idx="921">
                  <c:v>2.417625</c:v>
                </c:pt>
                <c:pt idx="922">
                  <c:v>2.42025</c:v>
                </c:pt>
                <c:pt idx="923">
                  <c:v>2.422875</c:v>
                </c:pt>
                <c:pt idx="924">
                  <c:v>2.4255</c:v>
                </c:pt>
                <c:pt idx="925">
                  <c:v>2.428125</c:v>
                </c:pt>
                <c:pt idx="926">
                  <c:v>2.43075</c:v>
                </c:pt>
                <c:pt idx="927">
                  <c:v>2.433375</c:v>
                </c:pt>
                <c:pt idx="928">
                  <c:v>2.436</c:v>
                </c:pt>
                <c:pt idx="929">
                  <c:v>2.438625</c:v>
                </c:pt>
                <c:pt idx="930">
                  <c:v>2.44125</c:v>
                </c:pt>
                <c:pt idx="931">
                  <c:v>2.443875</c:v>
                </c:pt>
                <c:pt idx="932">
                  <c:v>2.4465</c:v>
                </c:pt>
                <c:pt idx="933">
                  <c:v>2.449125</c:v>
                </c:pt>
                <c:pt idx="934">
                  <c:v>2.45175</c:v>
                </c:pt>
                <c:pt idx="935">
                  <c:v>2.454375</c:v>
                </c:pt>
                <c:pt idx="936">
                  <c:v>2.457</c:v>
                </c:pt>
                <c:pt idx="937">
                  <c:v>2.459625</c:v>
                </c:pt>
                <c:pt idx="938">
                  <c:v>2.46225</c:v>
                </c:pt>
                <c:pt idx="939">
                  <c:v>2.464875</c:v>
                </c:pt>
                <c:pt idx="940">
                  <c:v>2.4675</c:v>
                </c:pt>
                <c:pt idx="941">
                  <c:v>2.470125</c:v>
                </c:pt>
                <c:pt idx="942">
                  <c:v>2.47275</c:v>
                </c:pt>
                <c:pt idx="943">
                  <c:v>2.475375</c:v>
                </c:pt>
                <c:pt idx="944">
                  <c:v>2.478</c:v>
                </c:pt>
                <c:pt idx="945">
                  <c:v>2.480625</c:v>
                </c:pt>
                <c:pt idx="946">
                  <c:v>2.48325</c:v>
                </c:pt>
                <c:pt idx="947">
                  <c:v>2.485875</c:v>
                </c:pt>
                <c:pt idx="948">
                  <c:v>2.4885</c:v>
                </c:pt>
                <c:pt idx="949">
                  <c:v>2.491125</c:v>
                </c:pt>
                <c:pt idx="950">
                  <c:v>2.49375</c:v>
                </c:pt>
                <c:pt idx="951">
                  <c:v>2.496375</c:v>
                </c:pt>
                <c:pt idx="952">
                  <c:v>2.499</c:v>
                </c:pt>
                <c:pt idx="953">
                  <c:v>2.501625</c:v>
                </c:pt>
                <c:pt idx="954">
                  <c:v>2.50425</c:v>
                </c:pt>
                <c:pt idx="955">
                  <c:v>2.506875</c:v>
                </c:pt>
                <c:pt idx="956">
                  <c:v>2.5095</c:v>
                </c:pt>
                <c:pt idx="957">
                  <c:v>2.512125</c:v>
                </c:pt>
                <c:pt idx="958">
                  <c:v>2.51475</c:v>
                </c:pt>
                <c:pt idx="959">
                  <c:v>2.517375</c:v>
                </c:pt>
                <c:pt idx="960">
                  <c:v>2.52</c:v>
                </c:pt>
                <c:pt idx="961">
                  <c:v>2.522625</c:v>
                </c:pt>
                <c:pt idx="962">
                  <c:v>2.52525</c:v>
                </c:pt>
                <c:pt idx="963">
                  <c:v>2.527875</c:v>
                </c:pt>
                <c:pt idx="964">
                  <c:v>2.5305</c:v>
                </c:pt>
                <c:pt idx="965">
                  <c:v>2.533125</c:v>
                </c:pt>
                <c:pt idx="966">
                  <c:v>2.53575</c:v>
                </c:pt>
                <c:pt idx="967">
                  <c:v>2.538375</c:v>
                </c:pt>
                <c:pt idx="968">
                  <c:v>2.541</c:v>
                </c:pt>
                <c:pt idx="969">
                  <c:v>2.543625</c:v>
                </c:pt>
                <c:pt idx="970">
                  <c:v>2.54625</c:v>
                </c:pt>
                <c:pt idx="971">
                  <c:v>2.548875</c:v>
                </c:pt>
                <c:pt idx="972">
                  <c:v>2.5515</c:v>
                </c:pt>
                <c:pt idx="973">
                  <c:v>2.554125</c:v>
                </c:pt>
                <c:pt idx="974">
                  <c:v>2.55675</c:v>
                </c:pt>
                <c:pt idx="975">
                  <c:v>2.559375</c:v>
                </c:pt>
                <c:pt idx="976">
                  <c:v>2.562</c:v>
                </c:pt>
                <c:pt idx="977">
                  <c:v>2.564625</c:v>
                </c:pt>
                <c:pt idx="978">
                  <c:v>2.56725</c:v>
                </c:pt>
                <c:pt idx="979">
                  <c:v>2.569875</c:v>
                </c:pt>
                <c:pt idx="980">
                  <c:v>2.5725</c:v>
                </c:pt>
                <c:pt idx="981">
                  <c:v>2.575125</c:v>
                </c:pt>
                <c:pt idx="982">
                  <c:v>2.57775</c:v>
                </c:pt>
                <c:pt idx="983">
                  <c:v>2.580375</c:v>
                </c:pt>
                <c:pt idx="984">
                  <c:v>2.583</c:v>
                </c:pt>
                <c:pt idx="985">
                  <c:v>2.585625</c:v>
                </c:pt>
                <c:pt idx="986">
                  <c:v>2.58825</c:v>
                </c:pt>
                <c:pt idx="987">
                  <c:v>2.590875</c:v>
                </c:pt>
                <c:pt idx="988">
                  <c:v>2.5935</c:v>
                </c:pt>
                <c:pt idx="989">
                  <c:v>2.596125</c:v>
                </c:pt>
                <c:pt idx="990">
                  <c:v>2.59875</c:v>
                </c:pt>
                <c:pt idx="991">
                  <c:v>2.601375</c:v>
                </c:pt>
                <c:pt idx="992">
                  <c:v>2.604</c:v>
                </c:pt>
                <c:pt idx="993">
                  <c:v>2.606625</c:v>
                </c:pt>
                <c:pt idx="994">
                  <c:v>2.60925</c:v>
                </c:pt>
                <c:pt idx="995">
                  <c:v>2.611875</c:v>
                </c:pt>
                <c:pt idx="996">
                  <c:v>2.6145</c:v>
                </c:pt>
                <c:pt idx="997">
                  <c:v>2.617125</c:v>
                </c:pt>
                <c:pt idx="998">
                  <c:v>2.61975</c:v>
                </c:pt>
                <c:pt idx="999">
                  <c:v>2.622375</c:v>
                </c:pt>
                <c:pt idx="1000">
                  <c:v>2.625</c:v>
                </c:pt>
                <c:pt idx="1001">
                  <c:v>2.627625</c:v>
                </c:pt>
                <c:pt idx="1002">
                  <c:v>2.63025</c:v>
                </c:pt>
                <c:pt idx="1003">
                  <c:v>2.632875</c:v>
                </c:pt>
                <c:pt idx="1004">
                  <c:v>2.6355</c:v>
                </c:pt>
                <c:pt idx="1005">
                  <c:v>2.638125</c:v>
                </c:pt>
                <c:pt idx="1006">
                  <c:v>2.64075</c:v>
                </c:pt>
                <c:pt idx="1007">
                  <c:v>2.643375</c:v>
                </c:pt>
                <c:pt idx="1008">
                  <c:v>2.646</c:v>
                </c:pt>
                <c:pt idx="1009">
                  <c:v>2.648625</c:v>
                </c:pt>
                <c:pt idx="1010">
                  <c:v>2.65125</c:v>
                </c:pt>
                <c:pt idx="1011">
                  <c:v>2.653875</c:v>
                </c:pt>
                <c:pt idx="1012">
                  <c:v>2.6565</c:v>
                </c:pt>
                <c:pt idx="1013">
                  <c:v>2.659125</c:v>
                </c:pt>
                <c:pt idx="1014">
                  <c:v>2.66175</c:v>
                </c:pt>
                <c:pt idx="1015">
                  <c:v>2.664375</c:v>
                </c:pt>
                <c:pt idx="1016">
                  <c:v>2.667</c:v>
                </c:pt>
                <c:pt idx="1017">
                  <c:v>2.669625</c:v>
                </c:pt>
                <c:pt idx="1018">
                  <c:v>2.67225</c:v>
                </c:pt>
                <c:pt idx="1019">
                  <c:v>2.674875</c:v>
                </c:pt>
                <c:pt idx="1020">
                  <c:v>2.6775</c:v>
                </c:pt>
                <c:pt idx="1021">
                  <c:v>2.680125</c:v>
                </c:pt>
                <c:pt idx="1022">
                  <c:v>2.68275</c:v>
                </c:pt>
                <c:pt idx="1023">
                  <c:v>2.685375</c:v>
                </c:pt>
                <c:pt idx="1024">
                  <c:v>2.688</c:v>
                </c:pt>
                <c:pt idx="1025">
                  <c:v>2.690625</c:v>
                </c:pt>
                <c:pt idx="1026">
                  <c:v>2.69325</c:v>
                </c:pt>
                <c:pt idx="1027">
                  <c:v>2.695875</c:v>
                </c:pt>
                <c:pt idx="1028">
                  <c:v>2.6985</c:v>
                </c:pt>
                <c:pt idx="1029">
                  <c:v>2.701125</c:v>
                </c:pt>
                <c:pt idx="1030">
                  <c:v>2.70375</c:v>
                </c:pt>
                <c:pt idx="1031">
                  <c:v>2.706375</c:v>
                </c:pt>
                <c:pt idx="1032">
                  <c:v>2.709</c:v>
                </c:pt>
                <c:pt idx="1033">
                  <c:v>2.711625</c:v>
                </c:pt>
                <c:pt idx="1034">
                  <c:v>2.71425</c:v>
                </c:pt>
                <c:pt idx="1035">
                  <c:v>2.716875</c:v>
                </c:pt>
                <c:pt idx="1036">
                  <c:v>2.7195</c:v>
                </c:pt>
                <c:pt idx="1037">
                  <c:v>2.722125</c:v>
                </c:pt>
                <c:pt idx="1038">
                  <c:v>2.72475</c:v>
                </c:pt>
                <c:pt idx="1039">
                  <c:v>2.727375</c:v>
                </c:pt>
                <c:pt idx="1040">
                  <c:v>2.73</c:v>
                </c:pt>
                <c:pt idx="1041">
                  <c:v>2.732625</c:v>
                </c:pt>
                <c:pt idx="1042">
                  <c:v>2.73525</c:v>
                </c:pt>
                <c:pt idx="1043">
                  <c:v>2.737875</c:v>
                </c:pt>
                <c:pt idx="1044">
                  <c:v>2.7405</c:v>
                </c:pt>
                <c:pt idx="1045">
                  <c:v>2.743125</c:v>
                </c:pt>
                <c:pt idx="1046">
                  <c:v>2.74575</c:v>
                </c:pt>
                <c:pt idx="1047">
                  <c:v>2.748375</c:v>
                </c:pt>
                <c:pt idx="1048">
                  <c:v>2.751</c:v>
                </c:pt>
                <c:pt idx="1049">
                  <c:v>2.753625</c:v>
                </c:pt>
                <c:pt idx="1050">
                  <c:v>2.75625</c:v>
                </c:pt>
                <c:pt idx="1051">
                  <c:v>2.758875</c:v>
                </c:pt>
                <c:pt idx="1052">
                  <c:v>2.7615</c:v>
                </c:pt>
                <c:pt idx="1053">
                  <c:v>2.764125</c:v>
                </c:pt>
                <c:pt idx="1054">
                  <c:v>2.76675</c:v>
                </c:pt>
                <c:pt idx="1055">
                  <c:v>2.769375</c:v>
                </c:pt>
                <c:pt idx="1056">
                  <c:v>2.772</c:v>
                </c:pt>
                <c:pt idx="1057">
                  <c:v>2.774625</c:v>
                </c:pt>
                <c:pt idx="1058">
                  <c:v>2.77725</c:v>
                </c:pt>
                <c:pt idx="1059">
                  <c:v>2.779875</c:v>
                </c:pt>
                <c:pt idx="1060">
                  <c:v>2.7825</c:v>
                </c:pt>
                <c:pt idx="1061">
                  <c:v>2.785125</c:v>
                </c:pt>
                <c:pt idx="1062">
                  <c:v>2.78775</c:v>
                </c:pt>
                <c:pt idx="1063">
                  <c:v>2.790375</c:v>
                </c:pt>
                <c:pt idx="1064">
                  <c:v>2.793</c:v>
                </c:pt>
                <c:pt idx="1065">
                  <c:v>2.795625</c:v>
                </c:pt>
                <c:pt idx="1066">
                  <c:v>2.79825</c:v>
                </c:pt>
                <c:pt idx="1067">
                  <c:v>2.800875</c:v>
                </c:pt>
                <c:pt idx="1068">
                  <c:v>2.8035</c:v>
                </c:pt>
                <c:pt idx="1069">
                  <c:v>2.806125</c:v>
                </c:pt>
                <c:pt idx="1070">
                  <c:v>2.80875</c:v>
                </c:pt>
                <c:pt idx="1071">
                  <c:v>2.811375</c:v>
                </c:pt>
                <c:pt idx="1072">
                  <c:v>2.814</c:v>
                </c:pt>
                <c:pt idx="1073">
                  <c:v>2.816625</c:v>
                </c:pt>
                <c:pt idx="1074">
                  <c:v>2.81925</c:v>
                </c:pt>
                <c:pt idx="1075">
                  <c:v>2.821875</c:v>
                </c:pt>
                <c:pt idx="1076">
                  <c:v>2.8245</c:v>
                </c:pt>
                <c:pt idx="1077">
                  <c:v>2.827125</c:v>
                </c:pt>
                <c:pt idx="1078">
                  <c:v>2.82975</c:v>
                </c:pt>
                <c:pt idx="1079">
                  <c:v>2.832375</c:v>
                </c:pt>
                <c:pt idx="1080">
                  <c:v>2.835</c:v>
                </c:pt>
                <c:pt idx="1081">
                  <c:v>2.837625</c:v>
                </c:pt>
                <c:pt idx="1082">
                  <c:v>2.84025</c:v>
                </c:pt>
                <c:pt idx="1083">
                  <c:v>2.842875</c:v>
                </c:pt>
                <c:pt idx="1084">
                  <c:v>2.8455</c:v>
                </c:pt>
                <c:pt idx="1085">
                  <c:v>2.848125</c:v>
                </c:pt>
                <c:pt idx="1086">
                  <c:v>2.85075</c:v>
                </c:pt>
                <c:pt idx="1087">
                  <c:v>2.853375</c:v>
                </c:pt>
                <c:pt idx="1088">
                  <c:v>2.856</c:v>
                </c:pt>
                <c:pt idx="1089">
                  <c:v>2.858625</c:v>
                </c:pt>
                <c:pt idx="1090">
                  <c:v>2.86125</c:v>
                </c:pt>
                <c:pt idx="1091">
                  <c:v>2.863875</c:v>
                </c:pt>
                <c:pt idx="1092">
                  <c:v>2.8665</c:v>
                </c:pt>
                <c:pt idx="1093">
                  <c:v>2.869125</c:v>
                </c:pt>
                <c:pt idx="1094">
                  <c:v>2.87175</c:v>
                </c:pt>
                <c:pt idx="1095">
                  <c:v>2.874375</c:v>
                </c:pt>
                <c:pt idx="1096">
                  <c:v>2.877</c:v>
                </c:pt>
                <c:pt idx="1097">
                  <c:v>2.879625</c:v>
                </c:pt>
                <c:pt idx="1098">
                  <c:v>2.88225</c:v>
                </c:pt>
                <c:pt idx="1099">
                  <c:v>2.884875</c:v>
                </c:pt>
                <c:pt idx="1100">
                  <c:v>2.8875</c:v>
                </c:pt>
                <c:pt idx="1101">
                  <c:v>2.890125</c:v>
                </c:pt>
                <c:pt idx="1102">
                  <c:v>2.89275</c:v>
                </c:pt>
                <c:pt idx="1103">
                  <c:v>2.895375</c:v>
                </c:pt>
                <c:pt idx="1104">
                  <c:v>2.898</c:v>
                </c:pt>
                <c:pt idx="1105">
                  <c:v>2.900625</c:v>
                </c:pt>
                <c:pt idx="1106">
                  <c:v>2.90325</c:v>
                </c:pt>
                <c:pt idx="1107">
                  <c:v>2.905875</c:v>
                </c:pt>
                <c:pt idx="1108">
                  <c:v>2.9085</c:v>
                </c:pt>
                <c:pt idx="1109">
                  <c:v>2.911125</c:v>
                </c:pt>
                <c:pt idx="1110">
                  <c:v>2.91375</c:v>
                </c:pt>
                <c:pt idx="1111">
                  <c:v>2.916375</c:v>
                </c:pt>
                <c:pt idx="1112">
                  <c:v>2.919</c:v>
                </c:pt>
                <c:pt idx="1113">
                  <c:v>2.921625</c:v>
                </c:pt>
                <c:pt idx="1114">
                  <c:v>2.92425</c:v>
                </c:pt>
                <c:pt idx="1115">
                  <c:v>2.926875</c:v>
                </c:pt>
                <c:pt idx="1116">
                  <c:v>2.9295</c:v>
                </c:pt>
                <c:pt idx="1117">
                  <c:v>2.932125</c:v>
                </c:pt>
                <c:pt idx="1118">
                  <c:v>2.93475</c:v>
                </c:pt>
                <c:pt idx="1119">
                  <c:v>2.937375</c:v>
                </c:pt>
                <c:pt idx="1120">
                  <c:v>2.94</c:v>
                </c:pt>
                <c:pt idx="1121">
                  <c:v>2.942625</c:v>
                </c:pt>
                <c:pt idx="1122">
                  <c:v>2.94525</c:v>
                </c:pt>
                <c:pt idx="1123">
                  <c:v>2.947875</c:v>
                </c:pt>
                <c:pt idx="1124">
                  <c:v>2.9505</c:v>
                </c:pt>
                <c:pt idx="1125">
                  <c:v>2.953125</c:v>
                </c:pt>
                <c:pt idx="1126">
                  <c:v>2.95575</c:v>
                </c:pt>
                <c:pt idx="1127">
                  <c:v>2.958375</c:v>
                </c:pt>
                <c:pt idx="1128">
                  <c:v>2.961</c:v>
                </c:pt>
                <c:pt idx="1129">
                  <c:v>2.963625</c:v>
                </c:pt>
                <c:pt idx="1130">
                  <c:v>2.96625</c:v>
                </c:pt>
                <c:pt idx="1131">
                  <c:v>2.968875</c:v>
                </c:pt>
                <c:pt idx="1132">
                  <c:v>2.9715</c:v>
                </c:pt>
                <c:pt idx="1133">
                  <c:v>2.974125</c:v>
                </c:pt>
                <c:pt idx="1134">
                  <c:v>2.97675</c:v>
                </c:pt>
                <c:pt idx="1135">
                  <c:v>2.979375</c:v>
                </c:pt>
                <c:pt idx="1136">
                  <c:v>2.982</c:v>
                </c:pt>
                <c:pt idx="1137">
                  <c:v>2.984625</c:v>
                </c:pt>
                <c:pt idx="1138">
                  <c:v>2.98725</c:v>
                </c:pt>
                <c:pt idx="1139">
                  <c:v>2.989875</c:v>
                </c:pt>
                <c:pt idx="1140">
                  <c:v>2.9925</c:v>
                </c:pt>
                <c:pt idx="1141">
                  <c:v>2.995125</c:v>
                </c:pt>
                <c:pt idx="1142">
                  <c:v>2.99775</c:v>
                </c:pt>
                <c:pt idx="1143">
                  <c:v>3.000375</c:v>
                </c:pt>
                <c:pt idx="1144">
                  <c:v>3.003</c:v>
                </c:pt>
                <c:pt idx="1145">
                  <c:v>3.005625</c:v>
                </c:pt>
                <c:pt idx="1146">
                  <c:v>3.00825</c:v>
                </c:pt>
                <c:pt idx="1147">
                  <c:v>3.010875</c:v>
                </c:pt>
                <c:pt idx="1148">
                  <c:v>3.0135</c:v>
                </c:pt>
                <c:pt idx="1149">
                  <c:v>3.016125</c:v>
                </c:pt>
                <c:pt idx="1150">
                  <c:v>3.01875</c:v>
                </c:pt>
                <c:pt idx="1151">
                  <c:v>3.021375</c:v>
                </c:pt>
                <c:pt idx="1152">
                  <c:v>3.024</c:v>
                </c:pt>
                <c:pt idx="1153">
                  <c:v>3.026625</c:v>
                </c:pt>
                <c:pt idx="1154">
                  <c:v>3.02925</c:v>
                </c:pt>
                <c:pt idx="1155">
                  <c:v>3.031875</c:v>
                </c:pt>
                <c:pt idx="1156">
                  <c:v>3.0345</c:v>
                </c:pt>
                <c:pt idx="1157">
                  <c:v>3.037125</c:v>
                </c:pt>
                <c:pt idx="1158">
                  <c:v>3.03975</c:v>
                </c:pt>
                <c:pt idx="1159">
                  <c:v>3.042375</c:v>
                </c:pt>
                <c:pt idx="1160">
                  <c:v>3.045</c:v>
                </c:pt>
                <c:pt idx="1161">
                  <c:v>3.047625</c:v>
                </c:pt>
                <c:pt idx="1162">
                  <c:v>3.05025</c:v>
                </c:pt>
                <c:pt idx="1163">
                  <c:v>3.052875</c:v>
                </c:pt>
                <c:pt idx="1164">
                  <c:v>3.0555</c:v>
                </c:pt>
                <c:pt idx="1165">
                  <c:v>3.058125</c:v>
                </c:pt>
                <c:pt idx="1166">
                  <c:v>3.06075</c:v>
                </c:pt>
                <c:pt idx="1167">
                  <c:v>3.063375</c:v>
                </c:pt>
                <c:pt idx="1168">
                  <c:v>3.066</c:v>
                </c:pt>
                <c:pt idx="1169">
                  <c:v>3.068625</c:v>
                </c:pt>
                <c:pt idx="1170">
                  <c:v>3.07125</c:v>
                </c:pt>
                <c:pt idx="1171">
                  <c:v>3.073875</c:v>
                </c:pt>
                <c:pt idx="1172">
                  <c:v>3.0765</c:v>
                </c:pt>
                <c:pt idx="1173">
                  <c:v>3.079125</c:v>
                </c:pt>
                <c:pt idx="1174">
                  <c:v>3.08175</c:v>
                </c:pt>
                <c:pt idx="1175">
                  <c:v>3.084375</c:v>
                </c:pt>
                <c:pt idx="1176">
                  <c:v>3.087</c:v>
                </c:pt>
                <c:pt idx="1177">
                  <c:v>3.089625</c:v>
                </c:pt>
                <c:pt idx="1178">
                  <c:v>3.09225</c:v>
                </c:pt>
                <c:pt idx="1179">
                  <c:v>3.094875</c:v>
                </c:pt>
                <c:pt idx="1180">
                  <c:v>3.0975</c:v>
                </c:pt>
                <c:pt idx="1181">
                  <c:v>3.100125</c:v>
                </c:pt>
                <c:pt idx="1182">
                  <c:v>3.10275</c:v>
                </c:pt>
                <c:pt idx="1183">
                  <c:v>3.105375</c:v>
                </c:pt>
                <c:pt idx="1184">
                  <c:v>3.108</c:v>
                </c:pt>
                <c:pt idx="1185">
                  <c:v>3.110625</c:v>
                </c:pt>
                <c:pt idx="1186">
                  <c:v>3.11325</c:v>
                </c:pt>
                <c:pt idx="1187">
                  <c:v>3.115875</c:v>
                </c:pt>
                <c:pt idx="1188">
                  <c:v>3.1185</c:v>
                </c:pt>
                <c:pt idx="1189">
                  <c:v>3.121125</c:v>
                </c:pt>
                <c:pt idx="1190">
                  <c:v>3.12375</c:v>
                </c:pt>
                <c:pt idx="1191">
                  <c:v>3.126375</c:v>
                </c:pt>
                <c:pt idx="1192">
                  <c:v>3.129</c:v>
                </c:pt>
                <c:pt idx="1193">
                  <c:v>3.131625</c:v>
                </c:pt>
                <c:pt idx="1194">
                  <c:v>3.13425</c:v>
                </c:pt>
                <c:pt idx="1195">
                  <c:v>3.136875</c:v>
                </c:pt>
                <c:pt idx="1196">
                  <c:v>3.1395</c:v>
                </c:pt>
                <c:pt idx="1197">
                  <c:v>3.142125</c:v>
                </c:pt>
                <c:pt idx="1198">
                  <c:v>3.14475</c:v>
                </c:pt>
                <c:pt idx="1199">
                  <c:v>3.147375</c:v>
                </c:pt>
                <c:pt idx="1200">
                  <c:v>3.15</c:v>
                </c:pt>
                <c:pt idx="1201">
                  <c:v>3.152625</c:v>
                </c:pt>
                <c:pt idx="1202">
                  <c:v>3.15525</c:v>
                </c:pt>
                <c:pt idx="1203">
                  <c:v>3.157875</c:v>
                </c:pt>
                <c:pt idx="1204">
                  <c:v>3.1605</c:v>
                </c:pt>
                <c:pt idx="1205">
                  <c:v>3.163125</c:v>
                </c:pt>
                <c:pt idx="1206">
                  <c:v>3.16575</c:v>
                </c:pt>
                <c:pt idx="1207">
                  <c:v>3.168375</c:v>
                </c:pt>
                <c:pt idx="1208">
                  <c:v>3.171</c:v>
                </c:pt>
                <c:pt idx="1209">
                  <c:v>3.173625</c:v>
                </c:pt>
                <c:pt idx="1210">
                  <c:v>3.17625</c:v>
                </c:pt>
                <c:pt idx="1211">
                  <c:v>3.178875</c:v>
                </c:pt>
                <c:pt idx="1212">
                  <c:v>3.1815</c:v>
                </c:pt>
                <c:pt idx="1213">
                  <c:v>3.184125</c:v>
                </c:pt>
                <c:pt idx="1214">
                  <c:v>3.18675</c:v>
                </c:pt>
                <c:pt idx="1215">
                  <c:v>3.189375</c:v>
                </c:pt>
                <c:pt idx="1216">
                  <c:v>3.192</c:v>
                </c:pt>
                <c:pt idx="1217">
                  <c:v>3.194625</c:v>
                </c:pt>
                <c:pt idx="1218">
                  <c:v>3.19725</c:v>
                </c:pt>
                <c:pt idx="1219">
                  <c:v>3.199875</c:v>
                </c:pt>
                <c:pt idx="1220">
                  <c:v>3.2025</c:v>
                </c:pt>
                <c:pt idx="1221">
                  <c:v>3.205125</c:v>
                </c:pt>
                <c:pt idx="1222">
                  <c:v>3.20775</c:v>
                </c:pt>
                <c:pt idx="1223">
                  <c:v>3.210375</c:v>
                </c:pt>
                <c:pt idx="1224">
                  <c:v>3.213</c:v>
                </c:pt>
                <c:pt idx="1225">
                  <c:v>3.215625</c:v>
                </c:pt>
                <c:pt idx="1226">
                  <c:v>3.21825</c:v>
                </c:pt>
                <c:pt idx="1227">
                  <c:v>3.220875</c:v>
                </c:pt>
                <c:pt idx="1228">
                  <c:v>3.2235</c:v>
                </c:pt>
                <c:pt idx="1229">
                  <c:v>3.226125</c:v>
                </c:pt>
                <c:pt idx="1230">
                  <c:v>3.22875</c:v>
                </c:pt>
                <c:pt idx="1231">
                  <c:v>3.231375</c:v>
                </c:pt>
                <c:pt idx="1232">
                  <c:v>3.234</c:v>
                </c:pt>
                <c:pt idx="1233">
                  <c:v>3.236625</c:v>
                </c:pt>
                <c:pt idx="1234">
                  <c:v>3.23925</c:v>
                </c:pt>
                <c:pt idx="1235">
                  <c:v>3.241875</c:v>
                </c:pt>
                <c:pt idx="1236">
                  <c:v>3.2445</c:v>
                </c:pt>
                <c:pt idx="1237">
                  <c:v>3.247125</c:v>
                </c:pt>
                <c:pt idx="1238">
                  <c:v>3.24975</c:v>
                </c:pt>
                <c:pt idx="1239">
                  <c:v>3.252375</c:v>
                </c:pt>
                <c:pt idx="1240">
                  <c:v>3.255</c:v>
                </c:pt>
                <c:pt idx="1241">
                  <c:v>3.257625</c:v>
                </c:pt>
                <c:pt idx="1242">
                  <c:v>3.26025</c:v>
                </c:pt>
                <c:pt idx="1243">
                  <c:v>3.262875</c:v>
                </c:pt>
                <c:pt idx="1244">
                  <c:v>3.2655</c:v>
                </c:pt>
                <c:pt idx="1245">
                  <c:v>3.268125</c:v>
                </c:pt>
                <c:pt idx="1246">
                  <c:v>3.27075</c:v>
                </c:pt>
                <c:pt idx="1247">
                  <c:v>3.273375</c:v>
                </c:pt>
                <c:pt idx="1248">
                  <c:v>3.276</c:v>
                </c:pt>
                <c:pt idx="1249">
                  <c:v>3.278625</c:v>
                </c:pt>
                <c:pt idx="1250">
                  <c:v>3.28125</c:v>
                </c:pt>
                <c:pt idx="1251">
                  <c:v>3.283875</c:v>
                </c:pt>
                <c:pt idx="1252">
                  <c:v>3.2865</c:v>
                </c:pt>
                <c:pt idx="1253">
                  <c:v>3.289125</c:v>
                </c:pt>
                <c:pt idx="1254">
                  <c:v>3.29175</c:v>
                </c:pt>
                <c:pt idx="1255">
                  <c:v>3.294375</c:v>
                </c:pt>
                <c:pt idx="1256">
                  <c:v>3.297</c:v>
                </c:pt>
                <c:pt idx="1257">
                  <c:v>3.299625</c:v>
                </c:pt>
                <c:pt idx="1258">
                  <c:v>3.30225</c:v>
                </c:pt>
                <c:pt idx="1259">
                  <c:v>3.304875</c:v>
                </c:pt>
                <c:pt idx="1260">
                  <c:v>3.3075</c:v>
                </c:pt>
                <c:pt idx="1261">
                  <c:v>3.310125</c:v>
                </c:pt>
                <c:pt idx="1262">
                  <c:v>3.31275</c:v>
                </c:pt>
                <c:pt idx="1263">
                  <c:v>3.315375</c:v>
                </c:pt>
                <c:pt idx="1264">
                  <c:v>3.318</c:v>
                </c:pt>
                <c:pt idx="1265">
                  <c:v>3.320625</c:v>
                </c:pt>
                <c:pt idx="1266">
                  <c:v>3.32325</c:v>
                </c:pt>
                <c:pt idx="1267">
                  <c:v>3.325875</c:v>
                </c:pt>
                <c:pt idx="1268">
                  <c:v>3.3285</c:v>
                </c:pt>
                <c:pt idx="1269">
                  <c:v>3.331125</c:v>
                </c:pt>
                <c:pt idx="1270">
                  <c:v>3.33375</c:v>
                </c:pt>
                <c:pt idx="1271">
                  <c:v>3.336375</c:v>
                </c:pt>
                <c:pt idx="1272">
                  <c:v>3.339</c:v>
                </c:pt>
                <c:pt idx="1273">
                  <c:v>3.341625</c:v>
                </c:pt>
                <c:pt idx="1274">
                  <c:v>3.34425</c:v>
                </c:pt>
                <c:pt idx="1275">
                  <c:v>3.346875</c:v>
                </c:pt>
                <c:pt idx="1276">
                  <c:v>3.3495</c:v>
                </c:pt>
                <c:pt idx="1277">
                  <c:v>3.352125</c:v>
                </c:pt>
                <c:pt idx="1278">
                  <c:v>3.35475</c:v>
                </c:pt>
                <c:pt idx="1279">
                  <c:v>3.357375</c:v>
                </c:pt>
                <c:pt idx="1280">
                  <c:v>3.36</c:v>
                </c:pt>
                <c:pt idx="1281">
                  <c:v>3.362625</c:v>
                </c:pt>
                <c:pt idx="1282">
                  <c:v>3.36525</c:v>
                </c:pt>
                <c:pt idx="1283">
                  <c:v>3.367875</c:v>
                </c:pt>
                <c:pt idx="1284">
                  <c:v>3.3705</c:v>
                </c:pt>
                <c:pt idx="1285">
                  <c:v>3.373125</c:v>
                </c:pt>
                <c:pt idx="1286">
                  <c:v>3.37575</c:v>
                </c:pt>
                <c:pt idx="1287">
                  <c:v>3.378375</c:v>
                </c:pt>
                <c:pt idx="1288">
                  <c:v>3.381</c:v>
                </c:pt>
                <c:pt idx="1289">
                  <c:v>3.383625</c:v>
                </c:pt>
                <c:pt idx="1290">
                  <c:v>3.38625</c:v>
                </c:pt>
                <c:pt idx="1291">
                  <c:v>3.388875</c:v>
                </c:pt>
                <c:pt idx="1292">
                  <c:v>3.3915</c:v>
                </c:pt>
                <c:pt idx="1293">
                  <c:v>3.394125</c:v>
                </c:pt>
                <c:pt idx="1294">
                  <c:v>3.39675</c:v>
                </c:pt>
                <c:pt idx="1295">
                  <c:v>3.399375</c:v>
                </c:pt>
                <c:pt idx="1296">
                  <c:v>3.402</c:v>
                </c:pt>
                <c:pt idx="1297">
                  <c:v>3.404625</c:v>
                </c:pt>
                <c:pt idx="1298">
                  <c:v>3.40725</c:v>
                </c:pt>
                <c:pt idx="1299">
                  <c:v>3.409875</c:v>
                </c:pt>
                <c:pt idx="1300">
                  <c:v>3.4125</c:v>
                </c:pt>
                <c:pt idx="1301">
                  <c:v>3.415125</c:v>
                </c:pt>
                <c:pt idx="1302">
                  <c:v>3.41775</c:v>
                </c:pt>
                <c:pt idx="1303">
                  <c:v>3.420375</c:v>
                </c:pt>
                <c:pt idx="1304">
                  <c:v>3.423</c:v>
                </c:pt>
                <c:pt idx="1305">
                  <c:v>3.425625</c:v>
                </c:pt>
                <c:pt idx="1306">
                  <c:v>3.42825</c:v>
                </c:pt>
                <c:pt idx="1307">
                  <c:v>3.430875</c:v>
                </c:pt>
                <c:pt idx="1308">
                  <c:v>3.4335</c:v>
                </c:pt>
                <c:pt idx="1309">
                  <c:v>3.436125</c:v>
                </c:pt>
                <c:pt idx="1310">
                  <c:v>3.43875</c:v>
                </c:pt>
                <c:pt idx="1311">
                  <c:v>3.441375</c:v>
                </c:pt>
                <c:pt idx="1312">
                  <c:v>3.444</c:v>
                </c:pt>
                <c:pt idx="1313">
                  <c:v>3.446625</c:v>
                </c:pt>
                <c:pt idx="1314">
                  <c:v>3.44925</c:v>
                </c:pt>
                <c:pt idx="1315">
                  <c:v>3.451875</c:v>
                </c:pt>
                <c:pt idx="1316">
                  <c:v>3.4545</c:v>
                </c:pt>
                <c:pt idx="1317">
                  <c:v>3.457125</c:v>
                </c:pt>
                <c:pt idx="1318">
                  <c:v>3.45975</c:v>
                </c:pt>
                <c:pt idx="1319">
                  <c:v>3.462375</c:v>
                </c:pt>
                <c:pt idx="1320">
                  <c:v>3.465</c:v>
                </c:pt>
                <c:pt idx="1321">
                  <c:v>3.467625</c:v>
                </c:pt>
                <c:pt idx="1322">
                  <c:v>3.47025</c:v>
                </c:pt>
                <c:pt idx="1323">
                  <c:v>3.472875</c:v>
                </c:pt>
                <c:pt idx="1324">
                  <c:v>3.4755</c:v>
                </c:pt>
                <c:pt idx="1325">
                  <c:v>3.478125</c:v>
                </c:pt>
                <c:pt idx="1326">
                  <c:v>3.48075</c:v>
                </c:pt>
                <c:pt idx="1327">
                  <c:v>3.483375</c:v>
                </c:pt>
                <c:pt idx="1328">
                  <c:v>3.486</c:v>
                </c:pt>
                <c:pt idx="1329">
                  <c:v>3.488625</c:v>
                </c:pt>
                <c:pt idx="1330">
                  <c:v>3.49125</c:v>
                </c:pt>
                <c:pt idx="1331">
                  <c:v>3.493875</c:v>
                </c:pt>
                <c:pt idx="1332">
                  <c:v>3.4965</c:v>
                </c:pt>
                <c:pt idx="1333">
                  <c:v>3.499125</c:v>
                </c:pt>
                <c:pt idx="1334">
                  <c:v>3.50175</c:v>
                </c:pt>
                <c:pt idx="1335">
                  <c:v>3.504375</c:v>
                </c:pt>
                <c:pt idx="1336">
                  <c:v>3.507</c:v>
                </c:pt>
                <c:pt idx="1337">
                  <c:v>3.509625</c:v>
                </c:pt>
                <c:pt idx="1338">
                  <c:v>3.51225</c:v>
                </c:pt>
                <c:pt idx="1339">
                  <c:v>3.514875</c:v>
                </c:pt>
                <c:pt idx="1340">
                  <c:v>3.5175</c:v>
                </c:pt>
                <c:pt idx="1341">
                  <c:v>3.520125</c:v>
                </c:pt>
                <c:pt idx="1342">
                  <c:v>3.52275</c:v>
                </c:pt>
                <c:pt idx="1343">
                  <c:v>3.525375</c:v>
                </c:pt>
                <c:pt idx="1344">
                  <c:v>3.528</c:v>
                </c:pt>
                <c:pt idx="1345">
                  <c:v>3.530625</c:v>
                </c:pt>
                <c:pt idx="1346">
                  <c:v>3.53325</c:v>
                </c:pt>
                <c:pt idx="1347">
                  <c:v>3.535875</c:v>
                </c:pt>
                <c:pt idx="1348">
                  <c:v>3.5385</c:v>
                </c:pt>
                <c:pt idx="1349">
                  <c:v>3.541125</c:v>
                </c:pt>
                <c:pt idx="1350">
                  <c:v>3.54375</c:v>
                </c:pt>
                <c:pt idx="1351">
                  <c:v>3.546375</c:v>
                </c:pt>
                <c:pt idx="1352">
                  <c:v>3.549</c:v>
                </c:pt>
                <c:pt idx="1353">
                  <c:v>3.551625</c:v>
                </c:pt>
                <c:pt idx="1354">
                  <c:v>3.55425</c:v>
                </c:pt>
                <c:pt idx="1355">
                  <c:v>3.556875</c:v>
                </c:pt>
                <c:pt idx="1356">
                  <c:v>3.5595</c:v>
                </c:pt>
                <c:pt idx="1357">
                  <c:v>3.562125</c:v>
                </c:pt>
                <c:pt idx="1358">
                  <c:v>3.56475</c:v>
                </c:pt>
                <c:pt idx="1359">
                  <c:v>3.567375</c:v>
                </c:pt>
                <c:pt idx="1360">
                  <c:v>3.57</c:v>
                </c:pt>
                <c:pt idx="1361">
                  <c:v>3.572625</c:v>
                </c:pt>
                <c:pt idx="1362">
                  <c:v>3.57525</c:v>
                </c:pt>
                <c:pt idx="1363">
                  <c:v>3.577875</c:v>
                </c:pt>
                <c:pt idx="1364">
                  <c:v>3.5805</c:v>
                </c:pt>
                <c:pt idx="1365">
                  <c:v>3.583125</c:v>
                </c:pt>
                <c:pt idx="1366">
                  <c:v>3.58575</c:v>
                </c:pt>
                <c:pt idx="1367">
                  <c:v>3.588375</c:v>
                </c:pt>
                <c:pt idx="1368">
                  <c:v>3.591</c:v>
                </c:pt>
                <c:pt idx="1369">
                  <c:v>3.593625</c:v>
                </c:pt>
                <c:pt idx="1370">
                  <c:v>3.59625</c:v>
                </c:pt>
                <c:pt idx="1371">
                  <c:v>3.598875</c:v>
                </c:pt>
                <c:pt idx="1372">
                  <c:v>3.6015</c:v>
                </c:pt>
                <c:pt idx="1373">
                  <c:v>3.604125</c:v>
                </c:pt>
                <c:pt idx="1374">
                  <c:v>3.60675</c:v>
                </c:pt>
                <c:pt idx="1375">
                  <c:v>3.609375</c:v>
                </c:pt>
                <c:pt idx="1376">
                  <c:v>3.612</c:v>
                </c:pt>
                <c:pt idx="1377">
                  <c:v>3.614625</c:v>
                </c:pt>
                <c:pt idx="1378">
                  <c:v>3.61725</c:v>
                </c:pt>
                <c:pt idx="1379">
                  <c:v>3.619875</c:v>
                </c:pt>
                <c:pt idx="1380">
                  <c:v>3.6225</c:v>
                </c:pt>
                <c:pt idx="1381">
                  <c:v>3.625125</c:v>
                </c:pt>
                <c:pt idx="1382">
                  <c:v>3.62775</c:v>
                </c:pt>
                <c:pt idx="1383">
                  <c:v>3.630375</c:v>
                </c:pt>
                <c:pt idx="1384">
                  <c:v>3.633</c:v>
                </c:pt>
                <c:pt idx="1385">
                  <c:v>3.635625</c:v>
                </c:pt>
                <c:pt idx="1386">
                  <c:v>3.63825</c:v>
                </c:pt>
                <c:pt idx="1387">
                  <c:v>3.640875</c:v>
                </c:pt>
                <c:pt idx="1388">
                  <c:v>3.6435</c:v>
                </c:pt>
                <c:pt idx="1389">
                  <c:v>3.646125</c:v>
                </c:pt>
                <c:pt idx="1390">
                  <c:v>3.64875</c:v>
                </c:pt>
                <c:pt idx="1391">
                  <c:v>3.651375</c:v>
                </c:pt>
                <c:pt idx="1392">
                  <c:v>3.654</c:v>
                </c:pt>
                <c:pt idx="1393">
                  <c:v>3.656625</c:v>
                </c:pt>
                <c:pt idx="1394">
                  <c:v>3.65925</c:v>
                </c:pt>
                <c:pt idx="1395">
                  <c:v>3.661875</c:v>
                </c:pt>
                <c:pt idx="1396">
                  <c:v>3.6645</c:v>
                </c:pt>
                <c:pt idx="1397">
                  <c:v>3.667125</c:v>
                </c:pt>
                <c:pt idx="1398">
                  <c:v>3.66975</c:v>
                </c:pt>
                <c:pt idx="1399">
                  <c:v>3.672375</c:v>
                </c:pt>
                <c:pt idx="1400">
                  <c:v>3.675</c:v>
                </c:pt>
                <c:pt idx="1401">
                  <c:v>3.677625</c:v>
                </c:pt>
                <c:pt idx="1402">
                  <c:v>3.68025</c:v>
                </c:pt>
                <c:pt idx="1403">
                  <c:v>3.682875</c:v>
                </c:pt>
                <c:pt idx="1404">
                  <c:v>3.6855</c:v>
                </c:pt>
                <c:pt idx="1405">
                  <c:v>3.688125</c:v>
                </c:pt>
                <c:pt idx="1406">
                  <c:v>3.69075</c:v>
                </c:pt>
                <c:pt idx="1407">
                  <c:v>3.693375</c:v>
                </c:pt>
                <c:pt idx="1408">
                  <c:v>3.696</c:v>
                </c:pt>
                <c:pt idx="1409">
                  <c:v>3.698625</c:v>
                </c:pt>
                <c:pt idx="1410">
                  <c:v>3.70125</c:v>
                </c:pt>
                <c:pt idx="1411">
                  <c:v>3.703875</c:v>
                </c:pt>
                <c:pt idx="1412">
                  <c:v>3.7065</c:v>
                </c:pt>
                <c:pt idx="1413">
                  <c:v>3.709125</c:v>
                </c:pt>
                <c:pt idx="1414">
                  <c:v>3.71175</c:v>
                </c:pt>
                <c:pt idx="1415">
                  <c:v>3.714375</c:v>
                </c:pt>
                <c:pt idx="1416">
                  <c:v>3.717</c:v>
                </c:pt>
                <c:pt idx="1417">
                  <c:v>3.719625</c:v>
                </c:pt>
                <c:pt idx="1418">
                  <c:v>3.72225</c:v>
                </c:pt>
                <c:pt idx="1419">
                  <c:v>3.724875</c:v>
                </c:pt>
                <c:pt idx="1420">
                  <c:v>3.7275</c:v>
                </c:pt>
                <c:pt idx="1421">
                  <c:v>3.730125</c:v>
                </c:pt>
                <c:pt idx="1422">
                  <c:v>3.73275</c:v>
                </c:pt>
                <c:pt idx="1423">
                  <c:v>3.735375</c:v>
                </c:pt>
                <c:pt idx="1424">
                  <c:v>3.738</c:v>
                </c:pt>
                <c:pt idx="1425">
                  <c:v>3.740625</c:v>
                </c:pt>
                <c:pt idx="1426">
                  <c:v>3.74325</c:v>
                </c:pt>
                <c:pt idx="1427">
                  <c:v>3.745875</c:v>
                </c:pt>
                <c:pt idx="1428">
                  <c:v>3.7485</c:v>
                </c:pt>
                <c:pt idx="1429">
                  <c:v>3.751125</c:v>
                </c:pt>
                <c:pt idx="1430">
                  <c:v>3.75375</c:v>
                </c:pt>
                <c:pt idx="1431">
                  <c:v>3.756375</c:v>
                </c:pt>
                <c:pt idx="1432">
                  <c:v>3.759</c:v>
                </c:pt>
                <c:pt idx="1433">
                  <c:v>3.761625</c:v>
                </c:pt>
                <c:pt idx="1434">
                  <c:v>3.76425</c:v>
                </c:pt>
                <c:pt idx="1435">
                  <c:v>3.766875</c:v>
                </c:pt>
                <c:pt idx="1436">
                  <c:v>3.7695</c:v>
                </c:pt>
                <c:pt idx="1437">
                  <c:v>3.772125</c:v>
                </c:pt>
                <c:pt idx="1438">
                  <c:v>3.77475</c:v>
                </c:pt>
                <c:pt idx="1439">
                  <c:v>3.777375</c:v>
                </c:pt>
                <c:pt idx="1440">
                  <c:v>3.78</c:v>
                </c:pt>
                <c:pt idx="1441">
                  <c:v>3.782625</c:v>
                </c:pt>
                <c:pt idx="1442">
                  <c:v>3.78525</c:v>
                </c:pt>
                <c:pt idx="1443">
                  <c:v>3.787875</c:v>
                </c:pt>
                <c:pt idx="1444">
                  <c:v>3.7905</c:v>
                </c:pt>
                <c:pt idx="1445">
                  <c:v>3.793125</c:v>
                </c:pt>
                <c:pt idx="1446">
                  <c:v>3.79575</c:v>
                </c:pt>
                <c:pt idx="1447">
                  <c:v>3.798375</c:v>
                </c:pt>
                <c:pt idx="1448">
                  <c:v>3.801</c:v>
                </c:pt>
                <c:pt idx="1449">
                  <c:v>3.803625</c:v>
                </c:pt>
                <c:pt idx="1450">
                  <c:v>3.80625</c:v>
                </c:pt>
                <c:pt idx="1451">
                  <c:v>3.808875</c:v>
                </c:pt>
                <c:pt idx="1452">
                  <c:v>3.8115</c:v>
                </c:pt>
                <c:pt idx="1453">
                  <c:v>3.814125</c:v>
                </c:pt>
                <c:pt idx="1454">
                  <c:v>3.81675</c:v>
                </c:pt>
                <c:pt idx="1455">
                  <c:v>3.819375</c:v>
                </c:pt>
                <c:pt idx="1456">
                  <c:v>3.822</c:v>
                </c:pt>
                <c:pt idx="1457">
                  <c:v>3.824625</c:v>
                </c:pt>
                <c:pt idx="1458">
                  <c:v>3.82725</c:v>
                </c:pt>
                <c:pt idx="1459">
                  <c:v>3.829875</c:v>
                </c:pt>
                <c:pt idx="1460">
                  <c:v>3.8325</c:v>
                </c:pt>
                <c:pt idx="1461">
                  <c:v>3.835125</c:v>
                </c:pt>
                <c:pt idx="1462">
                  <c:v>3.83775</c:v>
                </c:pt>
                <c:pt idx="1463">
                  <c:v>3.840375</c:v>
                </c:pt>
                <c:pt idx="1464">
                  <c:v>3.843</c:v>
                </c:pt>
                <c:pt idx="1465">
                  <c:v>3.845625</c:v>
                </c:pt>
                <c:pt idx="1466">
                  <c:v>3.84825</c:v>
                </c:pt>
                <c:pt idx="1467">
                  <c:v>3.850875</c:v>
                </c:pt>
                <c:pt idx="1468">
                  <c:v>3.8535</c:v>
                </c:pt>
                <c:pt idx="1469">
                  <c:v>3.856125</c:v>
                </c:pt>
                <c:pt idx="1470">
                  <c:v>3.85875</c:v>
                </c:pt>
                <c:pt idx="1471">
                  <c:v>3.861375</c:v>
                </c:pt>
                <c:pt idx="1472">
                  <c:v>3.864</c:v>
                </c:pt>
                <c:pt idx="1473">
                  <c:v>3.866625</c:v>
                </c:pt>
                <c:pt idx="1474">
                  <c:v>3.86925</c:v>
                </c:pt>
                <c:pt idx="1475">
                  <c:v>3.871875</c:v>
                </c:pt>
                <c:pt idx="1476">
                  <c:v>3.8745</c:v>
                </c:pt>
                <c:pt idx="1477">
                  <c:v>3.877125</c:v>
                </c:pt>
                <c:pt idx="1478">
                  <c:v>3.87975</c:v>
                </c:pt>
                <c:pt idx="1479">
                  <c:v>3.882375</c:v>
                </c:pt>
                <c:pt idx="1480">
                  <c:v>3.885</c:v>
                </c:pt>
                <c:pt idx="1481">
                  <c:v>3.887625</c:v>
                </c:pt>
                <c:pt idx="1482">
                  <c:v>3.89025</c:v>
                </c:pt>
                <c:pt idx="1483">
                  <c:v>3.892875</c:v>
                </c:pt>
                <c:pt idx="1484">
                  <c:v>3.8955</c:v>
                </c:pt>
                <c:pt idx="1485">
                  <c:v>3.898125</c:v>
                </c:pt>
                <c:pt idx="1486">
                  <c:v>3.90075</c:v>
                </c:pt>
                <c:pt idx="1487">
                  <c:v>3.903375</c:v>
                </c:pt>
                <c:pt idx="1488">
                  <c:v>3.906</c:v>
                </c:pt>
                <c:pt idx="1489">
                  <c:v>3.908625</c:v>
                </c:pt>
                <c:pt idx="1490">
                  <c:v>3.91125</c:v>
                </c:pt>
                <c:pt idx="1491">
                  <c:v>3.913875</c:v>
                </c:pt>
                <c:pt idx="1492">
                  <c:v>3.9165</c:v>
                </c:pt>
                <c:pt idx="1493">
                  <c:v>3.919125</c:v>
                </c:pt>
                <c:pt idx="1494">
                  <c:v>3.92175</c:v>
                </c:pt>
                <c:pt idx="1495">
                  <c:v>3.924375</c:v>
                </c:pt>
                <c:pt idx="1496">
                  <c:v>3.927</c:v>
                </c:pt>
                <c:pt idx="1497">
                  <c:v>3.929625</c:v>
                </c:pt>
                <c:pt idx="1498">
                  <c:v>3.93225</c:v>
                </c:pt>
                <c:pt idx="1499">
                  <c:v>3.934875</c:v>
                </c:pt>
                <c:pt idx="1500">
                  <c:v>3.9375</c:v>
                </c:pt>
                <c:pt idx="1501">
                  <c:v>3.940125</c:v>
                </c:pt>
                <c:pt idx="1502">
                  <c:v>3.94275</c:v>
                </c:pt>
                <c:pt idx="1503">
                  <c:v>3.945375</c:v>
                </c:pt>
                <c:pt idx="1504">
                  <c:v>3.948</c:v>
                </c:pt>
                <c:pt idx="1505">
                  <c:v>3.950625</c:v>
                </c:pt>
                <c:pt idx="1506">
                  <c:v>3.95325</c:v>
                </c:pt>
                <c:pt idx="1507">
                  <c:v>3.955875</c:v>
                </c:pt>
                <c:pt idx="1508">
                  <c:v>3.9585</c:v>
                </c:pt>
                <c:pt idx="1509">
                  <c:v>3.961125</c:v>
                </c:pt>
                <c:pt idx="1510">
                  <c:v>3.96375</c:v>
                </c:pt>
                <c:pt idx="1511">
                  <c:v>3.966375</c:v>
                </c:pt>
                <c:pt idx="1512">
                  <c:v>3.969</c:v>
                </c:pt>
                <c:pt idx="1513">
                  <c:v>3.971625</c:v>
                </c:pt>
                <c:pt idx="1514">
                  <c:v>3.97425</c:v>
                </c:pt>
                <c:pt idx="1515">
                  <c:v>3.976875</c:v>
                </c:pt>
                <c:pt idx="1516">
                  <c:v>3.9795</c:v>
                </c:pt>
                <c:pt idx="1517">
                  <c:v>3.982125</c:v>
                </c:pt>
                <c:pt idx="1518">
                  <c:v>3.98475</c:v>
                </c:pt>
                <c:pt idx="1519">
                  <c:v>3.987375</c:v>
                </c:pt>
                <c:pt idx="1520">
                  <c:v>3.99</c:v>
                </c:pt>
                <c:pt idx="1521">
                  <c:v>3.992625</c:v>
                </c:pt>
                <c:pt idx="1522">
                  <c:v>3.99525</c:v>
                </c:pt>
                <c:pt idx="1523">
                  <c:v>3.997875</c:v>
                </c:pt>
                <c:pt idx="1524">
                  <c:v>4.0005</c:v>
                </c:pt>
                <c:pt idx="1525">
                  <c:v>4.003125</c:v>
                </c:pt>
                <c:pt idx="1526">
                  <c:v>4.00575</c:v>
                </c:pt>
                <c:pt idx="1527">
                  <c:v>4.008375</c:v>
                </c:pt>
                <c:pt idx="1528">
                  <c:v>4.011</c:v>
                </c:pt>
                <c:pt idx="1529">
                  <c:v>4.013625</c:v>
                </c:pt>
                <c:pt idx="1530">
                  <c:v>4.01625</c:v>
                </c:pt>
                <c:pt idx="1531">
                  <c:v>4.018875</c:v>
                </c:pt>
                <c:pt idx="1532">
                  <c:v>4.0215</c:v>
                </c:pt>
                <c:pt idx="1533">
                  <c:v>4.024125</c:v>
                </c:pt>
                <c:pt idx="1534">
                  <c:v>4.02675</c:v>
                </c:pt>
                <c:pt idx="1535">
                  <c:v>4.029375</c:v>
                </c:pt>
                <c:pt idx="1536">
                  <c:v>4.032</c:v>
                </c:pt>
                <c:pt idx="1537">
                  <c:v>4.034625</c:v>
                </c:pt>
                <c:pt idx="1538">
                  <c:v>4.03725</c:v>
                </c:pt>
                <c:pt idx="1539">
                  <c:v>4.039875</c:v>
                </c:pt>
                <c:pt idx="1540">
                  <c:v>4.0425</c:v>
                </c:pt>
                <c:pt idx="1541">
                  <c:v>4.045125</c:v>
                </c:pt>
                <c:pt idx="1542">
                  <c:v>4.04775</c:v>
                </c:pt>
                <c:pt idx="1543">
                  <c:v>4.050375</c:v>
                </c:pt>
                <c:pt idx="1544">
                  <c:v>4.053</c:v>
                </c:pt>
                <c:pt idx="1545">
                  <c:v>4.055625</c:v>
                </c:pt>
                <c:pt idx="1546">
                  <c:v>4.05825</c:v>
                </c:pt>
                <c:pt idx="1547">
                  <c:v>4.060875</c:v>
                </c:pt>
                <c:pt idx="1548">
                  <c:v>4.0635</c:v>
                </c:pt>
                <c:pt idx="1549">
                  <c:v>4.066125</c:v>
                </c:pt>
                <c:pt idx="1550">
                  <c:v>4.06875</c:v>
                </c:pt>
                <c:pt idx="1551">
                  <c:v>4.071375</c:v>
                </c:pt>
                <c:pt idx="1552">
                  <c:v>4.074</c:v>
                </c:pt>
                <c:pt idx="1553">
                  <c:v>4.076625</c:v>
                </c:pt>
                <c:pt idx="1554">
                  <c:v>4.07925</c:v>
                </c:pt>
                <c:pt idx="1555">
                  <c:v>4.081875</c:v>
                </c:pt>
                <c:pt idx="1556">
                  <c:v>4.0845</c:v>
                </c:pt>
                <c:pt idx="1557">
                  <c:v>4.087125</c:v>
                </c:pt>
                <c:pt idx="1558">
                  <c:v>4.08975</c:v>
                </c:pt>
                <c:pt idx="1559">
                  <c:v>4.092375</c:v>
                </c:pt>
                <c:pt idx="1560">
                  <c:v>4.095</c:v>
                </c:pt>
                <c:pt idx="1561">
                  <c:v>4.097625</c:v>
                </c:pt>
                <c:pt idx="1562">
                  <c:v>4.10025</c:v>
                </c:pt>
                <c:pt idx="1563">
                  <c:v>4.102875</c:v>
                </c:pt>
                <c:pt idx="1564">
                  <c:v>4.1055</c:v>
                </c:pt>
                <c:pt idx="1565">
                  <c:v>4.108125</c:v>
                </c:pt>
                <c:pt idx="1566">
                  <c:v>4.11075</c:v>
                </c:pt>
                <c:pt idx="1567">
                  <c:v>4.113375</c:v>
                </c:pt>
                <c:pt idx="1568">
                  <c:v>4.116</c:v>
                </c:pt>
                <c:pt idx="1569">
                  <c:v>4.118625</c:v>
                </c:pt>
                <c:pt idx="1570">
                  <c:v>4.12125</c:v>
                </c:pt>
                <c:pt idx="1571">
                  <c:v>4.123875</c:v>
                </c:pt>
                <c:pt idx="1572">
                  <c:v>4.1265</c:v>
                </c:pt>
                <c:pt idx="1573">
                  <c:v>4.129125</c:v>
                </c:pt>
                <c:pt idx="1574">
                  <c:v>4.13175</c:v>
                </c:pt>
                <c:pt idx="1575">
                  <c:v>4.134375</c:v>
                </c:pt>
                <c:pt idx="1576">
                  <c:v>4.137</c:v>
                </c:pt>
                <c:pt idx="1577">
                  <c:v>4.139625</c:v>
                </c:pt>
                <c:pt idx="1578">
                  <c:v>4.14225</c:v>
                </c:pt>
                <c:pt idx="1579">
                  <c:v>4.144875</c:v>
                </c:pt>
                <c:pt idx="1580">
                  <c:v>4.1475</c:v>
                </c:pt>
                <c:pt idx="1581">
                  <c:v>4.150125</c:v>
                </c:pt>
                <c:pt idx="1582">
                  <c:v>4.15275</c:v>
                </c:pt>
                <c:pt idx="1583">
                  <c:v>4.155375</c:v>
                </c:pt>
                <c:pt idx="1584">
                  <c:v>4.158</c:v>
                </c:pt>
                <c:pt idx="1585">
                  <c:v>4.160625</c:v>
                </c:pt>
                <c:pt idx="1586">
                  <c:v>4.16325</c:v>
                </c:pt>
                <c:pt idx="1587">
                  <c:v>4.165875</c:v>
                </c:pt>
                <c:pt idx="1588">
                  <c:v>4.1685</c:v>
                </c:pt>
                <c:pt idx="1589">
                  <c:v>4.171125</c:v>
                </c:pt>
                <c:pt idx="1590">
                  <c:v>4.17375</c:v>
                </c:pt>
                <c:pt idx="1591">
                  <c:v>4.176375</c:v>
                </c:pt>
                <c:pt idx="1592">
                  <c:v>4.179</c:v>
                </c:pt>
                <c:pt idx="1593">
                  <c:v>4.181625</c:v>
                </c:pt>
                <c:pt idx="1594">
                  <c:v>4.18425</c:v>
                </c:pt>
                <c:pt idx="1595">
                  <c:v>4.186875</c:v>
                </c:pt>
                <c:pt idx="1596">
                  <c:v>4.1895</c:v>
                </c:pt>
                <c:pt idx="1597">
                  <c:v>4.192125</c:v>
                </c:pt>
                <c:pt idx="1598">
                  <c:v>4.19475</c:v>
                </c:pt>
                <c:pt idx="1599">
                  <c:v>4.197375</c:v>
                </c:pt>
                <c:pt idx="1600">
                  <c:v>4.2</c:v>
                </c:pt>
                <c:pt idx="1601">
                  <c:v>4.202625</c:v>
                </c:pt>
                <c:pt idx="1602">
                  <c:v>4.20525</c:v>
                </c:pt>
                <c:pt idx="1603">
                  <c:v>4.207875</c:v>
                </c:pt>
                <c:pt idx="1604">
                  <c:v>4.2105</c:v>
                </c:pt>
                <c:pt idx="1605">
                  <c:v>4.213125</c:v>
                </c:pt>
                <c:pt idx="1606">
                  <c:v>4.21575</c:v>
                </c:pt>
                <c:pt idx="1607">
                  <c:v>4.218375</c:v>
                </c:pt>
                <c:pt idx="1608">
                  <c:v>4.221</c:v>
                </c:pt>
                <c:pt idx="1609">
                  <c:v>4.223625</c:v>
                </c:pt>
                <c:pt idx="1610">
                  <c:v>4.22625</c:v>
                </c:pt>
                <c:pt idx="1611">
                  <c:v>4.228875</c:v>
                </c:pt>
                <c:pt idx="1612">
                  <c:v>4.2315</c:v>
                </c:pt>
                <c:pt idx="1613">
                  <c:v>4.234125</c:v>
                </c:pt>
                <c:pt idx="1614">
                  <c:v>4.23675</c:v>
                </c:pt>
                <c:pt idx="1615">
                  <c:v>4.239375</c:v>
                </c:pt>
                <c:pt idx="1616">
                  <c:v>4.242</c:v>
                </c:pt>
                <c:pt idx="1617">
                  <c:v>4.244625</c:v>
                </c:pt>
                <c:pt idx="1618">
                  <c:v>4.24725</c:v>
                </c:pt>
                <c:pt idx="1619">
                  <c:v>4.249875</c:v>
                </c:pt>
                <c:pt idx="1620">
                  <c:v>4.2525</c:v>
                </c:pt>
                <c:pt idx="1621">
                  <c:v>4.255125</c:v>
                </c:pt>
                <c:pt idx="1622">
                  <c:v>4.25775</c:v>
                </c:pt>
                <c:pt idx="1623">
                  <c:v>4.260375</c:v>
                </c:pt>
                <c:pt idx="1624">
                  <c:v>4.263</c:v>
                </c:pt>
                <c:pt idx="1625">
                  <c:v>4.265625</c:v>
                </c:pt>
                <c:pt idx="1626">
                  <c:v>4.26825</c:v>
                </c:pt>
                <c:pt idx="1627">
                  <c:v>4.270875</c:v>
                </c:pt>
                <c:pt idx="1628">
                  <c:v>4.2735</c:v>
                </c:pt>
                <c:pt idx="1629">
                  <c:v>4.276125</c:v>
                </c:pt>
                <c:pt idx="1630">
                  <c:v>4.27875</c:v>
                </c:pt>
                <c:pt idx="1631">
                  <c:v>4.281375</c:v>
                </c:pt>
                <c:pt idx="1632">
                  <c:v>4.284</c:v>
                </c:pt>
                <c:pt idx="1633">
                  <c:v>4.286625</c:v>
                </c:pt>
                <c:pt idx="1634">
                  <c:v>4.28925</c:v>
                </c:pt>
                <c:pt idx="1635">
                  <c:v>4.291875</c:v>
                </c:pt>
                <c:pt idx="1636">
                  <c:v>4.2945</c:v>
                </c:pt>
                <c:pt idx="1637">
                  <c:v>4.297125</c:v>
                </c:pt>
                <c:pt idx="1638">
                  <c:v>4.29975</c:v>
                </c:pt>
                <c:pt idx="1639">
                  <c:v>4.302375</c:v>
                </c:pt>
                <c:pt idx="1640">
                  <c:v>4.305</c:v>
                </c:pt>
                <c:pt idx="1641">
                  <c:v>4.307625</c:v>
                </c:pt>
                <c:pt idx="1642">
                  <c:v>4.31025</c:v>
                </c:pt>
                <c:pt idx="1643">
                  <c:v>4.312875</c:v>
                </c:pt>
                <c:pt idx="1644">
                  <c:v>4.3155</c:v>
                </c:pt>
                <c:pt idx="1645">
                  <c:v>4.318125</c:v>
                </c:pt>
                <c:pt idx="1646">
                  <c:v>4.32075</c:v>
                </c:pt>
                <c:pt idx="1647">
                  <c:v>4.323375</c:v>
                </c:pt>
                <c:pt idx="1648">
                  <c:v>4.326</c:v>
                </c:pt>
                <c:pt idx="1649">
                  <c:v>4.328625</c:v>
                </c:pt>
                <c:pt idx="1650">
                  <c:v>4.33125</c:v>
                </c:pt>
                <c:pt idx="1651">
                  <c:v>4.333875</c:v>
                </c:pt>
                <c:pt idx="1652">
                  <c:v>4.3365</c:v>
                </c:pt>
                <c:pt idx="1653">
                  <c:v>4.339125</c:v>
                </c:pt>
                <c:pt idx="1654">
                  <c:v>4.34175</c:v>
                </c:pt>
                <c:pt idx="1655">
                  <c:v>4.344375</c:v>
                </c:pt>
                <c:pt idx="1656">
                  <c:v>4.347</c:v>
                </c:pt>
                <c:pt idx="1657">
                  <c:v>4.349625</c:v>
                </c:pt>
                <c:pt idx="1658">
                  <c:v>4.35225</c:v>
                </c:pt>
                <c:pt idx="1659">
                  <c:v>4.354875</c:v>
                </c:pt>
                <c:pt idx="1660">
                  <c:v>4.3575</c:v>
                </c:pt>
                <c:pt idx="1661">
                  <c:v>4.360125</c:v>
                </c:pt>
                <c:pt idx="1662">
                  <c:v>4.36275</c:v>
                </c:pt>
                <c:pt idx="1663">
                  <c:v>4.365375</c:v>
                </c:pt>
                <c:pt idx="1664">
                  <c:v>4.368</c:v>
                </c:pt>
                <c:pt idx="1665">
                  <c:v>4.370625</c:v>
                </c:pt>
                <c:pt idx="1666">
                  <c:v>4.37325</c:v>
                </c:pt>
                <c:pt idx="1667">
                  <c:v>4.375875</c:v>
                </c:pt>
                <c:pt idx="1668">
                  <c:v>4.3785</c:v>
                </c:pt>
                <c:pt idx="1669">
                  <c:v>4.381125</c:v>
                </c:pt>
                <c:pt idx="1670">
                  <c:v>4.38375</c:v>
                </c:pt>
                <c:pt idx="1671">
                  <c:v>4.386375</c:v>
                </c:pt>
                <c:pt idx="1672">
                  <c:v>4.389</c:v>
                </c:pt>
                <c:pt idx="1673">
                  <c:v>4.391625</c:v>
                </c:pt>
                <c:pt idx="1674">
                  <c:v>4.39425</c:v>
                </c:pt>
                <c:pt idx="1675">
                  <c:v>4.396875</c:v>
                </c:pt>
                <c:pt idx="1676">
                  <c:v>4.3995</c:v>
                </c:pt>
                <c:pt idx="1677">
                  <c:v>4.402125</c:v>
                </c:pt>
                <c:pt idx="1678">
                  <c:v>4.40475</c:v>
                </c:pt>
                <c:pt idx="1679">
                  <c:v>4.407375</c:v>
                </c:pt>
                <c:pt idx="1680">
                  <c:v>4.41</c:v>
                </c:pt>
                <c:pt idx="1681">
                  <c:v>4.412625</c:v>
                </c:pt>
                <c:pt idx="1682">
                  <c:v>4.41525</c:v>
                </c:pt>
                <c:pt idx="1683">
                  <c:v>4.417875</c:v>
                </c:pt>
                <c:pt idx="1684">
                  <c:v>4.4205</c:v>
                </c:pt>
                <c:pt idx="1685">
                  <c:v>4.423125</c:v>
                </c:pt>
                <c:pt idx="1686">
                  <c:v>4.42575</c:v>
                </c:pt>
                <c:pt idx="1687">
                  <c:v>4.428375</c:v>
                </c:pt>
                <c:pt idx="1688">
                  <c:v>4.431</c:v>
                </c:pt>
                <c:pt idx="1689">
                  <c:v>4.433625</c:v>
                </c:pt>
                <c:pt idx="1690">
                  <c:v>4.43625</c:v>
                </c:pt>
                <c:pt idx="1691">
                  <c:v>4.438875</c:v>
                </c:pt>
                <c:pt idx="1692">
                  <c:v>4.4415</c:v>
                </c:pt>
                <c:pt idx="1693">
                  <c:v>4.444125</c:v>
                </c:pt>
                <c:pt idx="1694">
                  <c:v>4.44675</c:v>
                </c:pt>
                <c:pt idx="1695">
                  <c:v>4.449375</c:v>
                </c:pt>
                <c:pt idx="1696">
                  <c:v>4.452</c:v>
                </c:pt>
                <c:pt idx="1697">
                  <c:v>4.454625</c:v>
                </c:pt>
                <c:pt idx="1698">
                  <c:v>4.45725</c:v>
                </c:pt>
                <c:pt idx="1699">
                  <c:v>4.459875</c:v>
                </c:pt>
                <c:pt idx="1700">
                  <c:v>4.4625</c:v>
                </c:pt>
                <c:pt idx="1701">
                  <c:v>4.465125</c:v>
                </c:pt>
                <c:pt idx="1702">
                  <c:v>4.46775</c:v>
                </c:pt>
                <c:pt idx="1703">
                  <c:v>4.470375</c:v>
                </c:pt>
                <c:pt idx="1704">
                  <c:v>4.473</c:v>
                </c:pt>
                <c:pt idx="1705">
                  <c:v>4.475625</c:v>
                </c:pt>
                <c:pt idx="1706">
                  <c:v>4.47825</c:v>
                </c:pt>
                <c:pt idx="1707">
                  <c:v>4.480875</c:v>
                </c:pt>
                <c:pt idx="1708">
                  <c:v>4.4835</c:v>
                </c:pt>
                <c:pt idx="1709">
                  <c:v>4.486125</c:v>
                </c:pt>
                <c:pt idx="1710">
                  <c:v>4.48875</c:v>
                </c:pt>
                <c:pt idx="1711">
                  <c:v>4.491375</c:v>
                </c:pt>
                <c:pt idx="1712">
                  <c:v>4.494</c:v>
                </c:pt>
                <c:pt idx="1713">
                  <c:v>4.496625</c:v>
                </c:pt>
                <c:pt idx="1714">
                  <c:v>4.49925</c:v>
                </c:pt>
                <c:pt idx="1715">
                  <c:v>4.501875</c:v>
                </c:pt>
                <c:pt idx="1716">
                  <c:v>4.5045</c:v>
                </c:pt>
                <c:pt idx="1717">
                  <c:v>4.507125</c:v>
                </c:pt>
                <c:pt idx="1718">
                  <c:v>4.50975</c:v>
                </c:pt>
                <c:pt idx="1719">
                  <c:v>4.512375</c:v>
                </c:pt>
                <c:pt idx="1720">
                  <c:v>4.515</c:v>
                </c:pt>
                <c:pt idx="1721">
                  <c:v>4.517625</c:v>
                </c:pt>
                <c:pt idx="1722">
                  <c:v>4.52025</c:v>
                </c:pt>
                <c:pt idx="1723">
                  <c:v>4.522875</c:v>
                </c:pt>
                <c:pt idx="1724">
                  <c:v>4.5255</c:v>
                </c:pt>
                <c:pt idx="1725">
                  <c:v>4.528125</c:v>
                </c:pt>
                <c:pt idx="1726">
                  <c:v>4.53075</c:v>
                </c:pt>
                <c:pt idx="1727">
                  <c:v>4.533375</c:v>
                </c:pt>
                <c:pt idx="1728">
                  <c:v>4.536</c:v>
                </c:pt>
                <c:pt idx="1729">
                  <c:v>4.538625</c:v>
                </c:pt>
                <c:pt idx="1730">
                  <c:v>4.54125</c:v>
                </c:pt>
                <c:pt idx="1731">
                  <c:v>4.543875</c:v>
                </c:pt>
                <c:pt idx="1732">
                  <c:v>4.5465</c:v>
                </c:pt>
                <c:pt idx="1733">
                  <c:v>4.549125</c:v>
                </c:pt>
                <c:pt idx="1734">
                  <c:v>4.55175</c:v>
                </c:pt>
                <c:pt idx="1735">
                  <c:v>4.554375</c:v>
                </c:pt>
                <c:pt idx="1736">
                  <c:v>4.557</c:v>
                </c:pt>
                <c:pt idx="1737">
                  <c:v>4.559625</c:v>
                </c:pt>
                <c:pt idx="1738">
                  <c:v>4.56225</c:v>
                </c:pt>
                <c:pt idx="1739">
                  <c:v>4.564875</c:v>
                </c:pt>
                <c:pt idx="1740">
                  <c:v>4.5675</c:v>
                </c:pt>
                <c:pt idx="1741">
                  <c:v>4.570125</c:v>
                </c:pt>
                <c:pt idx="1742">
                  <c:v>4.57275</c:v>
                </c:pt>
                <c:pt idx="1743">
                  <c:v>4.575375</c:v>
                </c:pt>
                <c:pt idx="1744">
                  <c:v>4.578</c:v>
                </c:pt>
                <c:pt idx="1745">
                  <c:v>4.580625</c:v>
                </c:pt>
                <c:pt idx="1746">
                  <c:v>4.58325</c:v>
                </c:pt>
                <c:pt idx="1747">
                  <c:v>4.585875</c:v>
                </c:pt>
                <c:pt idx="1748">
                  <c:v>4.5885</c:v>
                </c:pt>
                <c:pt idx="1749">
                  <c:v>4.591125</c:v>
                </c:pt>
                <c:pt idx="1750">
                  <c:v>4.59375</c:v>
                </c:pt>
                <c:pt idx="1751">
                  <c:v>4.596375</c:v>
                </c:pt>
                <c:pt idx="1752">
                  <c:v>4.599</c:v>
                </c:pt>
                <c:pt idx="1753">
                  <c:v>4.601625</c:v>
                </c:pt>
                <c:pt idx="1754">
                  <c:v>4.60425</c:v>
                </c:pt>
                <c:pt idx="1755">
                  <c:v>4.606875</c:v>
                </c:pt>
                <c:pt idx="1756">
                  <c:v>4.6095</c:v>
                </c:pt>
                <c:pt idx="1757">
                  <c:v>4.612125</c:v>
                </c:pt>
                <c:pt idx="1758">
                  <c:v>4.61475</c:v>
                </c:pt>
                <c:pt idx="1759">
                  <c:v>4.617375</c:v>
                </c:pt>
                <c:pt idx="1760">
                  <c:v>4.62</c:v>
                </c:pt>
                <c:pt idx="1761">
                  <c:v>4.622625</c:v>
                </c:pt>
                <c:pt idx="1762">
                  <c:v>4.62525</c:v>
                </c:pt>
                <c:pt idx="1763">
                  <c:v>4.627875</c:v>
                </c:pt>
                <c:pt idx="1764">
                  <c:v>4.6305</c:v>
                </c:pt>
                <c:pt idx="1765">
                  <c:v>4.633125</c:v>
                </c:pt>
                <c:pt idx="1766">
                  <c:v>4.63575</c:v>
                </c:pt>
                <c:pt idx="1767">
                  <c:v>4.638375</c:v>
                </c:pt>
                <c:pt idx="1768">
                  <c:v>4.641</c:v>
                </c:pt>
                <c:pt idx="1769">
                  <c:v>4.643625</c:v>
                </c:pt>
                <c:pt idx="1770">
                  <c:v>4.64625</c:v>
                </c:pt>
                <c:pt idx="1771">
                  <c:v>4.648875</c:v>
                </c:pt>
                <c:pt idx="1772">
                  <c:v>4.6515</c:v>
                </c:pt>
                <c:pt idx="1773">
                  <c:v>4.654125</c:v>
                </c:pt>
                <c:pt idx="1774">
                  <c:v>4.65675</c:v>
                </c:pt>
                <c:pt idx="1775">
                  <c:v>4.659375</c:v>
                </c:pt>
                <c:pt idx="1776">
                  <c:v>4.662</c:v>
                </c:pt>
                <c:pt idx="1777">
                  <c:v>4.664625</c:v>
                </c:pt>
                <c:pt idx="1778">
                  <c:v>4.66725</c:v>
                </c:pt>
                <c:pt idx="1779">
                  <c:v>4.669875</c:v>
                </c:pt>
                <c:pt idx="1780">
                  <c:v>4.6725</c:v>
                </c:pt>
                <c:pt idx="1781">
                  <c:v>4.675125</c:v>
                </c:pt>
                <c:pt idx="1782">
                  <c:v>4.67775</c:v>
                </c:pt>
                <c:pt idx="1783">
                  <c:v>4.680375</c:v>
                </c:pt>
                <c:pt idx="1784">
                  <c:v>4.683</c:v>
                </c:pt>
                <c:pt idx="1785">
                  <c:v>4.685625</c:v>
                </c:pt>
                <c:pt idx="1786">
                  <c:v>4.68825</c:v>
                </c:pt>
                <c:pt idx="1787">
                  <c:v>4.690875</c:v>
                </c:pt>
                <c:pt idx="1788">
                  <c:v>4.6935</c:v>
                </c:pt>
                <c:pt idx="1789">
                  <c:v>4.696125</c:v>
                </c:pt>
                <c:pt idx="1790">
                  <c:v>4.69875</c:v>
                </c:pt>
                <c:pt idx="1791">
                  <c:v>4.701375</c:v>
                </c:pt>
                <c:pt idx="1792">
                  <c:v>4.704</c:v>
                </c:pt>
                <c:pt idx="1793">
                  <c:v>4.706625</c:v>
                </c:pt>
                <c:pt idx="1794">
                  <c:v>4.70925</c:v>
                </c:pt>
                <c:pt idx="1795">
                  <c:v>4.711875</c:v>
                </c:pt>
                <c:pt idx="1796">
                  <c:v>4.7145</c:v>
                </c:pt>
                <c:pt idx="1797">
                  <c:v>4.717125</c:v>
                </c:pt>
                <c:pt idx="1798">
                  <c:v>4.71975</c:v>
                </c:pt>
                <c:pt idx="1799">
                  <c:v>4.722375</c:v>
                </c:pt>
                <c:pt idx="1800">
                  <c:v>4.725</c:v>
                </c:pt>
                <c:pt idx="1801">
                  <c:v>4.727625</c:v>
                </c:pt>
                <c:pt idx="1802">
                  <c:v>4.73025</c:v>
                </c:pt>
                <c:pt idx="1803">
                  <c:v>4.732875</c:v>
                </c:pt>
                <c:pt idx="1804">
                  <c:v>4.7355</c:v>
                </c:pt>
                <c:pt idx="1805">
                  <c:v>4.738125</c:v>
                </c:pt>
                <c:pt idx="1806">
                  <c:v>4.74075</c:v>
                </c:pt>
                <c:pt idx="1807">
                  <c:v>4.743375</c:v>
                </c:pt>
                <c:pt idx="1808">
                  <c:v>4.746</c:v>
                </c:pt>
                <c:pt idx="1809">
                  <c:v>4.748625</c:v>
                </c:pt>
                <c:pt idx="1810">
                  <c:v>4.75125</c:v>
                </c:pt>
                <c:pt idx="1811">
                  <c:v>4.753875</c:v>
                </c:pt>
                <c:pt idx="1812">
                  <c:v>4.7565</c:v>
                </c:pt>
                <c:pt idx="1813">
                  <c:v>4.759125</c:v>
                </c:pt>
                <c:pt idx="1814">
                  <c:v>4.76175</c:v>
                </c:pt>
                <c:pt idx="1815">
                  <c:v>4.764375</c:v>
                </c:pt>
                <c:pt idx="1816">
                  <c:v>4.767</c:v>
                </c:pt>
                <c:pt idx="1817">
                  <c:v>4.769625</c:v>
                </c:pt>
                <c:pt idx="1818">
                  <c:v>4.77225</c:v>
                </c:pt>
                <c:pt idx="1819">
                  <c:v>4.774875</c:v>
                </c:pt>
                <c:pt idx="1820">
                  <c:v>4.7775</c:v>
                </c:pt>
                <c:pt idx="1821">
                  <c:v>4.780125</c:v>
                </c:pt>
                <c:pt idx="1822">
                  <c:v>4.78275</c:v>
                </c:pt>
                <c:pt idx="1823">
                  <c:v>4.785375</c:v>
                </c:pt>
                <c:pt idx="1824">
                  <c:v>4.788</c:v>
                </c:pt>
                <c:pt idx="1825">
                  <c:v>4.790625</c:v>
                </c:pt>
                <c:pt idx="1826">
                  <c:v>4.79325</c:v>
                </c:pt>
                <c:pt idx="1827">
                  <c:v>4.795875</c:v>
                </c:pt>
                <c:pt idx="1828">
                  <c:v>4.7985</c:v>
                </c:pt>
              </c:numCache>
            </c:numRef>
          </c:xVal>
          <c:yVal>
            <c:numRef>
              <c:f>'Chart Data'!$B$2:$B$1830</c:f>
              <c:numCache>
                <c:formatCode>0.0</c:formatCode>
                <c:ptCount val="1829"/>
                <c:pt idx="0">
                  <c:v>-0.000760777683855</c:v>
                </c:pt>
                <c:pt idx="1">
                  <c:v>-0.000760777683855</c:v>
                </c:pt>
                <c:pt idx="2">
                  <c:v>0.000591715976331</c:v>
                </c:pt>
                <c:pt idx="3">
                  <c:v>0.00304311073542</c:v>
                </c:pt>
                <c:pt idx="4">
                  <c:v>-0.0039729501268</c:v>
                </c:pt>
                <c:pt idx="5">
                  <c:v>-0.000338123415046</c:v>
                </c:pt>
                <c:pt idx="6">
                  <c:v>0.00050718512257</c:v>
                </c:pt>
                <c:pt idx="7">
                  <c:v>-0.00253592561285</c:v>
                </c:pt>
                <c:pt idx="8">
                  <c:v>-0.00346576500423</c:v>
                </c:pt>
                <c:pt idx="9">
                  <c:v>0.00143702451395</c:v>
                </c:pt>
                <c:pt idx="10">
                  <c:v>-0.000845308537616</c:v>
                </c:pt>
                <c:pt idx="11">
                  <c:v>-0.00050718512257</c:v>
                </c:pt>
                <c:pt idx="12">
                  <c:v>0.00304311073542</c:v>
                </c:pt>
                <c:pt idx="13">
                  <c:v>0.00202874049028</c:v>
                </c:pt>
                <c:pt idx="14">
                  <c:v>0.0021978021978</c:v>
                </c:pt>
                <c:pt idx="15">
                  <c:v>-0.000338123415046</c:v>
                </c:pt>
                <c:pt idx="16">
                  <c:v>0.00363482671175</c:v>
                </c:pt>
                <c:pt idx="17">
                  <c:v>-0.000338123415046</c:v>
                </c:pt>
                <c:pt idx="18">
                  <c:v>-0.00278951817413</c:v>
                </c:pt>
                <c:pt idx="19">
                  <c:v>-0.00185967878276</c:v>
                </c:pt>
                <c:pt idx="20">
                  <c:v>0.00050718512257</c:v>
                </c:pt>
                <c:pt idx="21">
                  <c:v>-0.0021978021978</c:v>
                </c:pt>
                <c:pt idx="22">
                  <c:v>0.00253592561285</c:v>
                </c:pt>
                <c:pt idx="23">
                  <c:v>-0.00405748098056</c:v>
                </c:pt>
                <c:pt idx="24">
                  <c:v>0.00278951817413</c:v>
                </c:pt>
                <c:pt idx="25">
                  <c:v>-0.00101437024514</c:v>
                </c:pt>
                <c:pt idx="26">
                  <c:v>-0.00236686390533</c:v>
                </c:pt>
                <c:pt idx="27">
                  <c:v>-0.00202874049028</c:v>
                </c:pt>
                <c:pt idx="28">
                  <c:v>0.00405748098056</c:v>
                </c:pt>
                <c:pt idx="29">
                  <c:v>0.00101437024514</c:v>
                </c:pt>
                <c:pt idx="30">
                  <c:v>-0.000169061707523</c:v>
                </c:pt>
                <c:pt idx="31">
                  <c:v>-0.0021978021978</c:v>
                </c:pt>
                <c:pt idx="32">
                  <c:v>-0.00473372781065</c:v>
                </c:pt>
                <c:pt idx="33">
                  <c:v>-0.00152155536771</c:v>
                </c:pt>
                <c:pt idx="34">
                  <c:v>0.00388841927303</c:v>
                </c:pt>
                <c:pt idx="35">
                  <c:v>0.00304311073542</c:v>
                </c:pt>
                <c:pt idx="36">
                  <c:v>-0.00473372781065</c:v>
                </c:pt>
                <c:pt idx="37">
                  <c:v>0.00312764158918</c:v>
                </c:pt>
                <c:pt idx="38">
                  <c:v>-0.000338123415046</c:v>
                </c:pt>
                <c:pt idx="39">
                  <c:v>0.000169061707523</c:v>
                </c:pt>
                <c:pt idx="40">
                  <c:v>0.000929839391378</c:v>
                </c:pt>
                <c:pt idx="41">
                  <c:v>-0.00169061707523</c:v>
                </c:pt>
                <c:pt idx="42">
                  <c:v>0.000676246830093</c:v>
                </c:pt>
                <c:pt idx="43">
                  <c:v>0.00245139475909</c:v>
                </c:pt>
                <c:pt idx="44">
                  <c:v>-0.00185967878276</c:v>
                </c:pt>
                <c:pt idx="45">
                  <c:v>0.00202874049028</c:v>
                </c:pt>
                <c:pt idx="46">
                  <c:v>0.00202874049028</c:v>
                </c:pt>
                <c:pt idx="47">
                  <c:v>-0.00169061707523</c:v>
                </c:pt>
                <c:pt idx="48">
                  <c:v>-0.00101437024514</c:v>
                </c:pt>
                <c:pt idx="49">
                  <c:v>0.000760777683855</c:v>
                </c:pt>
                <c:pt idx="50">
                  <c:v>0.00118343195266</c:v>
                </c:pt>
                <c:pt idx="51">
                  <c:v>0.00101437024514</c:v>
                </c:pt>
                <c:pt idx="52">
                  <c:v>-8.45308537616E-05</c:v>
                </c:pt>
                <c:pt idx="53">
                  <c:v>0.00118343195266</c:v>
                </c:pt>
                <c:pt idx="54">
                  <c:v>0.00126796280642</c:v>
                </c:pt>
                <c:pt idx="55">
                  <c:v>0.00118343195266</c:v>
                </c:pt>
                <c:pt idx="56">
                  <c:v>-0.00185967878276</c:v>
                </c:pt>
                <c:pt idx="57">
                  <c:v>0.0010989010989</c:v>
                </c:pt>
                <c:pt idx="58">
                  <c:v>-0.00321217244294</c:v>
                </c:pt>
                <c:pt idx="59">
                  <c:v>-0.00693153000845</c:v>
                </c:pt>
                <c:pt idx="60">
                  <c:v>-0.00355029585799</c:v>
                </c:pt>
                <c:pt idx="61">
                  <c:v>0.00253592561285</c:v>
                </c:pt>
                <c:pt idx="62">
                  <c:v>-0.000760777683855</c:v>
                </c:pt>
                <c:pt idx="63">
                  <c:v>-0.000169061707523</c:v>
                </c:pt>
                <c:pt idx="64">
                  <c:v>-0.0043956043956</c:v>
                </c:pt>
                <c:pt idx="65">
                  <c:v>0.0039729501268</c:v>
                </c:pt>
                <c:pt idx="66">
                  <c:v>0.00143702451395</c:v>
                </c:pt>
                <c:pt idx="67">
                  <c:v>0.0010989010989</c:v>
                </c:pt>
                <c:pt idx="68">
                  <c:v>-0.00540997464074</c:v>
                </c:pt>
                <c:pt idx="69">
                  <c:v>-0.00126796280642</c:v>
                </c:pt>
                <c:pt idx="70">
                  <c:v>0.00143702451395</c:v>
                </c:pt>
                <c:pt idx="71">
                  <c:v>-0.00312764158918</c:v>
                </c:pt>
                <c:pt idx="72">
                  <c:v>0.000845308537616</c:v>
                </c:pt>
                <c:pt idx="73">
                  <c:v>-0.00253592561285</c:v>
                </c:pt>
                <c:pt idx="74">
                  <c:v>-0.00371935756551</c:v>
                </c:pt>
                <c:pt idx="75">
                  <c:v>0.00532544378698</c:v>
                </c:pt>
                <c:pt idx="76">
                  <c:v>0.000591715976331</c:v>
                </c:pt>
                <c:pt idx="77">
                  <c:v>0.00185967878276</c:v>
                </c:pt>
                <c:pt idx="78">
                  <c:v>0.00152155536771</c:v>
                </c:pt>
                <c:pt idx="79">
                  <c:v>0.00355029585799</c:v>
                </c:pt>
                <c:pt idx="80">
                  <c:v>0.000845308537616</c:v>
                </c:pt>
                <c:pt idx="81">
                  <c:v>-0.00710059171598</c:v>
                </c:pt>
                <c:pt idx="82">
                  <c:v>0.0072696534235</c:v>
                </c:pt>
                <c:pt idx="83">
                  <c:v>-0.0043956043956</c:v>
                </c:pt>
                <c:pt idx="84">
                  <c:v>-0.00101437024514</c:v>
                </c:pt>
                <c:pt idx="85">
                  <c:v>-0.00194420963652</c:v>
                </c:pt>
                <c:pt idx="86">
                  <c:v>-0.00456466610313</c:v>
                </c:pt>
                <c:pt idx="87">
                  <c:v>0.00236686390533</c:v>
                </c:pt>
                <c:pt idx="88">
                  <c:v>-0.00304311073542</c:v>
                </c:pt>
                <c:pt idx="89">
                  <c:v>0.00101437024514</c:v>
                </c:pt>
                <c:pt idx="90">
                  <c:v>-0.00101437024514</c:v>
                </c:pt>
                <c:pt idx="91">
                  <c:v>0.000338123415046</c:v>
                </c:pt>
                <c:pt idx="92">
                  <c:v>0.000676246830093</c:v>
                </c:pt>
                <c:pt idx="93">
                  <c:v>0.00126796280642</c:v>
                </c:pt>
                <c:pt idx="94">
                  <c:v>-0.00126796280642</c:v>
                </c:pt>
                <c:pt idx="95">
                  <c:v>-0.000929839391378</c:v>
                </c:pt>
                <c:pt idx="96">
                  <c:v>-0.00338123415046</c:v>
                </c:pt>
                <c:pt idx="97">
                  <c:v>-0.00101437024514</c:v>
                </c:pt>
                <c:pt idx="98">
                  <c:v>-0.00270498732037</c:v>
                </c:pt>
                <c:pt idx="99">
                  <c:v>0.00135249366019</c:v>
                </c:pt>
                <c:pt idx="100">
                  <c:v>8.45308537616E-05</c:v>
                </c:pt>
                <c:pt idx="101">
                  <c:v>-0.0043956043956</c:v>
                </c:pt>
                <c:pt idx="102">
                  <c:v>0.00253592561285</c:v>
                </c:pt>
                <c:pt idx="103">
                  <c:v>0.00270498732037</c:v>
                </c:pt>
                <c:pt idx="104">
                  <c:v>0.00101437024514</c:v>
                </c:pt>
                <c:pt idx="105">
                  <c:v>0.000676246830093</c:v>
                </c:pt>
                <c:pt idx="106">
                  <c:v>-0.00228233305156</c:v>
                </c:pt>
                <c:pt idx="107">
                  <c:v>0.000591715976331</c:v>
                </c:pt>
                <c:pt idx="108">
                  <c:v>0.0028740490279</c:v>
                </c:pt>
                <c:pt idx="109">
                  <c:v>-0.000591715976331</c:v>
                </c:pt>
                <c:pt idx="110">
                  <c:v>-8.45308537616E-05</c:v>
                </c:pt>
                <c:pt idx="111">
                  <c:v>0.00321217244294</c:v>
                </c:pt>
                <c:pt idx="112">
                  <c:v>0.00245139475909</c:v>
                </c:pt>
                <c:pt idx="113">
                  <c:v>-0.00295857988166</c:v>
                </c:pt>
                <c:pt idx="114">
                  <c:v>0.00135249366019</c:v>
                </c:pt>
                <c:pt idx="115">
                  <c:v>-0.000591715976331</c:v>
                </c:pt>
                <c:pt idx="116">
                  <c:v>0.00185967878276</c:v>
                </c:pt>
                <c:pt idx="117">
                  <c:v>-0.00371935756551</c:v>
                </c:pt>
                <c:pt idx="118">
                  <c:v>-0.00050718512257</c:v>
                </c:pt>
                <c:pt idx="119">
                  <c:v>-0.00202874049028</c:v>
                </c:pt>
                <c:pt idx="120">
                  <c:v>-0.0021978021978</c:v>
                </c:pt>
                <c:pt idx="121">
                  <c:v>0.000591715976331</c:v>
                </c:pt>
                <c:pt idx="122">
                  <c:v>0.00388841927303</c:v>
                </c:pt>
                <c:pt idx="123">
                  <c:v>-0.00050718512257</c:v>
                </c:pt>
                <c:pt idx="124">
                  <c:v>-0.00355029585799</c:v>
                </c:pt>
                <c:pt idx="125">
                  <c:v>0.00126796280642</c:v>
                </c:pt>
                <c:pt idx="126">
                  <c:v>0.00152155536771</c:v>
                </c:pt>
                <c:pt idx="127">
                  <c:v>-0.00253592561285</c:v>
                </c:pt>
                <c:pt idx="128">
                  <c:v>0.00304311073542</c:v>
                </c:pt>
                <c:pt idx="129">
                  <c:v>-0.00152155536771</c:v>
                </c:pt>
                <c:pt idx="130">
                  <c:v>-0.0021978021978</c:v>
                </c:pt>
                <c:pt idx="131">
                  <c:v>0.000676246830093</c:v>
                </c:pt>
                <c:pt idx="132">
                  <c:v>0.00262045646661</c:v>
                </c:pt>
                <c:pt idx="133">
                  <c:v>-0.00185967878276</c:v>
                </c:pt>
                <c:pt idx="134">
                  <c:v>-0.00118343195266</c:v>
                </c:pt>
                <c:pt idx="135">
                  <c:v>-0.00202874049028</c:v>
                </c:pt>
                <c:pt idx="136">
                  <c:v>0.000169061707523</c:v>
                </c:pt>
                <c:pt idx="137">
                  <c:v>0.00591715976331</c:v>
                </c:pt>
                <c:pt idx="138">
                  <c:v>-0.00473372781065</c:v>
                </c:pt>
                <c:pt idx="139">
                  <c:v>0.00490278951817</c:v>
                </c:pt>
                <c:pt idx="140">
                  <c:v>0.00473372781065</c:v>
                </c:pt>
                <c:pt idx="141">
                  <c:v>-0.000338123415046</c:v>
                </c:pt>
                <c:pt idx="142">
                  <c:v>-0.00118343195266</c:v>
                </c:pt>
                <c:pt idx="143">
                  <c:v>-0.00253592561285</c:v>
                </c:pt>
                <c:pt idx="144">
                  <c:v>0.00321217244294</c:v>
                </c:pt>
                <c:pt idx="145">
                  <c:v>-0.00101437024514</c:v>
                </c:pt>
                <c:pt idx="146">
                  <c:v>0.000591715976331</c:v>
                </c:pt>
                <c:pt idx="147">
                  <c:v>-0.000338123415046</c:v>
                </c:pt>
                <c:pt idx="148">
                  <c:v>0.00135249366019</c:v>
                </c:pt>
                <c:pt idx="149">
                  <c:v>0.00118343195266</c:v>
                </c:pt>
                <c:pt idx="150">
                  <c:v>0.00338123415046</c:v>
                </c:pt>
                <c:pt idx="151">
                  <c:v>0.00050718512257</c:v>
                </c:pt>
                <c:pt idx="152">
                  <c:v>-0.00169061707523</c:v>
                </c:pt>
                <c:pt idx="153">
                  <c:v>-0.00355029585799</c:v>
                </c:pt>
                <c:pt idx="154">
                  <c:v>0.00118343195266</c:v>
                </c:pt>
                <c:pt idx="155">
                  <c:v>-0.00253592561285</c:v>
                </c:pt>
                <c:pt idx="156">
                  <c:v>-0.0028740490279</c:v>
                </c:pt>
                <c:pt idx="157">
                  <c:v>0.000845308537616</c:v>
                </c:pt>
                <c:pt idx="158">
                  <c:v>-0.00169061707523</c:v>
                </c:pt>
                <c:pt idx="159">
                  <c:v>-0.000338123415046</c:v>
                </c:pt>
                <c:pt idx="160">
                  <c:v>0.000169061707523</c:v>
                </c:pt>
                <c:pt idx="161">
                  <c:v>-0.000338123415046</c:v>
                </c:pt>
                <c:pt idx="162">
                  <c:v>0.00126796280642</c:v>
                </c:pt>
                <c:pt idx="163">
                  <c:v>-0.000338123415046</c:v>
                </c:pt>
                <c:pt idx="164">
                  <c:v>-0.000676246830093</c:v>
                </c:pt>
                <c:pt idx="165">
                  <c:v>-0.00194420963652</c:v>
                </c:pt>
                <c:pt idx="166">
                  <c:v>0.00253592561285</c:v>
                </c:pt>
                <c:pt idx="167">
                  <c:v>-0.000338123415046</c:v>
                </c:pt>
                <c:pt idx="168">
                  <c:v>0.000338123415046</c:v>
                </c:pt>
                <c:pt idx="169">
                  <c:v>0.00169061707523</c:v>
                </c:pt>
                <c:pt idx="170">
                  <c:v>0.00422654268808</c:v>
                </c:pt>
                <c:pt idx="171">
                  <c:v>-0.00160608622147</c:v>
                </c:pt>
                <c:pt idx="172">
                  <c:v>-0.00405748098056</c:v>
                </c:pt>
                <c:pt idx="173">
                  <c:v>-0.00169061707523</c:v>
                </c:pt>
                <c:pt idx="174">
                  <c:v>-0.00270498732037</c:v>
                </c:pt>
                <c:pt idx="175">
                  <c:v>-0.000676246830093</c:v>
                </c:pt>
                <c:pt idx="176">
                  <c:v>-0.00050718512257</c:v>
                </c:pt>
                <c:pt idx="177">
                  <c:v>0.00211327134404</c:v>
                </c:pt>
                <c:pt idx="178">
                  <c:v>-0.00135249366019</c:v>
                </c:pt>
                <c:pt idx="179">
                  <c:v>0.0021978021978</c:v>
                </c:pt>
                <c:pt idx="180">
                  <c:v>-0.00202874049028</c:v>
                </c:pt>
                <c:pt idx="181">
                  <c:v>-0.00321217244294</c:v>
                </c:pt>
                <c:pt idx="182">
                  <c:v>0.0028740490279</c:v>
                </c:pt>
                <c:pt idx="183">
                  <c:v>-0.000845308537616</c:v>
                </c:pt>
                <c:pt idx="184">
                  <c:v>0.000929839391378</c:v>
                </c:pt>
                <c:pt idx="185">
                  <c:v>-0.000676246830093</c:v>
                </c:pt>
                <c:pt idx="186">
                  <c:v>0.000169061707523</c:v>
                </c:pt>
                <c:pt idx="187">
                  <c:v>0.00160608622147</c:v>
                </c:pt>
                <c:pt idx="188">
                  <c:v>0.000169061707523</c:v>
                </c:pt>
                <c:pt idx="189">
                  <c:v>0.00050718512257</c:v>
                </c:pt>
                <c:pt idx="190">
                  <c:v>-0.00549450549451</c:v>
                </c:pt>
                <c:pt idx="191">
                  <c:v>-8.45308537616E-05</c:v>
                </c:pt>
                <c:pt idx="192">
                  <c:v>-0.00363482671175</c:v>
                </c:pt>
                <c:pt idx="193">
                  <c:v>0.00371935756551</c:v>
                </c:pt>
                <c:pt idx="194">
                  <c:v>0.00135249366019</c:v>
                </c:pt>
                <c:pt idx="195">
                  <c:v>-0.00101437024514</c:v>
                </c:pt>
                <c:pt idx="196">
                  <c:v>0.00253592561285</c:v>
                </c:pt>
                <c:pt idx="197">
                  <c:v>-0.00448013524937</c:v>
                </c:pt>
                <c:pt idx="198">
                  <c:v>0.00211327134404</c:v>
                </c:pt>
                <c:pt idx="199">
                  <c:v>-0.000253592561285</c:v>
                </c:pt>
                <c:pt idx="200">
                  <c:v>-0.00135249366019</c:v>
                </c:pt>
                <c:pt idx="201">
                  <c:v>0.00473372781065</c:v>
                </c:pt>
                <c:pt idx="202">
                  <c:v>-0.000845308537616</c:v>
                </c:pt>
                <c:pt idx="203">
                  <c:v>0.00304311073542</c:v>
                </c:pt>
                <c:pt idx="204">
                  <c:v>-0.00202874049028</c:v>
                </c:pt>
                <c:pt idx="205">
                  <c:v>0.0021978021978</c:v>
                </c:pt>
                <c:pt idx="206">
                  <c:v>-0.00371935756551</c:v>
                </c:pt>
                <c:pt idx="207">
                  <c:v>0.000338123415046</c:v>
                </c:pt>
                <c:pt idx="208">
                  <c:v>0.00448013524937</c:v>
                </c:pt>
                <c:pt idx="209">
                  <c:v>-0.00177514792899</c:v>
                </c:pt>
                <c:pt idx="210">
                  <c:v>0.00574809805579</c:v>
                </c:pt>
                <c:pt idx="211">
                  <c:v>-0.00338123415046</c:v>
                </c:pt>
                <c:pt idx="212">
                  <c:v>-0.00202874049028</c:v>
                </c:pt>
                <c:pt idx="213">
                  <c:v>0.000845308537616</c:v>
                </c:pt>
                <c:pt idx="214">
                  <c:v>-0.00202874049028</c:v>
                </c:pt>
                <c:pt idx="215">
                  <c:v>-0.00101437024514</c:v>
                </c:pt>
                <c:pt idx="216">
                  <c:v>0.000422654268808</c:v>
                </c:pt>
                <c:pt idx="217">
                  <c:v>-0.000845308537616</c:v>
                </c:pt>
                <c:pt idx="218">
                  <c:v>0.0021978021978</c:v>
                </c:pt>
                <c:pt idx="219">
                  <c:v>0.0043956043956</c:v>
                </c:pt>
                <c:pt idx="220">
                  <c:v>-0.000929839391378</c:v>
                </c:pt>
                <c:pt idx="221">
                  <c:v>-0.00152155536771</c:v>
                </c:pt>
                <c:pt idx="222">
                  <c:v>0.00253592561285</c:v>
                </c:pt>
                <c:pt idx="223">
                  <c:v>0.00524091293322</c:v>
                </c:pt>
                <c:pt idx="224">
                  <c:v>0.00405748098056</c:v>
                </c:pt>
                <c:pt idx="225">
                  <c:v>0.0010989010989</c:v>
                </c:pt>
                <c:pt idx="226">
                  <c:v>-0.00270498732037</c:v>
                </c:pt>
                <c:pt idx="227">
                  <c:v>0.00185967878276</c:v>
                </c:pt>
                <c:pt idx="228">
                  <c:v>0.00388841927303</c:v>
                </c:pt>
                <c:pt idx="229">
                  <c:v>0.000760777683855</c:v>
                </c:pt>
                <c:pt idx="230">
                  <c:v>-0.000169061707523</c:v>
                </c:pt>
                <c:pt idx="231">
                  <c:v>-0.00524091293322</c:v>
                </c:pt>
                <c:pt idx="232">
                  <c:v>-0.00245139475909</c:v>
                </c:pt>
                <c:pt idx="233">
                  <c:v>0.00185967878276</c:v>
                </c:pt>
                <c:pt idx="234">
                  <c:v>0.000845308537616</c:v>
                </c:pt>
                <c:pt idx="235">
                  <c:v>-0.00338123415046</c:v>
                </c:pt>
                <c:pt idx="236">
                  <c:v>0.00735418427726</c:v>
                </c:pt>
                <c:pt idx="237">
                  <c:v>-0.00118343195266</c:v>
                </c:pt>
                <c:pt idx="238">
                  <c:v>0.0050718512257</c:v>
                </c:pt>
                <c:pt idx="239">
                  <c:v>0.00202874049028</c:v>
                </c:pt>
                <c:pt idx="240">
                  <c:v>0.0453085376162</c:v>
                </c:pt>
                <c:pt idx="241">
                  <c:v>0.00591715976331</c:v>
                </c:pt>
                <c:pt idx="242">
                  <c:v>0.0050718512257</c:v>
                </c:pt>
                <c:pt idx="243">
                  <c:v>0.00152155536771</c:v>
                </c:pt>
                <c:pt idx="244">
                  <c:v>0.00262045646661</c:v>
                </c:pt>
                <c:pt idx="245">
                  <c:v>-0.00346576500423</c:v>
                </c:pt>
                <c:pt idx="246">
                  <c:v>-0.00304311073542</c:v>
                </c:pt>
                <c:pt idx="247">
                  <c:v>-0.00312764158918</c:v>
                </c:pt>
                <c:pt idx="248">
                  <c:v>-0.00473372781065</c:v>
                </c:pt>
                <c:pt idx="249">
                  <c:v>-0.00152155536771</c:v>
                </c:pt>
                <c:pt idx="250">
                  <c:v>0.000253592561285</c:v>
                </c:pt>
                <c:pt idx="251">
                  <c:v>-0.0163989856298</c:v>
                </c:pt>
                <c:pt idx="252">
                  <c:v>-0.00405748098056</c:v>
                </c:pt>
                <c:pt idx="253">
                  <c:v>-0.00540997464074</c:v>
                </c:pt>
                <c:pt idx="254">
                  <c:v>0.00160608622147</c:v>
                </c:pt>
                <c:pt idx="255">
                  <c:v>0.00152155536771</c:v>
                </c:pt>
                <c:pt idx="256">
                  <c:v>-0.00608622147084</c:v>
                </c:pt>
                <c:pt idx="257">
                  <c:v>-0.00456466610313</c:v>
                </c:pt>
                <c:pt idx="258">
                  <c:v>0.00101437024514</c:v>
                </c:pt>
                <c:pt idx="259">
                  <c:v>0.00236686390533</c:v>
                </c:pt>
                <c:pt idx="260">
                  <c:v>0.00355029585799</c:v>
                </c:pt>
                <c:pt idx="261">
                  <c:v>0.00211327134404</c:v>
                </c:pt>
                <c:pt idx="262">
                  <c:v>-0.00540997464074</c:v>
                </c:pt>
                <c:pt idx="263">
                  <c:v>-0.00786136939983</c:v>
                </c:pt>
                <c:pt idx="264">
                  <c:v>0.00422654268808</c:v>
                </c:pt>
                <c:pt idx="265">
                  <c:v>0.00338123415046</c:v>
                </c:pt>
                <c:pt idx="266">
                  <c:v>0.0072696534235</c:v>
                </c:pt>
                <c:pt idx="267">
                  <c:v>0.00152155536771</c:v>
                </c:pt>
                <c:pt idx="268">
                  <c:v>0.00202874049028</c:v>
                </c:pt>
                <c:pt idx="269">
                  <c:v>0.0028740490279</c:v>
                </c:pt>
                <c:pt idx="270">
                  <c:v>-0.00803043110735</c:v>
                </c:pt>
                <c:pt idx="271">
                  <c:v>-0.00177514792899</c:v>
                </c:pt>
                <c:pt idx="272">
                  <c:v>0.00633981403212</c:v>
                </c:pt>
                <c:pt idx="273">
                  <c:v>0.0021978021978</c:v>
                </c:pt>
                <c:pt idx="274">
                  <c:v>-0.00185967878276</c:v>
                </c:pt>
                <c:pt idx="275">
                  <c:v>0.00540997464074</c:v>
                </c:pt>
                <c:pt idx="276">
                  <c:v>-0.00414201183432</c:v>
                </c:pt>
                <c:pt idx="277">
                  <c:v>0.00152155536771</c:v>
                </c:pt>
                <c:pt idx="278">
                  <c:v>0.0043956043956</c:v>
                </c:pt>
                <c:pt idx="279">
                  <c:v>-0.00456466610313</c:v>
                </c:pt>
                <c:pt idx="280">
                  <c:v>0.00118343195266</c:v>
                </c:pt>
                <c:pt idx="281">
                  <c:v>0.00202874049028</c:v>
                </c:pt>
                <c:pt idx="282">
                  <c:v>-0.00304311073542</c:v>
                </c:pt>
                <c:pt idx="283">
                  <c:v>-0.0028740490279</c:v>
                </c:pt>
                <c:pt idx="284">
                  <c:v>0.0021978021978</c:v>
                </c:pt>
                <c:pt idx="285">
                  <c:v>0.00211327134404</c:v>
                </c:pt>
                <c:pt idx="286">
                  <c:v>-0.00101437024514</c:v>
                </c:pt>
                <c:pt idx="287">
                  <c:v>0</c:v>
                </c:pt>
                <c:pt idx="288">
                  <c:v>-0.00152155536771</c:v>
                </c:pt>
                <c:pt idx="289">
                  <c:v>-0.00202874049028</c:v>
                </c:pt>
                <c:pt idx="290">
                  <c:v>-0.000929839391378</c:v>
                </c:pt>
                <c:pt idx="291">
                  <c:v>-0.00659340659341</c:v>
                </c:pt>
                <c:pt idx="292">
                  <c:v>-0.00135249366019</c:v>
                </c:pt>
                <c:pt idx="293">
                  <c:v>0.00118343195266</c:v>
                </c:pt>
                <c:pt idx="294">
                  <c:v>0.000169061707523</c:v>
                </c:pt>
                <c:pt idx="295">
                  <c:v>0.00338123415046</c:v>
                </c:pt>
                <c:pt idx="296">
                  <c:v>-0.000169061707523</c:v>
                </c:pt>
                <c:pt idx="297">
                  <c:v>-0.00118343195266</c:v>
                </c:pt>
                <c:pt idx="298">
                  <c:v>0.00101437024514</c:v>
                </c:pt>
                <c:pt idx="299">
                  <c:v>0.00185967878276</c:v>
                </c:pt>
                <c:pt idx="300">
                  <c:v>-0.00295857988166</c:v>
                </c:pt>
                <c:pt idx="301">
                  <c:v>0.00371935756551</c:v>
                </c:pt>
                <c:pt idx="302">
                  <c:v>-0.00295857988166</c:v>
                </c:pt>
                <c:pt idx="303">
                  <c:v>0.000338123415046</c:v>
                </c:pt>
                <c:pt idx="304">
                  <c:v>-0.00245139475909</c:v>
                </c:pt>
                <c:pt idx="305">
                  <c:v>-0.00202874049028</c:v>
                </c:pt>
                <c:pt idx="306">
                  <c:v>-0.00211327134404</c:v>
                </c:pt>
                <c:pt idx="307">
                  <c:v>-0.00202874049028</c:v>
                </c:pt>
                <c:pt idx="308">
                  <c:v>-0.00126796280642</c:v>
                </c:pt>
                <c:pt idx="309">
                  <c:v>-0.000422654268808</c:v>
                </c:pt>
                <c:pt idx="310">
                  <c:v>0.00355029585799</c:v>
                </c:pt>
                <c:pt idx="311">
                  <c:v>-0.00236686390533</c:v>
                </c:pt>
                <c:pt idx="312">
                  <c:v>-0.00304311073542</c:v>
                </c:pt>
                <c:pt idx="313">
                  <c:v>0.00185967878276</c:v>
                </c:pt>
                <c:pt idx="314">
                  <c:v>-0.00270498732037</c:v>
                </c:pt>
                <c:pt idx="315">
                  <c:v>0.000676246830093</c:v>
                </c:pt>
                <c:pt idx="316">
                  <c:v>-0.00304311073542</c:v>
                </c:pt>
                <c:pt idx="317">
                  <c:v>0.00262045646661</c:v>
                </c:pt>
                <c:pt idx="318">
                  <c:v>-0.000169061707523</c:v>
                </c:pt>
                <c:pt idx="319">
                  <c:v>0.00355029585799</c:v>
                </c:pt>
                <c:pt idx="320">
                  <c:v>0.00169061707523</c:v>
                </c:pt>
                <c:pt idx="321">
                  <c:v>0.00160608622147</c:v>
                </c:pt>
                <c:pt idx="322">
                  <c:v>0.000676246830093</c:v>
                </c:pt>
                <c:pt idx="323">
                  <c:v>0.000676246830093</c:v>
                </c:pt>
                <c:pt idx="324">
                  <c:v>0.00346576500423</c:v>
                </c:pt>
                <c:pt idx="325">
                  <c:v>0.00532544378698</c:v>
                </c:pt>
                <c:pt idx="326">
                  <c:v>-0.00202874049028</c:v>
                </c:pt>
                <c:pt idx="327">
                  <c:v>0.0021978021978</c:v>
                </c:pt>
                <c:pt idx="328">
                  <c:v>-0.000676246830093</c:v>
                </c:pt>
                <c:pt idx="329">
                  <c:v>0.00135249366019</c:v>
                </c:pt>
                <c:pt idx="330">
                  <c:v>-0.00169061707523</c:v>
                </c:pt>
                <c:pt idx="331">
                  <c:v>0.00304311073542</c:v>
                </c:pt>
                <c:pt idx="332">
                  <c:v>0.00143702451395</c:v>
                </c:pt>
                <c:pt idx="333">
                  <c:v>-0.00371935756551</c:v>
                </c:pt>
                <c:pt idx="334">
                  <c:v>-0.00236686390533</c:v>
                </c:pt>
                <c:pt idx="335">
                  <c:v>-0.00160608622147</c:v>
                </c:pt>
                <c:pt idx="336">
                  <c:v>-0.00228233305156</c:v>
                </c:pt>
                <c:pt idx="337">
                  <c:v>-0.0010989010989</c:v>
                </c:pt>
                <c:pt idx="338">
                  <c:v>-0.000591715976331</c:v>
                </c:pt>
                <c:pt idx="339">
                  <c:v>-0.00524091293322</c:v>
                </c:pt>
                <c:pt idx="340">
                  <c:v>-0.00101437024514</c:v>
                </c:pt>
                <c:pt idx="341">
                  <c:v>-0.00388841927303</c:v>
                </c:pt>
                <c:pt idx="342">
                  <c:v>-0.00270498732037</c:v>
                </c:pt>
                <c:pt idx="343">
                  <c:v>0.00152155536771</c:v>
                </c:pt>
                <c:pt idx="344">
                  <c:v>-0.00126796280642</c:v>
                </c:pt>
                <c:pt idx="345">
                  <c:v>-0.00050718512257</c:v>
                </c:pt>
                <c:pt idx="346">
                  <c:v>0.0021978021978</c:v>
                </c:pt>
                <c:pt idx="347">
                  <c:v>0.00101437024514</c:v>
                </c:pt>
                <c:pt idx="348">
                  <c:v>-0.000591715976331</c:v>
                </c:pt>
                <c:pt idx="349">
                  <c:v>0.0028740490279</c:v>
                </c:pt>
                <c:pt idx="350">
                  <c:v>0.00481825866441</c:v>
                </c:pt>
                <c:pt idx="351">
                  <c:v>0.00676246830093</c:v>
                </c:pt>
                <c:pt idx="352">
                  <c:v>0.00371935756551</c:v>
                </c:pt>
                <c:pt idx="353">
                  <c:v>0.00185967878276</c:v>
                </c:pt>
                <c:pt idx="354">
                  <c:v>0.00160608622147</c:v>
                </c:pt>
                <c:pt idx="355">
                  <c:v>-0.000338123415046</c:v>
                </c:pt>
                <c:pt idx="356">
                  <c:v>0.00295857988166</c:v>
                </c:pt>
                <c:pt idx="357">
                  <c:v>-0.000591715976331</c:v>
                </c:pt>
                <c:pt idx="358">
                  <c:v>0.000845308537616</c:v>
                </c:pt>
                <c:pt idx="359">
                  <c:v>-0.0028740490279</c:v>
                </c:pt>
                <c:pt idx="360">
                  <c:v>-0.00169061707523</c:v>
                </c:pt>
                <c:pt idx="361">
                  <c:v>0.0039729501268</c:v>
                </c:pt>
                <c:pt idx="362">
                  <c:v>0.00169061707523</c:v>
                </c:pt>
                <c:pt idx="363">
                  <c:v>-0.00169061707523</c:v>
                </c:pt>
                <c:pt idx="364">
                  <c:v>0.000338123415046</c:v>
                </c:pt>
                <c:pt idx="365">
                  <c:v>0.000169061707523</c:v>
                </c:pt>
                <c:pt idx="366">
                  <c:v>-0.000169061707523</c:v>
                </c:pt>
                <c:pt idx="367">
                  <c:v>0.00262045646661</c:v>
                </c:pt>
                <c:pt idx="368">
                  <c:v>0.00405748098056</c:v>
                </c:pt>
                <c:pt idx="369">
                  <c:v>-0.00456466610313</c:v>
                </c:pt>
                <c:pt idx="370">
                  <c:v>-0.00346576500423</c:v>
                </c:pt>
                <c:pt idx="371">
                  <c:v>0.00363482671175</c:v>
                </c:pt>
                <c:pt idx="372">
                  <c:v>0.00177514792899</c:v>
                </c:pt>
                <c:pt idx="373">
                  <c:v>-0.00228233305156</c:v>
                </c:pt>
                <c:pt idx="374">
                  <c:v>-0.00101437024514</c:v>
                </c:pt>
                <c:pt idx="375">
                  <c:v>0.000845308537616</c:v>
                </c:pt>
                <c:pt idx="376">
                  <c:v>0.0010989010989</c:v>
                </c:pt>
                <c:pt idx="377">
                  <c:v>-0.0010989010989</c:v>
                </c:pt>
                <c:pt idx="378">
                  <c:v>-0.000422654268808</c:v>
                </c:pt>
                <c:pt idx="379">
                  <c:v>0.00050718512257</c:v>
                </c:pt>
                <c:pt idx="380">
                  <c:v>-0.00355029585799</c:v>
                </c:pt>
                <c:pt idx="381">
                  <c:v>-0.00253592561285</c:v>
                </c:pt>
                <c:pt idx="382">
                  <c:v>-0.00262045646661</c:v>
                </c:pt>
                <c:pt idx="383">
                  <c:v>-0.00270498732037</c:v>
                </c:pt>
                <c:pt idx="384">
                  <c:v>-0.000591715976331</c:v>
                </c:pt>
                <c:pt idx="385">
                  <c:v>-0.000676246830093</c:v>
                </c:pt>
                <c:pt idx="386">
                  <c:v>-0.00126796280642</c:v>
                </c:pt>
                <c:pt idx="387">
                  <c:v>0.00185967878276</c:v>
                </c:pt>
                <c:pt idx="388">
                  <c:v>-0.00270498732037</c:v>
                </c:pt>
                <c:pt idx="389">
                  <c:v>0.0028740490279</c:v>
                </c:pt>
                <c:pt idx="390">
                  <c:v>-0.0021978021978</c:v>
                </c:pt>
                <c:pt idx="391">
                  <c:v>0.0169061707523</c:v>
                </c:pt>
                <c:pt idx="392">
                  <c:v>-0.00608622147084</c:v>
                </c:pt>
                <c:pt idx="393">
                  <c:v>0.0175824175824</c:v>
                </c:pt>
                <c:pt idx="394">
                  <c:v>0.00405748098056</c:v>
                </c:pt>
                <c:pt idx="395">
                  <c:v>-0.00760777683855</c:v>
                </c:pt>
                <c:pt idx="396">
                  <c:v>-0.00540997464074</c:v>
                </c:pt>
                <c:pt idx="397">
                  <c:v>-0.0050718512257</c:v>
                </c:pt>
                <c:pt idx="398">
                  <c:v>-0.032967032967</c:v>
                </c:pt>
                <c:pt idx="399">
                  <c:v>-0.00304311073542</c:v>
                </c:pt>
                <c:pt idx="400">
                  <c:v>-0.028740490279</c:v>
                </c:pt>
                <c:pt idx="401">
                  <c:v>0.00490278951817</c:v>
                </c:pt>
                <c:pt idx="402">
                  <c:v>-0.010989010989</c:v>
                </c:pt>
                <c:pt idx="403">
                  <c:v>0.0135249366019</c:v>
                </c:pt>
                <c:pt idx="404">
                  <c:v>-0.0174978867287</c:v>
                </c:pt>
                <c:pt idx="405">
                  <c:v>0.070921386306</c:v>
                </c:pt>
                <c:pt idx="406">
                  <c:v>-0.0108199492815</c:v>
                </c:pt>
                <c:pt idx="407">
                  <c:v>0.11056635672</c:v>
                </c:pt>
                <c:pt idx="408">
                  <c:v>0.00625528317836</c:v>
                </c:pt>
                <c:pt idx="409">
                  <c:v>0.0236686390533</c:v>
                </c:pt>
                <c:pt idx="410">
                  <c:v>0.00625528317836</c:v>
                </c:pt>
                <c:pt idx="411">
                  <c:v>0.0784446322908</c:v>
                </c:pt>
                <c:pt idx="412">
                  <c:v>0.0309382924768</c:v>
                </c:pt>
                <c:pt idx="413">
                  <c:v>-0.0137785291631</c:v>
                </c:pt>
                <c:pt idx="414">
                  <c:v>0.0884192730347</c:v>
                </c:pt>
                <c:pt idx="415">
                  <c:v>-0.028740490279</c:v>
                </c:pt>
                <c:pt idx="416">
                  <c:v>0.136432797971</c:v>
                </c:pt>
                <c:pt idx="417">
                  <c:v>0.0265426880811</c:v>
                </c:pt>
                <c:pt idx="418">
                  <c:v>-0.051056635672</c:v>
                </c:pt>
                <c:pt idx="419">
                  <c:v>0.0194420963652</c:v>
                </c:pt>
                <c:pt idx="420">
                  <c:v>-0.142349957735</c:v>
                </c:pt>
                <c:pt idx="421">
                  <c:v>-0.0218934911243</c:v>
                </c:pt>
                <c:pt idx="422">
                  <c:v>-0.0327134404057</c:v>
                </c:pt>
                <c:pt idx="423">
                  <c:v>0.0108199492815</c:v>
                </c:pt>
                <c:pt idx="424">
                  <c:v>0.0094674556213</c:v>
                </c:pt>
                <c:pt idx="425">
                  <c:v>0.202535925613</c:v>
                </c:pt>
                <c:pt idx="426">
                  <c:v>0.0490278951817</c:v>
                </c:pt>
                <c:pt idx="427">
                  <c:v>-0.0611158072697</c:v>
                </c:pt>
                <c:pt idx="428">
                  <c:v>0.0663567202029</c:v>
                </c:pt>
                <c:pt idx="429">
                  <c:v>-0.154860524091</c:v>
                </c:pt>
                <c:pt idx="430">
                  <c:v>-0.00786136939983</c:v>
                </c:pt>
                <c:pt idx="431">
                  <c:v>-0.0321217244294</c:v>
                </c:pt>
                <c:pt idx="432">
                  <c:v>-0.0505494505495</c:v>
                </c:pt>
                <c:pt idx="433">
                  <c:v>-0.00160608622147</c:v>
                </c:pt>
                <c:pt idx="434">
                  <c:v>0.122992392223</c:v>
                </c:pt>
                <c:pt idx="435">
                  <c:v>0.10989010989</c:v>
                </c:pt>
                <c:pt idx="436">
                  <c:v>-0.0416737109045</c:v>
                </c:pt>
                <c:pt idx="437">
                  <c:v>0.153169907016</c:v>
                </c:pt>
                <c:pt idx="438">
                  <c:v>0.000169061707523</c:v>
                </c:pt>
                <c:pt idx="439">
                  <c:v>0.0696534234996</c:v>
                </c:pt>
                <c:pt idx="440">
                  <c:v>0.085798816568</c:v>
                </c:pt>
                <c:pt idx="441">
                  <c:v>-0.0590025359256</c:v>
                </c:pt>
                <c:pt idx="442">
                  <c:v>0.032628909552</c:v>
                </c:pt>
                <c:pt idx="443">
                  <c:v>-0.0579881656805</c:v>
                </c:pt>
                <c:pt idx="444">
                  <c:v>-0.0225697379544</c:v>
                </c:pt>
                <c:pt idx="445">
                  <c:v>0.0547759932375</c:v>
                </c:pt>
                <c:pt idx="446">
                  <c:v>-0.0256973795435</c:v>
                </c:pt>
                <c:pt idx="447">
                  <c:v>0.0850380388842</c:v>
                </c:pt>
                <c:pt idx="448">
                  <c:v>-0.13347421809</c:v>
                </c:pt>
                <c:pt idx="449">
                  <c:v>-0.00659340659341</c:v>
                </c:pt>
                <c:pt idx="450">
                  <c:v>0.103465765004</c:v>
                </c:pt>
                <c:pt idx="451">
                  <c:v>0.00143702451395</c:v>
                </c:pt>
                <c:pt idx="452">
                  <c:v>0.129332206255</c:v>
                </c:pt>
                <c:pt idx="453">
                  <c:v>-0.131530008453</c:v>
                </c:pt>
                <c:pt idx="454">
                  <c:v>-0.0218934911243</c:v>
                </c:pt>
                <c:pt idx="455">
                  <c:v>0.0928148774303</c:v>
                </c:pt>
                <c:pt idx="456">
                  <c:v>0.00980557903635</c:v>
                </c:pt>
                <c:pt idx="457">
                  <c:v>0.141504649197</c:v>
                </c:pt>
                <c:pt idx="458">
                  <c:v>-0.0235841081995</c:v>
                </c:pt>
                <c:pt idx="459">
                  <c:v>-0.14877430262</c:v>
                </c:pt>
                <c:pt idx="460">
                  <c:v>-0.00786136939983</c:v>
                </c:pt>
                <c:pt idx="461">
                  <c:v>0.0515638207946</c:v>
                </c:pt>
                <c:pt idx="462">
                  <c:v>0.252916314455</c:v>
                </c:pt>
                <c:pt idx="463">
                  <c:v>0.0246830092984</c:v>
                </c:pt>
                <c:pt idx="464">
                  <c:v>-0.135925612849</c:v>
                </c:pt>
                <c:pt idx="465">
                  <c:v>-0.169399830938</c:v>
                </c:pt>
                <c:pt idx="466">
                  <c:v>0.0568047337278</c:v>
                </c:pt>
                <c:pt idx="467">
                  <c:v>-0.0879966187658</c:v>
                </c:pt>
                <c:pt idx="468">
                  <c:v>0.112426035503</c:v>
                </c:pt>
                <c:pt idx="469">
                  <c:v>-0.087235841082</c:v>
                </c:pt>
                <c:pt idx="470">
                  <c:v>0.214708368555</c:v>
                </c:pt>
                <c:pt idx="471">
                  <c:v>-0.00050718512257</c:v>
                </c:pt>
                <c:pt idx="472">
                  <c:v>-0.1303465765</c:v>
                </c:pt>
                <c:pt idx="473">
                  <c:v>-0.0546914623838</c:v>
                </c:pt>
                <c:pt idx="474">
                  <c:v>0.0257819103973</c:v>
                </c:pt>
                <c:pt idx="475">
                  <c:v>0.00718512256974</c:v>
                </c:pt>
                <c:pt idx="476">
                  <c:v>0.010650887574</c:v>
                </c:pt>
                <c:pt idx="477">
                  <c:v>-0.0710059171598</c:v>
                </c:pt>
                <c:pt idx="478">
                  <c:v>0.260185967878</c:v>
                </c:pt>
                <c:pt idx="479">
                  <c:v>0.0382079459003</c:v>
                </c:pt>
                <c:pt idx="480">
                  <c:v>-0.029078613694</c:v>
                </c:pt>
                <c:pt idx="481">
                  <c:v>-0.0993237531699</c:v>
                </c:pt>
                <c:pt idx="482">
                  <c:v>-0.0121724429417</c:v>
                </c:pt>
                <c:pt idx="483">
                  <c:v>-0.173626373626</c:v>
                </c:pt>
                <c:pt idx="484">
                  <c:v>0.0429416737109</c:v>
                </c:pt>
                <c:pt idx="485">
                  <c:v>0.00355029585799</c:v>
                </c:pt>
                <c:pt idx="486">
                  <c:v>-0.115638207946</c:v>
                </c:pt>
                <c:pt idx="487">
                  <c:v>0.0804733727811</c:v>
                </c:pt>
                <c:pt idx="488">
                  <c:v>-0.0793744716822</c:v>
                </c:pt>
                <c:pt idx="489">
                  <c:v>0.256128486898</c:v>
                </c:pt>
                <c:pt idx="490">
                  <c:v>0.0919695688926</c:v>
                </c:pt>
                <c:pt idx="491">
                  <c:v>0.00498732037194</c:v>
                </c:pt>
                <c:pt idx="492">
                  <c:v>0.203127641589</c:v>
                </c:pt>
                <c:pt idx="493">
                  <c:v>-0.0787827557058</c:v>
                </c:pt>
                <c:pt idx="494">
                  <c:v>0.00456466610313</c:v>
                </c:pt>
                <c:pt idx="495">
                  <c:v>0.0759932375317</c:v>
                </c:pt>
                <c:pt idx="496">
                  <c:v>-0.0258664412511</c:v>
                </c:pt>
                <c:pt idx="497">
                  <c:v>-0.0758241758242</c:v>
                </c:pt>
                <c:pt idx="498">
                  <c:v>-0.146407438715</c:v>
                </c:pt>
                <c:pt idx="499">
                  <c:v>0.0182586644125</c:v>
                </c:pt>
                <c:pt idx="500">
                  <c:v>-0.16517328825</c:v>
                </c:pt>
                <c:pt idx="501">
                  <c:v>-0.0663567202029</c:v>
                </c:pt>
                <c:pt idx="502">
                  <c:v>0.05460693153</c:v>
                </c:pt>
                <c:pt idx="503">
                  <c:v>-0.213440405748</c:v>
                </c:pt>
                <c:pt idx="504">
                  <c:v>0</c:v>
                </c:pt>
                <c:pt idx="505">
                  <c:v>0.0515638207946</c:v>
                </c:pt>
                <c:pt idx="506">
                  <c:v>-0.222654268808</c:v>
                </c:pt>
                <c:pt idx="507">
                  <c:v>0.129501267963</c:v>
                </c:pt>
                <c:pt idx="508">
                  <c:v>0.00963651732883</c:v>
                </c:pt>
                <c:pt idx="509">
                  <c:v>-0.0853761622992</c:v>
                </c:pt>
                <c:pt idx="510">
                  <c:v>0.141927303466</c:v>
                </c:pt>
                <c:pt idx="511">
                  <c:v>-0.0240067624683</c:v>
                </c:pt>
                <c:pt idx="512">
                  <c:v>0.00633981403212</c:v>
                </c:pt>
                <c:pt idx="513">
                  <c:v>0.0420963651733</c:v>
                </c:pt>
                <c:pt idx="514">
                  <c:v>0.00185967878276</c:v>
                </c:pt>
                <c:pt idx="515">
                  <c:v>-0.0456466610313</c:v>
                </c:pt>
                <c:pt idx="516">
                  <c:v>-0.0889264581572</c:v>
                </c:pt>
                <c:pt idx="517">
                  <c:v>-0.0513947590871</c:v>
                </c:pt>
                <c:pt idx="518">
                  <c:v>0.121301775148</c:v>
                </c:pt>
                <c:pt idx="519">
                  <c:v>-0.0094674556213</c:v>
                </c:pt>
                <c:pt idx="520">
                  <c:v>-0.0427726120034</c:v>
                </c:pt>
                <c:pt idx="521">
                  <c:v>0.114623837701</c:v>
                </c:pt>
                <c:pt idx="522">
                  <c:v>-0.00896027049873</c:v>
                </c:pt>
                <c:pt idx="523">
                  <c:v>-0.0530853761623</c:v>
                </c:pt>
                <c:pt idx="524">
                  <c:v>-0.0261200338123</c:v>
                </c:pt>
                <c:pt idx="525">
                  <c:v>-0.0557058326289</c:v>
                </c:pt>
                <c:pt idx="526">
                  <c:v>-0.043617920541</c:v>
                </c:pt>
                <c:pt idx="527">
                  <c:v>-0.021639898563</c:v>
                </c:pt>
                <c:pt idx="528">
                  <c:v>-0.056382079459</c:v>
                </c:pt>
                <c:pt idx="529">
                  <c:v>0.109044801352</c:v>
                </c:pt>
                <c:pt idx="530">
                  <c:v>0.0485207100592</c:v>
                </c:pt>
                <c:pt idx="531">
                  <c:v>-0.0557903634827</c:v>
                </c:pt>
                <c:pt idx="532">
                  <c:v>-0.0119188503804</c:v>
                </c:pt>
                <c:pt idx="533">
                  <c:v>-0.0316145393068</c:v>
                </c:pt>
                <c:pt idx="534">
                  <c:v>-0.0167371090448</c:v>
                </c:pt>
                <c:pt idx="535">
                  <c:v>0.00253592561285</c:v>
                </c:pt>
                <c:pt idx="536">
                  <c:v>0.234319526627</c:v>
                </c:pt>
                <c:pt idx="537">
                  <c:v>0.00963651732883</c:v>
                </c:pt>
                <c:pt idx="538">
                  <c:v>-0.30853761623</c:v>
                </c:pt>
                <c:pt idx="539">
                  <c:v>-0.000253592561285</c:v>
                </c:pt>
                <c:pt idx="540">
                  <c:v>-0.0770076077768</c:v>
                </c:pt>
                <c:pt idx="541">
                  <c:v>0.0868131868132</c:v>
                </c:pt>
                <c:pt idx="542">
                  <c:v>0.0327979712595</c:v>
                </c:pt>
                <c:pt idx="543">
                  <c:v>0.0377007607777</c:v>
                </c:pt>
                <c:pt idx="544">
                  <c:v>0.0253592561285</c:v>
                </c:pt>
                <c:pt idx="545">
                  <c:v>0.164327979713</c:v>
                </c:pt>
                <c:pt idx="546">
                  <c:v>0.0831783601014</c:v>
                </c:pt>
                <c:pt idx="547">
                  <c:v>-0.24674556213</c:v>
                </c:pt>
                <c:pt idx="548">
                  <c:v>0.106001690617</c:v>
                </c:pt>
                <c:pt idx="549">
                  <c:v>-0.136939983094</c:v>
                </c:pt>
                <c:pt idx="550">
                  <c:v>-0.0200338123415</c:v>
                </c:pt>
                <c:pt idx="551">
                  <c:v>-0.091124260355</c:v>
                </c:pt>
                <c:pt idx="552">
                  <c:v>-0.00997464074387</c:v>
                </c:pt>
                <c:pt idx="553">
                  <c:v>0.0114961961116</c:v>
                </c:pt>
                <c:pt idx="554">
                  <c:v>-0.0292476754015</c:v>
                </c:pt>
                <c:pt idx="555">
                  <c:v>0.0246830092984</c:v>
                </c:pt>
                <c:pt idx="556">
                  <c:v>0.0526627218935</c:v>
                </c:pt>
                <c:pt idx="557">
                  <c:v>0.0544378698225</c:v>
                </c:pt>
                <c:pt idx="558">
                  <c:v>0.0732882502113</c:v>
                </c:pt>
                <c:pt idx="559">
                  <c:v>0.00997464074387</c:v>
                </c:pt>
                <c:pt idx="560">
                  <c:v>0.147590870668</c:v>
                </c:pt>
                <c:pt idx="561">
                  <c:v>0.00532544378698</c:v>
                </c:pt>
                <c:pt idx="562">
                  <c:v>0.175147928994</c:v>
                </c:pt>
                <c:pt idx="563">
                  <c:v>0.0163989856298</c:v>
                </c:pt>
                <c:pt idx="564">
                  <c:v>0.1842772612</c:v>
                </c:pt>
                <c:pt idx="565">
                  <c:v>-0.016652578191</c:v>
                </c:pt>
                <c:pt idx="566">
                  <c:v>0.138292476754</c:v>
                </c:pt>
                <c:pt idx="567">
                  <c:v>-0.0010989010989</c:v>
                </c:pt>
                <c:pt idx="568">
                  <c:v>0.124598478445</c:v>
                </c:pt>
                <c:pt idx="569">
                  <c:v>-0.000338123415046</c:v>
                </c:pt>
                <c:pt idx="570">
                  <c:v>0.099661876585</c:v>
                </c:pt>
                <c:pt idx="571">
                  <c:v>-0.0213017751479</c:v>
                </c:pt>
                <c:pt idx="572">
                  <c:v>0.0468300929839</c:v>
                </c:pt>
                <c:pt idx="573">
                  <c:v>-0.0590025359256</c:v>
                </c:pt>
                <c:pt idx="574">
                  <c:v>0.000591715976331</c:v>
                </c:pt>
                <c:pt idx="575">
                  <c:v>-0.135080304311</c:v>
                </c:pt>
                <c:pt idx="576">
                  <c:v>-0.00659340659341</c:v>
                </c:pt>
                <c:pt idx="577">
                  <c:v>-0.167793744717</c:v>
                </c:pt>
                <c:pt idx="578">
                  <c:v>-0.0028740490279</c:v>
                </c:pt>
                <c:pt idx="579">
                  <c:v>-0.153169907016</c:v>
                </c:pt>
                <c:pt idx="580">
                  <c:v>0.0111580726965</c:v>
                </c:pt>
                <c:pt idx="581">
                  <c:v>-0.109044801352</c:v>
                </c:pt>
                <c:pt idx="582">
                  <c:v>0.0667793744717</c:v>
                </c:pt>
                <c:pt idx="583">
                  <c:v>-0.0185967878276</c:v>
                </c:pt>
                <c:pt idx="584">
                  <c:v>0.0745562130178</c:v>
                </c:pt>
                <c:pt idx="585">
                  <c:v>0.11056635672</c:v>
                </c:pt>
                <c:pt idx="586">
                  <c:v>0.0838546069315</c:v>
                </c:pt>
                <c:pt idx="587">
                  <c:v>0.144209636517</c:v>
                </c:pt>
                <c:pt idx="588">
                  <c:v>0.0317836010144</c:v>
                </c:pt>
                <c:pt idx="589">
                  <c:v>0.109721048183</c:v>
                </c:pt>
                <c:pt idx="590">
                  <c:v>-0.0175824175824</c:v>
                </c:pt>
                <c:pt idx="591">
                  <c:v>0.0799661876585</c:v>
                </c:pt>
                <c:pt idx="592">
                  <c:v>-0.0668639053254</c:v>
                </c:pt>
                <c:pt idx="593">
                  <c:v>0.0268808114962</c:v>
                </c:pt>
                <c:pt idx="594">
                  <c:v>-0.123837700761</c:v>
                </c:pt>
                <c:pt idx="595">
                  <c:v>0.000591715976331</c:v>
                </c:pt>
                <c:pt idx="596">
                  <c:v>-0.158918005072</c:v>
                </c:pt>
                <c:pt idx="597">
                  <c:v>-0.0116652578191</c:v>
                </c:pt>
                <c:pt idx="598">
                  <c:v>-0.170245139476</c:v>
                </c:pt>
                <c:pt idx="599">
                  <c:v>0.000338123415046</c:v>
                </c:pt>
                <c:pt idx="600">
                  <c:v>-0.130853761623</c:v>
                </c:pt>
                <c:pt idx="601">
                  <c:v>0.0284868977177</c:v>
                </c:pt>
                <c:pt idx="602">
                  <c:v>-0.0639898562975</c:v>
                </c:pt>
                <c:pt idx="603">
                  <c:v>0.0485207100592</c:v>
                </c:pt>
                <c:pt idx="604">
                  <c:v>0.0169907016061</c:v>
                </c:pt>
                <c:pt idx="605">
                  <c:v>0.0774302620456</c:v>
                </c:pt>
                <c:pt idx="606">
                  <c:v>0.112426035503</c:v>
                </c:pt>
                <c:pt idx="607">
                  <c:v>0.0718512256974</c:v>
                </c:pt>
                <c:pt idx="608">
                  <c:v>0.155198647506</c:v>
                </c:pt>
                <c:pt idx="609">
                  <c:v>0.0152155536771</c:v>
                </c:pt>
                <c:pt idx="610">
                  <c:v>0.108030431107</c:v>
                </c:pt>
                <c:pt idx="611">
                  <c:v>-0.0478444632291</c:v>
                </c:pt>
                <c:pt idx="612">
                  <c:v>0.0194420963652</c:v>
                </c:pt>
                <c:pt idx="613">
                  <c:v>-0.114032121724</c:v>
                </c:pt>
                <c:pt idx="614">
                  <c:v>-0.0363482671175</c:v>
                </c:pt>
                <c:pt idx="615">
                  <c:v>-0.164919695689</c:v>
                </c:pt>
                <c:pt idx="616">
                  <c:v>-0.048943364328</c:v>
                </c:pt>
                <c:pt idx="617">
                  <c:v>-0.160608622147</c:v>
                </c:pt>
                <c:pt idx="618">
                  <c:v>-0.0246830092984</c:v>
                </c:pt>
                <c:pt idx="619">
                  <c:v>-0.0760777683855</c:v>
                </c:pt>
                <c:pt idx="620">
                  <c:v>0.00870667793745</c:v>
                </c:pt>
                <c:pt idx="621">
                  <c:v>0.0114961961116</c:v>
                </c:pt>
                <c:pt idx="622">
                  <c:v>0.0160608622147</c:v>
                </c:pt>
                <c:pt idx="623">
                  <c:v>0.0442096365173</c:v>
                </c:pt>
                <c:pt idx="624">
                  <c:v>0.0072696534235</c:v>
                </c:pt>
                <c:pt idx="625">
                  <c:v>0.0841927303466</c:v>
                </c:pt>
                <c:pt idx="626">
                  <c:v>-0.00262045646661</c:v>
                </c:pt>
                <c:pt idx="627">
                  <c:v>0.111073541843</c:v>
                </c:pt>
                <c:pt idx="628">
                  <c:v>-0.0245139475909</c:v>
                </c:pt>
                <c:pt idx="629">
                  <c:v>0.094336432798</c:v>
                </c:pt>
                <c:pt idx="630">
                  <c:v>-0.0498732037194</c:v>
                </c:pt>
                <c:pt idx="631">
                  <c:v>0.038292476754</c:v>
                </c:pt>
                <c:pt idx="632">
                  <c:v>-0.114961961116</c:v>
                </c:pt>
                <c:pt idx="633">
                  <c:v>-0.0282333051564</c:v>
                </c:pt>
                <c:pt idx="634">
                  <c:v>-0.10650887574</c:v>
                </c:pt>
                <c:pt idx="635">
                  <c:v>-0.0592561284869</c:v>
                </c:pt>
                <c:pt idx="636">
                  <c:v>-0.00473372781065</c:v>
                </c:pt>
                <c:pt idx="637">
                  <c:v>0.0571428571429</c:v>
                </c:pt>
                <c:pt idx="638">
                  <c:v>0.253592561285</c:v>
                </c:pt>
                <c:pt idx="639">
                  <c:v>0.146407438715</c:v>
                </c:pt>
                <c:pt idx="640">
                  <c:v>0.248689771767</c:v>
                </c:pt>
                <c:pt idx="641">
                  <c:v>-0.0997464074387</c:v>
                </c:pt>
                <c:pt idx="642">
                  <c:v>-0.0922231614539</c:v>
                </c:pt>
                <c:pt idx="643">
                  <c:v>-0.16517328825</c:v>
                </c:pt>
                <c:pt idx="644">
                  <c:v>-0.0824175824176</c:v>
                </c:pt>
                <c:pt idx="645">
                  <c:v>-0.159425190194</c:v>
                </c:pt>
                <c:pt idx="646">
                  <c:v>-0.00693153000845</c:v>
                </c:pt>
                <c:pt idx="647">
                  <c:v>-0.0116652578191</c:v>
                </c:pt>
                <c:pt idx="648">
                  <c:v>0.11775147929</c:v>
                </c:pt>
                <c:pt idx="649">
                  <c:v>0.213440405748</c:v>
                </c:pt>
                <c:pt idx="650">
                  <c:v>0.0508875739645</c:v>
                </c:pt>
                <c:pt idx="651">
                  <c:v>0.200169061708</c:v>
                </c:pt>
                <c:pt idx="652">
                  <c:v>-0.0655114116653</c:v>
                </c:pt>
                <c:pt idx="653">
                  <c:v>-0.0323753169907</c:v>
                </c:pt>
                <c:pt idx="654">
                  <c:v>-0.0228233305156</c:v>
                </c:pt>
                <c:pt idx="655">
                  <c:v>-0.115638207946</c:v>
                </c:pt>
                <c:pt idx="656">
                  <c:v>-0.0654268808115</c:v>
                </c:pt>
                <c:pt idx="657">
                  <c:v>0.0209636517329</c:v>
                </c:pt>
                <c:pt idx="658">
                  <c:v>-0.152831783601</c:v>
                </c:pt>
                <c:pt idx="659">
                  <c:v>0.097886728656</c:v>
                </c:pt>
                <c:pt idx="660">
                  <c:v>0.0160608622147</c:v>
                </c:pt>
                <c:pt idx="661">
                  <c:v>0.025190194421</c:v>
                </c:pt>
                <c:pt idx="662">
                  <c:v>0.246153846154</c:v>
                </c:pt>
                <c:pt idx="663">
                  <c:v>-0.00202874049028</c:v>
                </c:pt>
                <c:pt idx="664">
                  <c:v>0.103719357566</c:v>
                </c:pt>
                <c:pt idx="665">
                  <c:v>0.0268808114962</c:v>
                </c:pt>
                <c:pt idx="666">
                  <c:v>-0.00583262890955</c:v>
                </c:pt>
                <c:pt idx="667">
                  <c:v>-0.00540997464074</c:v>
                </c:pt>
                <c:pt idx="668">
                  <c:v>-0.0600169061708</c:v>
                </c:pt>
                <c:pt idx="669">
                  <c:v>-0.0525781910397</c:v>
                </c:pt>
                <c:pt idx="670">
                  <c:v>-0.0759932375317</c:v>
                </c:pt>
                <c:pt idx="671">
                  <c:v>-0.220287404903</c:v>
                </c:pt>
                <c:pt idx="672">
                  <c:v>-0.00473372781065</c:v>
                </c:pt>
                <c:pt idx="673">
                  <c:v>-0.148267117498</c:v>
                </c:pt>
                <c:pt idx="674">
                  <c:v>0.0645815722739</c:v>
                </c:pt>
                <c:pt idx="675">
                  <c:v>-0.0633136094675</c:v>
                </c:pt>
                <c:pt idx="676">
                  <c:v>0.0275570583263</c:v>
                </c:pt>
                <c:pt idx="677">
                  <c:v>-0.0791208791209</c:v>
                </c:pt>
                <c:pt idx="678">
                  <c:v>0.0355029585799</c:v>
                </c:pt>
                <c:pt idx="679">
                  <c:v>-0.0312764158918</c:v>
                </c:pt>
                <c:pt idx="680">
                  <c:v>0.0373626373626</c:v>
                </c:pt>
                <c:pt idx="681">
                  <c:v>0.0630600169062</c:v>
                </c:pt>
                <c:pt idx="682">
                  <c:v>0.0204564666103</c:v>
                </c:pt>
                <c:pt idx="683">
                  <c:v>0.135164835165</c:v>
                </c:pt>
                <c:pt idx="684">
                  <c:v>0.0262045646661</c:v>
                </c:pt>
                <c:pt idx="685">
                  <c:v>0.121555367709</c:v>
                </c:pt>
                <c:pt idx="686">
                  <c:v>-0.00532544378698</c:v>
                </c:pt>
                <c:pt idx="687">
                  <c:v>0.061707523246</c:v>
                </c:pt>
                <c:pt idx="688">
                  <c:v>-0.0574809805579</c:v>
                </c:pt>
                <c:pt idx="689">
                  <c:v>0.0111580726965</c:v>
                </c:pt>
                <c:pt idx="690">
                  <c:v>-0.131868131868</c:v>
                </c:pt>
                <c:pt idx="691">
                  <c:v>-0.0278951817413</c:v>
                </c:pt>
                <c:pt idx="692">
                  <c:v>-0.16314454776</c:v>
                </c:pt>
                <c:pt idx="693">
                  <c:v>-0.0213017751479</c:v>
                </c:pt>
                <c:pt idx="694">
                  <c:v>-0.114116652578</c:v>
                </c:pt>
                <c:pt idx="695">
                  <c:v>0.00760777683855</c:v>
                </c:pt>
                <c:pt idx="696">
                  <c:v>-0.025190194421</c:v>
                </c:pt>
                <c:pt idx="697">
                  <c:v>0.0207945900254</c:v>
                </c:pt>
                <c:pt idx="698">
                  <c:v>0.0530008453085</c:v>
                </c:pt>
                <c:pt idx="699">
                  <c:v>0.0196111580727</c:v>
                </c:pt>
                <c:pt idx="700">
                  <c:v>0.0989010989011</c:v>
                </c:pt>
                <c:pt idx="701">
                  <c:v>0.0318681318681</c:v>
                </c:pt>
                <c:pt idx="702">
                  <c:v>0.126627218935</c:v>
                </c:pt>
                <c:pt idx="703">
                  <c:v>0.0320371935757</c:v>
                </c:pt>
                <c:pt idx="704">
                  <c:v>0.096111580727</c:v>
                </c:pt>
                <c:pt idx="705">
                  <c:v>0.00202874049028</c:v>
                </c:pt>
                <c:pt idx="706">
                  <c:v>0.0664412510566</c:v>
                </c:pt>
                <c:pt idx="707">
                  <c:v>-0.0405748098056</c:v>
                </c:pt>
                <c:pt idx="708">
                  <c:v>0.0275570583263</c:v>
                </c:pt>
                <c:pt idx="709">
                  <c:v>-0.125781910397</c:v>
                </c:pt>
                <c:pt idx="710">
                  <c:v>-0.0101437024514</c:v>
                </c:pt>
                <c:pt idx="711">
                  <c:v>-0.0948436179205</c:v>
                </c:pt>
                <c:pt idx="712">
                  <c:v>0.0103127641589</c:v>
                </c:pt>
                <c:pt idx="713">
                  <c:v>-0.0589180050719</c:v>
                </c:pt>
                <c:pt idx="714">
                  <c:v>0.0213017751479</c:v>
                </c:pt>
                <c:pt idx="715">
                  <c:v>-0.03617920541</c:v>
                </c:pt>
                <c:pt idx="716">
                  <c:v>0.0463229078614</c:v>
                </c:pt>
                <c:pt idx="717">
                  <c:v>-0.0129332206255</c:v>
                </c:pt>
                <c:pt idx="718">
                  <c:v>0.0232459847844</c:v>
                </c:pt>
                <c:pt idx="719">
                  <c:v>-0.0103127641589</c:v>
                </c:pt>
                <c:pt idx="720">
                  <c:v>0.0174978867287</c:v>
                </c:pt>
                <c:pt idx="721">
                  <c:v>-0.00786136939983</c:v>
                </c:pt>
                <c:pt idx="722">
                  <c:v>-0.00388841927303</c:v>
                </c:pt>
                <c:pt idx="723">
                  <c:v>0.014539306847</c:v>
                </c:pt>
                <c:pt idx="724">
                  <c:v>0.00659340659341</c:v>
                </c:pt>
                <c:pt idx="725">
                  <c:v>0.0128486897718</c:v>
                </c:pt>
                <c:pt idx="726">
                  <c:v>0.00819949281488</c:v>
                </c:pt>
                <c:pt idx="727">
                  <c:v>0.0324598478445</c:v>
                </c:pt>
                <c:pt idx="728">
                  <c:v>0.000845308537616</c:v>
                </c:pt>
                <c:pt idx="729">
                  <c:v>0.0112426035503</c:v>
                </c:pt>
                <c:pt idx="730">
                  <c:v>0.00912933220626</c:v>
                </c:pt>
                <c:pt idx="731">
                  <c:v>-0.00642434488588</c:v>
                </c:pt>
                <c:pt idx="732">
                  <c:v>-0.00557903634827</c:v>
                </c:pt>
                <c:pt idx="733">
                  <c:v>0.0028740490279</c:v>
                </c:pt>
                <c:pt idx="734">
                  <c:v>-0.00304311073542</c:v>
                </c:pt>
                <c:pt idx="735">
                  <c:v>0.014539306847</c:v>
                </c:pt>
                <c:pt idx="736">
                  <c:v>-0.00777683854607</c:v>
                </c:pt>
                <c:pt idx="737">
                  <c:v>0.0104818258664</c:v>
                </c:pt>
                <c:pt idx="738">
                  <c:v>0.00490278951817</c:v>
                </c:pt>
                <c:pt idx="739">
                  <c:v>-0.00879120879121</c:v>
                </c:pt>
                <c:pt idx="740">
                  <c:v>0.0241758241758</c:v>
                </c:pt>
                <c:pt idx="741">
                  <c:v>0.00160608622147</c:v>
                </c:pt>
                <c:pt idx="742">
                  <c:v>0.0227387996619</c:v>
                </c:pt>
                <c:pt idx="743">
                  <c:v>0.00972104818259</c:v>
                </c:pt>
                <c:pt idx="744">
                  <c:v>0.0209636517329</c:v>
                </c:pt>
                <c:pt idx="745">
                  <c:v>-0.0387151310228</c:v>
                </c:pt>
                <c:pt idx="746">
                  <c:v>0.0321217244294</c:v>
                </c:pt>
                <c:pt idx="747">
                  <c:v>-0.0442941673711</c:v>
                </c:pt>
                <c:pt idx="748">
                  <c:v>0.0362637362637</c:v>
                </c:pt>
                <c:pt idx="749">
                  <c:v>-0.0556213017751</c:v>
                </c:pt>
                <c:pt idx="750">
                  <c:v>0.0603550295858</c:v>
                </c:pt>
                <c:pt idx="751">
                  <c:v>-0.0135249366019</c:v>
                </c:pt>
                <c:pt idx="752">
                  <c:v>0.076246830093</c:v>
                </c:pt>
                <c:pt idx="753">
                  <c:v>0.0654268808115</c:v>
                </c:pt>
                <c:pt idx="754">
                  <c:v>-0.125359256128</c:v>
                </c:pt>
                <c:pt idx="755">
                  <c:v>-0.00431107354184</c:v>
                </c:pt>
                <c:pt idx="756">
                  <c:v>-0.0260355029586</c:v>
                </c:pt>
                <c:pt idx="757">
                  <c:v>0.091124260355</c:v>
                </c:pt>
                <c:pt idx="758">
                  <c:v>-0.0250211327134</c:v>
                </c:pt>
                <c:pt idx="759">
                  <c:v>-0.208960270499</c:v>
                </c:pt>
                <c:pt idx="760">
                  <c:v>0.0508875739645</c:v>
                </c:pt>
                <c:pt idx="761">
                  <c:v>-0.000676246830093</c:v>
                </c:pt>
                <c:pt idx="762">
                  <c:v>0.187489433643</c:v>
                </c:pt>
                <c:pt idx="763">
                  <c:v>-0.0485207100592</c:v>
                </c:pt>
                <c:pt idx="764">
                  <c:v>-0.1303465765</c:v>
                </c:pt>
                <c:pt idx="765">
                  <c:v>-0.145224006762</c:v>
                </c:pt>
                <c:pt idx="766">
                  <c:v>0.0500422654269</c:v>
                </c:pt>
                <c:pt idx="767">
                  <c:v>-0.133220625528</c:v>
                </c:pt>
                <c:pt idx="768">
                  <c:v>0.129163144548</c:v>
                </c:pt>
                <c:pt idx="769">
                  <c:v>-0.023753169907</c:v>
                </c:pt>
                <c:pt idx="770">
                  <c:v>0.29146238377</c:v>
                </c:pt>
                <c:pt idx="771">
                  <c:v>0.0540152155537</c:v>
                </c:pt>
                <c:pt idx="772">
                  <c:v>-0.0975486052409</c:v>
                </c:pt>
                <c:pt idx="773">
                  <c:v>0.104649196957</c:v>
                </c:pt>
                <c:pt idx="774">
                  <c:v>-0.112933220626</c:v>
                </c:pt>
                <c:pt idx="775">
                  <c:v>-0.0645815722739</c:v>
                </c:pt>
                <c:pt idx="776">
                  <c:v>-0.0902789518174</c:v>
                </c:pt>
                <c:pt idx="777">
                  <c:v>-0.155536770921</c:v>
                </c:pt>
                <c:pt idx="778">
                  <c:v>-0.0158918005072</c:v>
                </c:pt>
                <c:pt idx="779">
                  <c:v>-0.212510566357</c:v>
                </c:pt>
                <c:pt idx="780">
                  <c:v>0.0135249366019</c:v>
                </c:pt>
                <c:pt idx="781">
                  <c:v>-0.0604395604396</c:v>
                </c:pt>
                <c:pt idx="782">
                  <c:v>-0.206931530008</c:v>
                </c:pt>
                <c:pt idx="783">
                  <c:v>0.147675401522</c:v>
                </c:pt>
                <c:pt idx="784">
                  <c:v>-0.146491969569</c:v>
                </c:pt>
                <c:pt idx="785">
                  <c:v>-0.043279797126</c:v>
                </c:pt>
                <c:pt idx="786">
                  <c:v>0.107607776839</c:v>
                </c:pt>
                <c:pt idx="787">
                  <c:v>-0.232967032967</c:v>
                </c:pt>
                <c:pt idx="788">
                  <c:v>0.128825021133</c:v>
                </c:pt>
                <c:pt idx="789">
                  <c:v>0.0786136939983</c:v>
                </c:pt>
                <c:pt idx="790">
                  <c:v>-0.190532544379</c:v>
                </c:pt>
                <c:pt idx="791">
                  <c:v>0.0853761622992</c:v>
                </c:pt>
                <c:pt idx="792">
                  <c:v>-0.0119188503804</c:v>
                </c:pt>
                <c:pt idx="793">
                  <c:v>-0.122400676247</c:v>
                </c:pt>
                <c:pt idx="794">
                  <c:v>-0.0272189349112</c:v>
                </c:pt>
                <c:pt idx="795">
                  <c:v>-0.0157227387997</c:v>
                </c:pt>
                <c:pt idx="796">
                  <c:v>-0.0973795435334</c:v>
                </c:pt>
                <c:pt idx="797">
                  <c:v>-0.0377852916314</c:v>
                </c:pt>
                <c:pt idx="798">
                  <c:v>-0.0202874049028</c:v>
                </c:pt>
                <c:pt idx="799">
                  <c:v>-0.118681318681</c:v>
                </c:pt>
                <c:pt idx="800">
                  <c:v>-0.0534234995773</c:v>
                </c:pt>
                <c:pt idx="801">
                  <c:v>0.00295857988166</c:v>
                </c:pt>
                <c:pt idx="802">
                  <c:v>-0.111580726965</c:v>
                </c:pt>
                <c:pt idx="803">
                  <c:v>-0.0395604395604</c:v>
                </c:pt>
                <c:pt idx="804">
                  <c:v>0.00152155536771</c:v>
                </c:pt>
                <c:pt idx="805">
                  <c:v>-0.0914623837701</c:v>
                </c:pt>
                <c:pt idx="806">
                  <c:v>-0.0277261200338</c:v>
                </c:pt>
                <c:pt idx="807">
                  <c:v>-0.000760777683855</c:v>
                </c:pt>
                <c:pt idx="808">
                  <c:v>-0.0694843617921</c:v>
                </c:pt>
                <c:pt idx="809">
                  <c:v>-0.0459847844463</c:v>
                </c:pt>
                <c:pt idx="810">
                  <c:v>-0.00321217244294</c:v>
                </c:pt>
                <c:pt idx="811">
                  <c:v>-0.0632290786137</c:v>
                </c:pt>
                <c:pt idx="812">
                  <c:v>-0.00896027049873</c:v>
                </c:pt>
                <c:pt idx="813">
                  <c:v>-0.00304311073542</c:v>
                </c:pt>
                <c:pt idx="814">
                  <c:v>-0.0437024513948</c:v>
                </c:pt>
                <c:pt idx="815">
                  <c:v>0.00574809805579</c:v>
                </c:pt>
                <c:pt idx="816">
                  <c:v>-0.0316145393068</c:v>
                </c:pt>
                <c:pt idx="817">
                  <c:v>-0.0165680473373</c:v>
                </c:pt>
                <c:pt idx="818">
                  <c:v>-0.0100591715976</c:v>
                </c:pt>
                <c:pt idx="819">
                  <c:v>0.00245139475909</c:v>
                </c:pt>
                <c:pt idx="820">
                  <c:v>0.0752324598478</c:v>
                </c:pt>
                <c:pt idx="821">
                  <c:v>0.00338123415046</c:v>
                </c:pt>
                <c:pt idx="822">
                  <c:v>0.00270498732037</c:v>
                </c:pt>
                <c:pt idx="823">
                  <c:v>0.039729501268</c:v>
                </c:pt>
                <c:pt idx="824">
                  <c:v>-0.00659340659341</c:v>
                </c:pt>
                <c:pt idx="825">
                  <c:v>0.00811496196112</c:v>
                </c:pt>
                <c:pt idx="826">
                  <c:v>0.0129332206255</c:v>
                </c:pt>
                <c:pt idx="827">
                  <c:v>-0.0296703296703</c:v>
                </c:pt>
                <c:pt idx="828">
                  <c:v>-0.00642434488588</c:v>
                </c:pt>
                <c:pt idx="829">
                  <c:v>-0.00355029585799</c:v>
                </c:pt>
                <c:pt idx="830">
                  <c:v>-0.0163989856298</c:v>
                </c:pt>
                <c:pt idx="831">
                  <c:v>0.00912933220626</c:v>
                </c:pt>
                <c:pt idx="832">
                  <c:v>0</c:v>
                </c:pt>
                <c:pt idx="833">
                  <c:v>0.0149619611158</c:v>
                </c:pt>
                <c:pt idx="834">
                  <c:v>-0.0157227387997</c:v>
                </c:pt>
                <c:pt idx="835">
                  <c:v>0.0259509721048</c:v>
                </c:pt>
                <c:pt idx="836">
                  <c:v>-0.0169061707523</c:v>
                </c:pt>
                <c:pt idx="837">
                  <c:v>-0.0207100591716</c:v>
                </c:pt>
                <c:pt idx="838">
                  <c:v>0.0392223161454</c:v>
                </c:pt>
                <c:pt idx="839">
                  <c:v>-0.0316145393068</c:v>
                </c:pt>
                <c:pt idx="840">
                  <c:v>0.00997464074387</c:v>
                </c:pt>
                <c:pt idx="841">
                  <c:v>0.0175824175824</c:v>
                </c:pt>
                <c:pt idx="842">
                  <c:v>-0.0185122569738</c:v>
                </c:pt>
                <c:pt idx="843">
                  <c:v>0.00388841927303</c:v>
                </c:pt>
                <c:pt idx="844">
                  <c:v>0.00169061707523</c:v>
                </c:pt>
                <c:pt idx="845">
                  <c:v>0.000338123415046</c:v>
                </c:pt>
                <c:pt idx="846">
                  <c:v>-0.010989010989</c:v>
                </c:pt>
                <c:pt idx="847">
                  <c:v>0.0114961961116</c:v>
                </c:pt>
                <c:pt idx="848">
                  <c:v>-0.000676246830093</c:v>
                </c:pt>
                <c:pt idx="849">
                  <c:v>-0.0223161453931</c:v>
                </c:pt>
                <c:pt idx="850">
                  <c:v>-0.00152155536771</c:v>
                </c:pt>
                <c:pt idx="851">
                  <c:v>0.00355029585799</c:v>
                </c:pt>
                <c:pt idx="852">
                  <c:v>-0.0221470836855</c:v>
                </c:pt>
                <c:pt idx="853">
                  <c:v>0.00912933220626</c:v>
                </c:pt>
                <c:pt idx="854">
                  <c:v>-0.0153846153846</c:v>
                </c:pt>
                <c:pt idx="855">
                  <c:v>-0.00262045646661</c:v>
                </c:pt>
                <c:pt idx="856">
                  <c:v>0.0043956043956</c:v>
                </c:pt>
                <c:pt idx="857">
                  <c:v>-0.0285714285714</c:v>
                </c:pt>
                <c:pt idx="858">
                  <c:v>0.0157227387997</c:v>
                </c:pt>
                <c:pt idx="859">
                  <c:v>-0.054268808115</c:v>
                </c:pt>
                <c:pt idx="860">
                  <c:v>0.0458157227388</c:v>
                </c:pt>
                <c:pt idx="861">
                  <c:v>-0.0021978021978</c:v>
                </c:pt>
                <c:pt idx="862">
                  <c:v>-0.02696534235</c:v>
                </c:pt>
                <c:pt idx="863">
                  <c:v>0.0236686390533</c:v>
                </c:pt>
                <c:pt idx="864">
                  <c:v>-0.0491969568893</c:v>
                </c:pt>
                <c:pt idx="865">
                  <c:v>0.029078613694</c:v>
                </c:pt>
                <c:pt idx="866">
                  <c:v>0.043279797126</c:v>
                </c:pt>
                <c:pt idx="867">
                  <c:v>-0.0963651732883</c:v>
                </c:pt>
                <c:pt idx="868">
                  <c:v>0.0306001690617</c:v>
                </c:pt>
                <c:pt idx="869">
                  <c:v>-0.0321217244294</c:v>
                </c:pt>
                <c:pt idx="870">
                  <c:v>0.143871513102</c:v>
                </c:pt>
                <c:pt idx="871">
                  <c:v>-0.0263736263736</c:v>
                </c:pt>
                <c:pt idx="872">
                  <c:v>-0.108622147084</c:v>
                </c:pt>
                <c:pt idx="873">
                  <c:v>-0.0540997464074</c:v>
                </c:pt>
                <c:pt idx="874">
                  <c:v>0.0327134404057</c:v>
                </c:pt>
                <c:pt idx="875">
                  <c:v>0.12696534235</c:v>
                </c:pt>
                <c:pt idx="876">
                  <c:v>0.103465765004</c:v>
                </c:pt>
                <c:pt idx="877">
                  <c:v>-0.0857142857143</c:v>
                </c:pt>
                <c:pt idx="878">
                  <c:v>0.0238377007608</c:v>
                </c:pt>
                <c:pt idx="879">
                  <c:v>-0.0706677937447</c:v>
                </c:pt>
                <c:pt idx="880">
                  <c:v>-0.104057480981</c:v>
                </c:pt>
                <c:pt idx="881">
                  <c:v>-0.104142011834</c:v>
                </c:pt>
                <c:pt idx="882">
                  <c:v>0.0944209636517</c:v>
                </c:pt>
                <c:pt idx="883">
                  <c:v>-0.0838546069315</c:v>
                </c:pt>
                <c:pt idx="884">
                  <c:v>0.210819949281</c:v>
                </c:pt>
                <c:pt idx="885">
                  <c:v>-0.0840236686391</c:v>
                </c:pt>
                <c:pt idx="886">
                  <c:v>0.354860524091</c:v>
                </c:pt>
                <c:pt idx="887">
                  <c:v>-0.051056635672</c:v>
                </c:pt>
                <c:pt idx="888">
                  <c:v>-0.0586644125106</c:v>
                </c:pt>
                <c:pt idx="889">
                  <c:v>-0.110904480135</c:v>
                </c:pt>
                <c:pt idx="890">
                  <c:v>-0.0980557903635</c:v>
                </c:pt>
                <c:pt idx="891">
                  <c:v>-0.0021978021978</c:v>
                </c:pt>
                <c:pt idx="892">
                  <c:v>-0.178360101437</c:v>
                </c:pt>
                <c:pt idx="893">
                  <c:v>0.103803888419</c:v>
                </c:pt>
                <c:pt idx="894">
                  <c:v>-0.255452240068</c:v>
                </c:pt>
                <c:pt idx="895">
                  <c:v>0.118850380389</c:v>
                </c:pt>
                <c:pt idx="896">
                  <c:v>0.0689771766695</c:v>
                </c:pt>
                <c:pt idx="897">
                  <c:v>0.0885038038884</c:v>
                </c:pt>
                <c:pt idx="898">
                  <c:v>0.268554522401</c:v>
                </c:pt>
                <c:pt idx="899">
                  <c:v>-0.124598478445</c:v>
                </c:pt>
                <c:pt idx="900">
                  <c:v>0.395773457312</c:v>
                </c:pt>
                <c:pt idx="901">
                  <c:v>-0.0787827557058</c:v>
                </c:pt>
                <c:pt idx="902">
                  <c:v>-0.0876584953508</c:v>
                </c:pt>
                <c:pt idx="903">
                  <c:v>0.151056635672</c:v>
                </c:pt>
                <c:pt idx="904">
                  <c:v>-0.240574809806</c:v>
                </c:pt>
                <c:pt idx="905">
                  <c:v>0.021978021978</c:v>
                </c:pt>
                <c:pt idx="906">
                  <c:v>-0.190025359256</c:v>
                </c:pt>
                <c:pt idx="907">
                  <c:v>-0.110312764159</c:v>
                </c:pt>
                <c:pt idx="908">
                  <c:v>0.0157227387997</c:v>
                </c:pt>
                <c:pt idx="909">
                  <c:v>-0.222231614539</c:v>
                </c:pt>
                <c:pt idx="910">
                  <c:v>0.0627218934911</c:v>
                </c:pt>
                <c:pt idx="911">
                  <c:v>-0.0306001690617</c:v>
                </c:pt>
                <c:pt idx="912">
                  <c:v>-0.148943364328</c:v>
                </c:pt>
                <c:pt idx="913">
                  <c:v>0.149196956889</c:v>
                </c:pt>
                <c:pt idx="914">
                  <c:v>-0.0966187658495</c:v>
                </c:pt>
                <c:pt idx="915">
                  <c:v>-0.0750633981403</c:v>
                </c:pt>
                <c:pt idx="916">
                  <c:v>0.175824175824</c:v>
                </c:pt>
                <c:pt idx="917">
                  <c:v>-0.160608622147</c:v>
                </c:pt>
                <c:pt idx="918">
                  <c:v>-0.0112426035503</c:v>
                </c:pt>
                <c:pt idx="919">
                  <c:v>0.147844463229</c:v>
                </c:pt>
                <c:pt idx="920">
                  <c:v>-0.172950126796</c:v>
                </c:pt>
                <c:pt idx="921">
                  <c:v>0.0140321217244</c:v>
                </c:pt>
                <c:pt idx="922">
                  <c:v>0.143026204565</c:v>
                </c:pt>
                <c:pt idx="923">
                  <c:v>-0.182840236686</c:v>
                </c:pt>
                <c:pt idx="924">
                  <c:v>0.00355029585799</c:v>
                </c:pt>
                <c:pt idx="925">
                  <c:v>0.1078613694</c:v>
                </c:pt>
                <c:pt idx="926">
                  <c:v>-0.159002535926</c:v>
                </c:pt>
                <c:pt idx="927">
                  <c:v>-0.0373626373626</c:v>
                </c:pt>
                <c:pt idx="928">
                  <c:v>0.119526627219</c:v>
                </c:pt>
                <c:pt idx="929">
                  <c:v>-0.156973795435</c:v>
                </c:pt>
                <c:pt idx="930">
                  <c:v>-0.122400676247</c:v>
                </c:pt>
                <c:pt idx="931">
                  <c:v>0.102789518174</c:v>
                </c:pt>
                <c:pt idx="932">
                  <c:v>-0.107523245985</c:v>
                </c:pt>
                <c:pt idx="933">
                  <c:v>-0.215976331361</c:v>
                </c:pt>
                <c:pt idx="934">
                  <c:v>0.0502113271344</c:v>
                </c:pt>
                <c:pt idx="935">
                  <c:v>-0.10921386306</c:v>
                </c:pt>
                <c:pt idx="936">
                  <c:v>-0.0299239222316</c:v>
                </c:pt>
                <c:pt idx="937">
                  <c:v>0.100084530854</c:v>
                </c:pt>
                <c:pt idx="938">
                  <c:v>-0.079797125951</c:v>
                </c:pt>
                <c:pt idx="939">
                  <c:v>0.0794590025359</c:v>
                </c:pt>
                <c:pt idx="940">
                  <c:v>0.0906170752325</c:v>
                </c:pt>
                <c:pt idx="941">
                  <c:v>-0.156804733728</c:v>
                </c:pt>
                <c:pt idx="942">
                  <c:v>0.0569737954353</c:v>
                </c:pt>
                <c:pt idx="943">
                  <c:v>0.0999154691462</c:v>
                </c:pt>
                <c:pt idx="944">
                  <c:v>-0.0382079459003</c:v>
                </c:pt>
                <c:pt idx="945">
                  <c:v>-0.0749788672866</c:v>
                </c:pt>
                <c:pt idx="946">
                  <c:v>0.121555367709</c:v>
                </c:pt>
                <c:pt idx="947">
                  <c:v>0.0559594251902</c:v>
                </c:pt>
                <c:pt idx="948">
                  <c:v>-0.145054945055</c:v>
                </c:pt>
                <c:pt idx="949">
                  <c:v>0.130853761623</c:v>
                </c:pt>
                <c:pt idx="950">
                  <c:v>0.0525781910397</c:v>
                </c:pt>
                <c:pt idx="951">
                  <c:v>-0.0693153000845</c:v>
                </c:pt>
                <c:pt idx="952">
                  <c:v>-0.00642434488588</c:v>
                </c:pt>
                <c:pt idx="953">
                  <c:v>-0.0169907016061</c:v>
                </c:pt>
                <c:pt idx="954">
                  <c:v>0.0630600169062</c:v>
                </c:pt>
                <c:pt idx="955">
                  <c:v>-0.0385460693153</c:v>
                </c:pt>
                <c:pt idx="956">
                  <c:v>-0.0459847844463</c:v>
                </c:pt>
                <c:pt idx="957">
                  <c:v>-0.047168216399</c:v>
                </c:pt>
                <c:pt idx="958">
                  <c:v>-0.0050718512257</c:v>
                </c:pt>
                <c:pt idx="959">
                  <c:v>0.0512256973795</c:v>
                </c:pt>
                <c:pt idx="960">
                  <c:v>0.0896027049873</c:v>
                </c:pt>
                <c:pt idx="961">
                  <c:v>-0.00245139475909</c:v>
                </c:pt>
                <c:pt idx="962">
                  <c:v>-0.0043956043956</c:v>
                </c:pt>
                <c:pt idx="963">
                  <c:v>-0.00346576500423</c:v>
                </c:pt>
                <c:pt idx="964">
                  <c:v>0.00980557903635</c:v>
                </c:pt>
                <c:pt idx="965">
                  <c:v>0.0468300929839</c:v>
                </c:pt>
                <c:pt idx="966">
                  <c:v>-0.0133558748943</c:v>
                </c:pt>
                <c:pt idx="967">
                  <c:v>-0.0162299239222</c:v>
                </c:pt>
                <c:pt idx="968">
                  <c:v>-0.00371935756551</c:v>
                </c:pt>
                <c:pt idx="969">
                  <c:v>-0.0562975486052</c:v>
                </c:pt>
                <c:pt idx="970">
                  <c:v>-0.0396449704142</c:v>
                </c:pt>
                <c:pt idx="971">
                  <c:v>0.00557903634827</c:v>
                </c:pt>
                <c:pt idx="972">
                  <c:v>-0.0177514792899</c:v>
                </c:pt>
                <c:pt idx="973">
                  <c:v>-0.00803043110735</c:v>
                </c:pt>
                <c:pt idx="974">
                  <c:v>0.0162299239222</c:v>
                </c:pt>
                <c:pt idx="975">
                  <c:v>0.00405748098056</c:v>
                </c:pt>
                <c:pt idx="976">
                  <c:v>0.00963651732883</c:v>
                </c:pt>
                <c:pt idx="977">
                  <c:v>0.0240067624683</c:v>
                </c:pt>
                <c:pt idx="978">
                  <c:v>0.00524091293322</c:v>
                </c:pt>
                <c:pt idx="979">
                  <c:v>0.00253592561285</c:v>
                </c:pt>
                <c:pt idx="980">
                  <c:v>0.0131868131868</c:v>
                </c:pt>
                <c:pt idx="981">
                  <c:v>0.0113271344041</c:v>
                </c:pt>
                <c:pt idx="982">
                  <c:v>0.00422654268808</c:v>
                </c:pt>
                <c:pt idx="983">
                  <c:v>0.00862214708369</c:v>
                </c:pt>
                <c:pt idx="984">
                  <c:v>0.00498732037194</c:v>
                </c:pt>
                <c:pt idx="985">
                  <c:v>-0.0109044801352</c:v>
                </c:pt>
                <c:pt idx="986">
                  <c:v>0.039729501268</c:v>
                </c:pt>
                <c:pt idx="987">
                  <c:v>0.00777683854607</c:v>
                </c:pt>
                <c:pt idx="988">
                  <c:v>0.0103127641589</c:v>
                </c:pt>
                <c:pt idx="989">
                  <c:v>0.00355029585799</c:v>
                </c:pt>
                <c:pt idx="990">
                  <c:v>-0.0121724429417</c:v>
                </c:pt>
                <c:pt idx="991">
                  <c:v>-0.00371935756551</c:v>
                </c:pt>
                <c:pt idx="992">
                  <c:v>0.00152155536771</c:v>
                </c:pt>
                <c:pt idx="993">
                  <c:v>0.00777683854607</c:v>
                </c:pt>
                <c:pt idx="994">
                  <c:v>0.0172442941674</c:v>
                </c:pt>
                <c:pt idx="995">
                  <c:v>-0.00194420963652</c:v>
                </c:pt>
                <c:pt idx="996">
                  <c:v>-0.0072696534235</c:v>
                </c:pt>
                <c:pt idx="997">
                  <c:v>0.0133558748943</c:v>
                </c:pt>
                <c:pt idx="998">
                  <c:v>-0.00794590025359</c:v>
                </c:pt>
                <c:pt idx="999">
                  <c:v>0.0158918005072</c:v>
                </c:pt>
                <c:pt idx="1000">
                  <c:v>0.0125105663567</c:v>
                </c:pt>
                <c:pt idx="1001">
                  <c:v>-0.0032967032967</c:v>
                </c:pt>
                <c:pt idx="1002">
                  <c:v>0.00710059171598</c:v>
                </c:pt>
                <c:pt idx="1003">
                  <c:v>0.00253592561285</c:v>
                </c:pt>
                <c:pt idx="1004">
                  <c:v>0.000338123415046</c:v>
                </c:pt>
                <c:pt idx="1005">
                  <c:v>-0.00414201183432</c:v>
                </c:pt>
                <c:pt idx="1006">
                  <c:v>0.00803043110735</c:v>
                </c:pt>
                <c:pt idx="1007">
                  <c:v>-0.00710059171598</c:v>
                </c:pt>
                <c:pt idx="1008">
                  <c:v>-0.00811496196112</c:v>
                </c:pt>
                <c:pt idx="1009">
                  <c:v>0.00456466610313</c:v>
                </c:pt>
                <c:pt idx="1010">
                  <c:v>-0.00591715976331</c:v>
                </c:pt>
                <c:pt idx="1011">
                  <c:v>-0.0125105663567</c:v>
                </c:pt>
                <c:pt idx="1012">
                  <c:v>0.0050718512257</c:v>
                </c:pt>
                <c:pt idx="1013">
                  <c:v>-0.00600169061708</c:v>
                </c:pt>
                <c:pt idx="1014">
                  <c:v>-0.00912933220626</c:v>
                </c:pt>
                <c:pt idx="1015">
                  <c:v>0.00202874049028</c:v>
                </c:pt>
                <c:pt idx="1016">
                  <c:v>0.0181741335587</c:v>
                </c:pt>
                <c:pt idx="1017">
                  <c:v>0.00701606086221</c:v>
                </c:pt>
                <c:pt idx="1018">
                  <c:v>-0.0050718512257</c:v>
                </c:pt>
                <c:pt idx="1019">
                  <c:v>0.000338123415046</c:v>
                </c:pt>
                <c:pt idx="1020">
                  <c:v>-0.00135249366019</c:v>
                </c:pt>
                <c:pt idx="1021">
                  <c:v>0.00701606086221</c:v>
                </c:pt>
                <c:pt idx="1022">
                  <c:v>-0.000338123415046</c:v>
                </c:pt>
                <c:pt idx="1023">
                  <c:v>0.00270498732037</c:v>
                </c:pt>
                <c:pt idx="1024">
                  <c:v>-0.00515638207946</c:v>
                </c:pt>
                <c:pt idx="1025">
                  <c:v>-0.00642434488588</c:v>
                </c:pt>
                <c:pt idx="1026">
                  <c:v>0.00169061707523</c:v>
                </c:pt>
                <c:pt idx="1027">
                  <c:v>0.00557903634827</c:v>
                </c:pt>
                <c:pt idx="1028">
                  <c:v>-0.0125105663567</c:v>
                </c:pt>
                <c:pt idx="1029">
                  <c:v>-0.0103972950127</c:v>
                </c:pt>
                <c:pt idx="1030">
                  <c:v>-0.00185967878276</c:v>
                </c:pt>
                <c:pt idx="1031">
                  <c:v>0.0249366018597</c:v>
                </c:pt>
                <c:pt idx="1032">
                  <c:v>0.0213017751479</c:v>
                </c:pt>
                <c:pt idx="1033">
                  <c:v>0.038292476754</c:v>
                </c:pt>
                <c:pt idx="1034">
                  <c:v>0.0121724429417</c:v>
                </c:pt>
                <c:pt idx="1035">
                  <c:v>-0.00794590025359</c:v>
                </c:pt>
                <c:pt idx="1036">
                  <c:v>0.0189349112426</c:v>
                </c:pt>
                <c:pt idx="1037">
                  <c:v>0.00676246830093</c:v>
                </c:pt>
                <c:pt idx="1038">
                  <c:v>0.021639898563</c:v>
                </c:pt>
                <c:pt idx="1039">
                  <c:v>0.0114116652578</c:v>
                </c:pt>
                <c:pt idx="1040">
                  <c:v>-0.00980557903635</c:v>
                </c:pt>
                <c:pt idx="1041">
                  <c:v>0.00659340659341</c:v>
                </c:pt>
                <c:pt idx="1042">
                  <c:v>-0.0104818258664</c:v>
                </c:pt>
                <c:pt idx="1043">
                  <c:v>0.00566356720203</c:v>
                </c:pt>
                <c:pt idx="1044">
                  <c:v>-0.0094674556213</c:v>
                </c:pt>
                <c:pt idx="1045">
                  <c:v>0.0028740490279</c:v>
                </c:pt>
                <c:pt idx="1046">
                  <c:v>0.0283178360101</c:v>
                </c:pt>
                <c:pt idx="1047">
                  <c:v>-0.0395604395604</c:v>
                </c:pt>
                <c:pt idx="1048">
                  <c:v>0.043617920541</c:v>
                </c:pt>
                <c:pt idx="1049">
                  <c:v>-0.00828402366864</c:v>
                </c:pt>
                <c:pt idx="1050">
                  <c:v>0.00211327134404</c:v>
                </c:pt>
                <c:pt idx="1051">
                  <c:v>0.0010989010989</c:v>
                </c:pt>
                <c:pt idx="1052">
                  <c:v>-0.00498732037194</c:v>
                </c:pt>
                <c:pt idx="1053">
                  <c:v>0.0261200338123</c:v>
                </c:pt>
                <c:pt idx="1054">
                  <c:v>-0.021978021978</c:v>
                </c:pt>
                <c:pt idx="1055">
                  <c:v>0.0458157227388</c:v>
                </c:pt>
                <c:pt idx="1056">
                  <c:v>-0.00980557903635</c:v>
                </c:pt>
                <c:pt idx="1057">
                  <c:v>0.00177514792899</c:v>
                </c:pt>
                <c:pt idx="1058">
                  <c:v>0.00202874049028</c:v>
                </c:pt>
                <c:pt idx="1059">
                  <c:v>-0.00050718512257</c:v>
                </c:pt>
                <c:pt idx="1060">
                  <c:v>-0.00371935756551</c:v>
                </c:pt>
                <c:pt idx="1061">
                  <c:v>0.0160608622147</c:v>
                </c:pt>
                <c:pt idx="1062">
                  <c:v>0.00608622147084</c:v>
                </c:pt>
                <c:pt idx="1063">
                  <c:v>0.00845308537616</c:v>
                </c:pt>
                <c:pt idx="1064">
                  <c:v>-0.00464919695689</c:v>
                </c:pt>
                <c:pt idx="1065">
                  <c:v>0.0010989010989</c:v>
                </c:pt>
                <c:pt idx="1066">
                  <c:v>0.0349957734573</c:v>
                </c:pt>
                <c:pt idx="1067">
                  <c:v>-0.00870667793745</c:v>
                </c:pt>
                <c:pt idx="1068">
                  <c:v>-0.0196111580727</c:v>
                </c:pt>
                <c:pt idx="1069">
                  <c:v>0.0657650042265</c:v>
                </c:pt>
                <c:pt idx="1070">
                  <c:v>-0.00321217244294</c:v>
                </c:pt>
                <c:pt idx="1071">
                  <c:v>-0.0792899408284</c:v>
                </c:pt>
                <c:pt idx="1072">
                  <c:v>-0.00101437024514</c:v>
                </c:pt>
                <c:pt idx="1073">
                  <c:v>0.0331360946746</c:v>
                </c:pt>
                <c:pt idx="1074">
                  <c:v>-0.100253592561</c:v>
                </c:pt>
                <c:pt idx="1075">
                  <c:v>-0.116483516484</c:v>
                </c:pt>
                <c:pt idx="1076">
                  <c:v>-0.0407438715131</c:v>
                </c:pt>
                <c:pt idx="1077">
                  <c:v>0.236517328825</c:v>
                </c:pt>
                <c:pt idx="1078">
                  <c:v>0.0426035502959</c:v>
                </c:pt>
                <c:pt idx="1079">
                  <c:v>-0.14742180896</c:v>
                </c:pt>
                <c:pt idx="1080">
                  <c:v>0.0248520710059</c:v>
                </c:pt>
                <c:pt idx="1081">
                  <c:v>0.105917159763</c:v>
                </c:pt>
                <c:pt idx="1082">
                  <c:v>0.00143702451395</c:v>
                </c:pt>
                <c:pt idx="1083">
                  <c:v>-0.128064243449</c:v>
                </c:pt>
                <c:pt idx="1084">
                  <c:v>-0.0681318681319</c:v>
                </c:pt>
                <c:pt idx="1085">
                  <c:v>0.220118343195</c:v>
                </c:pt>
                <c:pt idx="1086">
                  <c:v>0.0662721893491</c:v>
                </c:pt>
                <c:pt idx="1087">
                  <c:v>-0.152324598478</c:v>
                </c:pt>
                <c:pt idx="1088">
                  <c:v>0.0453085376162</c:v>
                </c:pt>
                <c:pt idx="1089">
                  <c:v>0.0841927303466</c:v>
                </c:pt>
                <c:pt idx="1090">
                  <c:v>0.00659340659341</c:v>
                </c:pt>
                <c:pt idx="1091">
                  <c:v>-0.12831783601</c:v>
                </c:pt>
                <c:pt idx="1092">
                  <c:v>-0.0632290786137</c:v>
                </c:pt>
                <c:pt idx="1093">
                  <c:v>0.149366018597</c:v>
                </c:pt>
                <c:pt idx="1094">
                  <c:v>0.0316145393068</c:v>
                </c:pt>
                <c:pt idx="1095">
                  <c:v>-0.130684699915</c:v>
                </c:pt>
                <c:pt idx="1096">
                  <c:v>0.113947590871</c:v>
                </c:pt>
                <c:pt idx="1097">
                  <c:v>0.101521555368</c:v>
                </c:pt>
                <c:pt idx="1098">
                  <c:v>-0.11707523246</c:v>
                </c:pt>
                <c:pt idx="1099">
                  <c:v>-0.114116652578</c:v>
                </c:pt>
                <c:pt idx="1100">
                  <c:v>0.0256973795435</c:v>
                </c:pt>
                <c:pt idx="1101">
                  <c:v>0.0627218934911</c:v>
                </c:pt>
                <c:pt idx="1102">
                  <c:v>-0.0547759932375</c:v>
                </c:pt>
                <c:pt idx="1103">
                  <c:v>-0.0626373626374</c:v>
                </c:pt>
                <c:pt idx="1104">
                  <c:v>0.170583262891</c:v>
                </c:pt>
                <c:pt idx="1105">
                  <c:v>0.0657650042265</c:v>
                </c:pt>
                <c:pt idx="1106">
                  <c:v>-0.076246830093</c:v>
                </c:pt>
                <c:pt idx="1107">
                  <c:v>0.143871513102</c:v>
                </c:pt>
                <c:pt idx="1108">
                  <c:v>0.054268808115</c:v>
                </c:pt>
                <c:pt idx="1109">
                  <c:v>-0.0798816568047</c:v>
                </c:pt>
                <c:pt idx="1110">
                  <c:v>-0.0334742180896</c:v>
                </c:pt>
                <c:pt idx="1111">
                  <c:v>-0.0655114116653</c:v>
                </c:pt>
                <c:pt idx="1112">
                  <c:v>-0.102789518174</c:v>
                </c:pt>
                <c:pt idx="1113">
                  <c:v>-0.0718512256974</c:v>
                </c:pt>
                <c:pt idx="1114">
                  <c:v>0.014539306847</c:v>
                </c:pt>
                <c:pt idx="1115">
                  <c:v>-0.00473372781065</c:v>
                </c:pt>
                <c:pt idx="1116">
                  <c:v>-0.0419273034658</c:v>
                </c:pt>
                <c:pt idx="1117">
                  <c:v>-0.032967032967</c:v>
                </c:pt>
                <c:pt idx="1118">
                  <c:v>0.11842772612</c:v>
                </c:pt>
                <c:pt idx="1119">
                  <c:v>0.0128486897718</c:v>
                </c:pt>
                <c:pt idx="1120">
                  <c:v>-0.0114961961116</c:v>
                </c:pt>
                <c:pt idx="1121">
                  <c:v>0.224344885883</c:v>
                </c:pt>
                <c:pt idx="1122">
                  <c:v>0.0366863905325</c:v>
                </c:pt>
                <c:pt idx="1123">
                  <c:v>-0.0508875739645</c:v>
                </c:pt>
                <c:pt idx="1124">
                  <c:v>0.0693153000845</c:v>
                </c:pt>
                <c:pt idx="1125">
                  <c:v>0.0193575655114</c:v>
                </c:pt>
                <c:pt idx="1126">
                  <c:v>-0.128486897718</c:v>
                </c:pt>
                <c:pt idx="1127">
                  <c:v>-0.00253592561285</c:v>
                </c:pt>
                <c:pt idx="1128">
                  <c:v>-0.0304311073542</c:v>
                </c:pt>
                <c:pt idx="1129">
                  <c:v>-0.153169907016</c:v>
                </c:pt>
                <c:pt idx="1130">
                  <c:v>-0.080135249366</c:v>
                </c:pt>
                <c:pt idx="1131">
                  <c:v>-0.0157227387997</c:v>
                </c:pt>
                <c:pt idx="1132">
                  <c:v>-0.105156382079</c:v>
                </c:pt>
                <c:pt idx="1133">
                  <c:v>-0.0791208791209</c:v>
                </c:pt>
                <c:pt idx="1134">
                  <c:v>0.0348267117498</c:v>
                </c:pt>
                <c:pt idx="1135">
                  <c:v>-0.0527472527473</c:v>
                </c:pt>
                <c:pt idx="1136">
                  <c:v>-0.103972950127</c:v>
                </c:pt>
                <c:pt idx="1137">
                  <c:v>-0.00464919695689</c:v>
                </c:pt>
                <c:pt idx="1138">
                  <c:v>-0.104311073542</c:v>
                </c:pt>
                <c:pt idx="1139">
                  <c:v>-0.0844463229079</c:v>
                </c:pt>
                <c:pt idx="1140">
                  <c:v>-0.00490278951817</c:v>
                </c:pt>
                <c:pt idx="1141">
                  <c:v>-0.1157227388</c:v>
                </c:pt>
                <c:pt idx="1142">
                  <c:v>-0.0556213017751</c:v>
                </c:pt>
                <c:pt idx="1143">
                  <c:v>0.0395604395604</c:v>
                </c:pt>
                <c:pt idx="1144">
                  <c:v>-0.051056635672</c:v>
                </c:pt>
                <c:pt idx="1145">
                  <c:v>-0.0623837700761</c:v>
                </c:pt>
                <c:pt idx="1146">
                  <c:v>0.0355029585799</c:v>
                </c:pt>
                <c:pt idx="1147">
                  <c:v>-0.0604395604396</c:v>
                </c:pt>
                <c:pt idx="1148">
                  <c:v>0.025528317836</c:v>
                </c:pt>
                <c:pt idx="1149">
                  <c:v>-0.00929839391378</c:v>
                </c:pt>
                <c:pt idx="1150">
                  <c:v>0.0246830092984</c:v>
                </c:pt>
                <c:pt idx="1151">
                  <c:v>-0.00270498732037</c:v>
                </c:pt>
                <c:pt idx="1152">
                  <c:v>-0.00870667793745</c:v>
                </c:pt>
                <c:pt idx="1153">
                  <c:v>0.00371935756551</c:v>
                </c:pt>
                <c:pt idx="1154">
                  <c:v>0.0312764158918</c:v>
                </c:pt>
                <c:pt idx="1155">
                  <c:v>-0.0477599323753</c:v>
                </c:pt>
                <c:pt idx="1156">
                  <c:v>0.0266272189349</c:v>
                </c:pt>
                <c:pt idx="1157">
                  <c:v>0.014201183432</c:v>
                </c:pt>
                <c:pt idx="1158">
                  <c:v>-0.0441251056636</c:v>
                </c:pt>
                <c:pt idx="1159">
                  <c:v>0.0258664412511</c:v>
                </c:pt>
                <c:pt idx="1160">
                  <c:v>-0.014539306847</c:v>
                </c:pt>
                <c:pt idx="1161">
                  <c:v>0.0201183431953</c:v>
                </c:pt>
                <c:pt idx="1162">
                  <c:v>-0.0177514792899</c:v>
                </c:pt>
                <c:pt idx="1163">
                  <c:v>0.0234995773457</c:v>
                </c:pt>
                <c:pt idx="1164">
                  <c:v>0.00566356720203</c:v>
                </c:pt>
                <c:pt idx="1165">
                  <c:v>-0.0245984784446</c:v>
                </c:pt>
                <c:pt idx="1166">
                  <c:v>0.0306846999155</c:v>
                </c:pt>
                <c:pt idx="1167">
                  <c:v>-0.00371935756551</c:v>
                </c:pt>
                <c:pt idx="1168">
                  <c:v>0.00490278951817</c:v>
                </c:pt>
                <c:pt idx="1169">
                  <c:v>-0.0378698224852</c:v>
                </c:pt>
                <c:pt idx="1170">
                  <c:v>0.0531699070161</c:v>
                </c:pt>
                <c:pt idx="1171">
                  <c:v>-0.00464919695689</c:v>
                </c:pt>
                <c:pt idx="1172">
                  <c:v>-0.0375316990702</c:v>
                </c:pt>
                <c:pt idx="1173">
                  <c:v>0.0629754860524</c:v>
                </c:pt>
                <c:pt idx="1174">
                  <c:v>-0.0299239222316</c:v>
                </c:pt>
                <c:pt idx="1175">
                  <c:v>0.0273879966188</c:v>
                </c:pt>
                <c:pt idx="1176">
                  <c:v>-0.0284023668639</c:v>
                </c:pt>
                <c:pt idx="1177">
                  <c:v>0.020202874049</c:v>
                </c:pt>
                <c:pt idx="1178">
                  <c:v>0.043956043956</c:v>
                </c:pt>
                <c:pt idx="1179">
                  <c:v>0.0349112426036</c:v>
                </c:pt>
                <c:pt idx="1180">
                  <c:v>0.0150464919696</c:v>
                </c:pt>
                <c:pt idx="1181">
                  <c:v>-0.118681318681</c:v>
                </c:pt>
                <c:pt idx="1182">
                  <c:v>-0.0150464919696</c:v>
                </c:pt>
                <c:pt idx="1183">
                  <c:v>0.0631445477599</c:v>
                </c:pt>
                <c:pt idx="1184">
                  <c:v>-0.0391377852916</c:v>
                </c:pt>
                <c:pt idx="1185">
                  <c:v>0.121217244294</c:v>
                </c:pt>
                <c:pt idx="1186">
                  <c:v>0.0963651732883</c:v>
                </c:pt>
                <c:pt idx="1187">
                  <c:v>0.0197802197802</c:v>
                </c:pt>
                <c:pt idx="1188">
                  <c:v>0.262637362637</c:v>
                </c:pt>
                <c:pt idx="1189">
                  <c:v>0.0860524091293</c:v>
                </c:pt>
                <c:pt idx="1190">
                  <c:v>-0.00236686390533</c:v>
                </c:pt>
                <c:pt idx="1191">
                  <c:v>0.359932375317</c:v>
                </c:pt>
                <c:pt idx="1192">
                  <c:v>0.0916314454776</c:v>
                </c:pt>
                <c:pt idx="1193">
                  <c:v>-0.000845308537616</c:v>
                </c:pt>
                <c:pt idx="1194">
                  <c:v>0.223584108199</c:v>
                </c:pt>
                <c:pt idx="1195">
                  <c:v>0.0541842772612</c:v>
                </c:pt>
                <c:pt idx="1196">
                  <c:v>-0.00363482671175</c:v>
                </c:pt>
                <c:pt idx="1197">
                  <c:v>0.132967032967</c:v>
                </c:pt>
                <c:pt idx="1198">
                  <c:v>0.0126796280642</c:v>
                </c:pt>
                <c:pt idx="1199">
                  <c:v>0.0307692307692</c:v>
                </c:pt>
                <c:pt idx="1200">
                  <c:v>0.0661031276416</c:v>
                </c:pt>
                <c:pt idx="1201">
                  <c:v>-0.0197802197802</c:v>
                </c:pt>
                <c:pt idx="1202">
                  <c:v>-0.0165680473373</c:v>
                </c:pt>
                <c:pt idx="1203">
                  <c:v>-0.143871513102</c:v>
                </c:pt>
                <c:pt idx="1204">
                  <c:v>-0.110059171598</c:v>
                </c:pt>
                <c:pt idx="1205">
                  <c:v>-0.0786136939983</c:v>
                </c:pt>
                <c:pt idx="1206">
                  <c:v>-0.0125105663567</c:v>
                </c:pt>
                <c:pt idx="1207">
                  <c:v>-0.135080304311</c:v>
                </c:pt>
                <c:pt idx="1208">
                  <c:v>-0.0951817413356</c:v>
                </c:pt>
                <c:pt idx="1209">
                  <c:v>-0.196027049873</c:v>
                </c:pt>
                <c:pt idx="1210">
                  <c:v>-0.180473372781</c:v>
                </c:pt>
                <c:pt idx="1211">
                  <c:v>-0.0782755705833</c:v>
                </c:pt>
                <c:pt idx="1212">
                  <c:v>-0.214370245139</c:v>
                </c:pt>
                <c:pt idx="1213">
                  <c:v>-0.120371935757</c:v>
                </c:pt>
                <c:pt idx="1214">
                  <c:v>-0.0812341504649</c:v>
                </c:pt>
                <c:pt idx="1215">
                  <c:v>-0.147168216399</c:v>
                </c:pt>
                <c:pt idx="1216">
                  <c:v>-0.014539306847</c:v>
                </c:pt>
                <c:pt idx="1217">
                  <c:v>0.0240067624683</c:v>
                </c:pt>
                <c:pt idx="1218">
                  <c:v>-0.0387151310228</c:v>
                </c:pt>
                <c:pt idx="1219">
                  <c:v>0.261961115807</c:v>
                </c:pt>
                <c:pt idx="1220">
                  <c:v>0.112172442942</c:v>
                </c:pt>
                <c:pt idx="1221">
                  <c:v>0.0650887573964</c:v>
                </c:pt>
                <c:pt idx="1222">
                  <c:v>0.258326289096</c:v>
                </c:pt>
                <c:pt idx="1223">
                  <c:v>0.0293322062553</c:v>
                </c:pt>
                <c:pt idx="1224">
                  <c:v>0.0724429416737</c:v>
                </c:pt>
                <c:pt idx="1225">
                  <c:v>0.110904480135</c:v>
                </c:pt>
                <c:pt idx="1226">
                  <c:v>-0.0890955198648</c:v>
                </c:pt>
                <c:pt idx="1227">
                  <c:v>0.0191039729501</c:v>
                </c:pt>
                <c:pt idx="1228">
                  <c:v>-0.190025359256</c:v>
                </c:pt>
                <c:pt idx="1229">
                  <c:v>-0.157142857143</c:v>
                </c:pt>
                <c:pt idx="1230">
                  <c:v>-0.00355029585799</c:v>
                </c:pt>
                <c:pt idx="1231">
                  <c:v>-0.12899408284</c:v>
                </c:pt>
                <c:pt idx="1232">
                  <c:v>0.108030431107</c:v>
                </c:pt>
                <c:pt idx="1233">
                  <c:v>0.0728655959425</c:v>
                </c:pt>
                <c:pt idx="1234">
                  <c:v>-0.00414201183432</c:v>
                </c:pt>
                <c:pt idx="1235">
                  <c:v>0.240574809806</c:v>
                </c:pt>
                <c:pt idx="1236">
                  <c:v>0.0461538461538</c:v>
                </c:pt>
                <c:pt idx="1237">
                  <c:v>0.0414201183432</c:v>
                </c:pt>
                <c:pt idx="1238">
                  <c:v>0.0245984784446</c:v>
                </c:pt>
                <c:pt idx="1239">
                  <c:v>-0.0469146238377</c:v>
                </c:pt>
                <c:pt idx="1240">
                  <c:v>0.019864750634</c:v>
                </c:pt>
                <c:pt idx="1241">
                  <c:v>0.0243448858833</c:v>
                </c:pt>
                <c:pt idx="1242">
                  <c:v>0.00718512256974</c:v>
                </c:pt>
                <c:pt idx="1243">
                  <c:v>0.00270498732037</c:v>
                </c:pt>
                <c:pt idx="1244">
                  <c:v>0.0353338968724</c:v>
                </c:pt>
                <c:pt idx="1245">
                  <c:v>-0.0175824175824</c:v>
                </c:pt>
                <c:pt idx="1246">
                  <c:v>0.0449704142012</c:v>
                </c:pt>
                <c:pt idx="1247">
                  <c:v>0.0120033812342</c:v>
                </c:pt>
                <c:pt idx="1248">
                  <c:v>-0.0103127641589</c:v>
                </c:pt>
                <c:pt idx="1249">
                  <c:v>0.0187658495351</c:v>
                </c:pt>
                <c:pt idx="1250">
                  <c:v>-0.0420118343195</c:v>
                </c:pt>
                <c:pt idx="1251">
                  <c:v>-0.0349957734573</c:v>
                </c:pt>
                <c:pt idx="1252">
                  <c:v>-0.0178360101437</c:v>
                </c:pt>
                <c:pt idx="1253">
                  <c:v>-0.0547759932375</c:v>
                </c:pt>
                <c:pt idx="1254">
                  <c:v>-0.000169061707523</c:v>
                </c:pt>
                <c:pt idx="1255">
                  <c:v>-0.00278951817413</c:v>
                </c:pt>
                <c:pt idx="1256">
                  <c:v>-0.00828402366864</c:v>
                </c:pt>
                <c:pt idx="1257">
                  <c:v>0.0353338968724</c:v>
                </c:pt>
                <c:pt idx="1258">
                  <c:v>0.0167371090448</c:v>
                </c:pt>
                <c:pt idx="1259">
                  <c:v>0.0199492814877</c:v>
                </c:pt>
                <c:pt idx="1260">
                  <c:v>0.0402366863905</c:v>
                </c:pt>
                <c:pt idx="1261">
                  <c:v>-0.000338123415046</c:v>
                </c:pt>
                <c:pt idx="1262">
                  <c:v>0.010650887574</c:v>
                </c:pt>
                <c:pt idx="1263">
                  <c:v>0.00591715976331</c:v>
                </c:pt>
                <c:pt idx="1264">
                  <c:v>-0.0194420963652</c:v>
                </c:pt>
                <c:pt idx="1265">
                  <c:v>-0.0102282333052</c:v>
                </c:pt>
                <c:pt idx="1266">
                  <c:v>-0.0156382079459</c:v>
                </c:pt>
                <c:pt idx="1267">
                  <c:v>-0.0175824175824</c:v>
                </c:pt>
                <c:pt idx="1268">
                  <c:v>-0.0140321217244</c:v>
                </c:pt>
                <c:pt idx="1269">
                  <c:v>-0.00405748098056</c:v>
                </c:pt>
                <c:pt idx="1270">
                  <c:v>0.00405748098056</c:v>
                </c:pt>
                <c:pt idx="1271">
                  <c:v>0.00743871513102</c:v>
                </c:pt>
                <c:pt idx="1272">
                  <c:v>0</c:v>
                </c:pt>
                <c:pt idx="1273">
                  <c:v>0.0197802197802</c:v>
                </c:pt>
                <c:pt idx="1274">
                  <c:v>0.0201183431953</c:v>
                </c:pt>
                <c:pt idx="1275">
                  <c:v>0.00938292476754</c:v>
                </c:pt>
                <c:pt idx="1276">
                  <c:v>0.0173288250211</c:v>
                </c:pt>
                <c:pt idx="1277">
                  <c:v>0.0285714285714</c:v>
                </c:pt>
                <c:pt idx="1278">
                  <c:v>0.00870667793745</c:v>
                </c:pt>
                <c:pt idx="1279">
                  <c:v>0.0177514792899</c:v>
                </c:pt>
                <c:pt idx="1280">
                  <c:v>0.0260355029586</c:v>
                </c:pt>
                <c:pt idx="1281">
                  <c:v>0.00743871513102</c:v>
                </c:pt>
                <c:pt idx="1282">
                  <c:v>0.0348267117498</c:v>
                </c:pt>
                <c:pt idx="1283">
                  <c:v>0.0204564666103</c:v>
                </c:pt>
                <c:pt idx="1284">
                  <c:v>-0.0196111580727</c:v>
                </c:pt>
                <c:pt idx="1285">
                  <c:v>0.0300929839391</c:v>
                </c:pt>
                <c:pt idx="1286">
                  <c:v>0.00608622147084</c:v>
                </c:pt>
                <c:pt idx="1287">
                  <c:v>-0.0125105663567</c:v>
                </c:pt>
                <c:pt idx="1288">
                  <c:v>-0.160693153001</c:v>
                </c:pt>
                <c:pt idx="1289">
                  <c:v>0.0310228233305</c:v>
                </c:pt>
                <c:pt idx="1290">
                  <c:v>0.138799661877</c:v>
                </c:pt>
                <c:pt idx="1291">
                  <c:v>0.121048182587</c:v>
                </c:pt>
                <c:pt idx="1292">
                  <c:v>0.0424344885883</c:v>
                </c:pt>
                <c:pt idx="1293">
                  <c:v>-0.135164835165</c:v>
                </c:pt>
                <c:pt idx="1294">
                  <c:v>-0.0136939983094</c:v>
                </c:pt>
                <c:pt idx="1295">
                  <c:v>0.233981403212</c:v>
                </c:pt>
                <c:pt idx="1296">
                  <c:v>-0.0422654268808</c:v>
                </c:pt>
                <c:pt idx="1297">
                  <c:v>-0.154184277261</c:v>
                </c:pt>
                <c:pt idx="1298">
                  <c:v>0.0404057480981</c:v>
                </c:pt>
                <c:pt idx="1299">
                  <c:v>0.607016060862</c:v>
                </c:pt>
                <c:pt idx="1300">
                  <c:v>0.0448013524937</c:v>
                </c:pt>
                <c:pt idx="1301">
                  <c:v>-0.349450549451</c:v>
                </c:pt>
                <c:pt idx="1302">
                  <c:v>0.0513947590871</c:v>
                </c:pt>
                <c:pt idx="1303">
                  <c:v>-0.0698224852071</c:v>
                </c:pt>
                <c:pt idx="1304">
                  <c:v>-0.0672020287405</c:v>
                </c:pt>
                <c:pt idx="1305">
                  <c:v>-0.00693153000845</c:v>
                </c:pt>
                <c:pt idx="1306">
                  <c:v>-0.0941673710904</c:v>
                </c:pt>
                <c:pt idx="1307">
                  <c:v>-0.0130177514793</c:v>
                </c:pt>
                <c:pt idx="1308">
                  <c:v>0.411749788673</c:v>
                </c:pt>
                <c:pt idx="1309">
                  <c:v>-0.00912933220626</c:v>
                </c:pt>
                <c:pt idx="1310">
                  <c:v>-0.209382924768</c:v>
                </c:pt>
                <c:pt idx="1311">
                  <c:v>0.0831783601014</c:v>
                </c:pt>
                <c:pt idx="1312">
                  <c:v>-0.103972950127</c:v>
                </c:pt>
                <c:pt idx="1313">
                  <c:v>0.0508875739645</c:v>
                </c:pt>
                <c:pt idx="1314">
                  <c:v>-0.0556213017751</c:v>
                </c:pt>
                <c:pt idx="1315">
                  <c:v>-0.0284868977177</c:v>
                </c:pt>
                <c:pt idx="1316">
                  <c:v>0.0043956043956</c:v>
                </c:pt>
                <c:pt idx="1317">
                  <c:v>0.0172442941674</c:v>
                </c:pt>
                <c:pt idx="1318">
                  <c:v>0.0108199492815</c:v>
                </c:pt>
                <c:pt idx="1319">
                  <c:v>-0.0359256128487</c:v>
                </c:pt>
                <c:pt idx="1320">
                  <c:v>0.00304311073542</c:v>
                </c:pt>
                <c:pt idx="1321">
                  <c:v>0.00896027049873</c:v>
                </c:pt>
                <c:pt idx="1322">
                  <c:v>-0.0211327134404</c:v>
                </c:pt>
                <c:pt idx="1323">
                  <c:v>0.0263736263736</c:v>
                </c:pt>
                <c:pt idx="1324">
                  <c:v>-0.012426035503</c:v>
                </c:pt>
                <c:pt idx="1325">
                  <c:v>-0.0150464919696</c:v>
                </c:pt>
                <c:pt idx="1326">
                  <c:v>0.00236686390533</c:v>
                </c:pt>
                <c:pt idx="1327">
                  <c:v>-0.0180050718512</c:v>
                </c:pt>
                <c:pt idx="1328">
                  <c:v>-0.00566356720203</c:v>
                </c:pt>
                <c:pt idx="1329">
                  <c:v>0.0185967878276</c:v>
                </c:pt>
                <c:pt idx="1330">
                  <c:v>0.00667793744717</c:v>
                </c:pt>
                <c:pt idx="1331">
                  <c:v>-0.0146238377008</c:v>
                </c:pt>
                <c:pt idx="1332">
                  <c:v>0.0072696534235</c:v>
                </c:pt>
                <c:pt idx="1333">
                  <c:v>-0.00338123415046</c:v>
                </c:pt>
                <c:pt idx="1334">
                  <c:v>0.0120033812342</c:v>
                </c:pt>
                <c:pt idx="1335">
                  <c:v>0.029078613694</c:v>
                </c:pt>
                <c:pt idx="1336">
                  <c:v>-0.0172442941674</c:v>
                </c:pt>
                <c:pt idx="1337">
                  <c:v>-0.0178360101437</c:v>
                </c:pt>
                <c:pt idx="1338">
                  <c:v>-0.0285714285714</c:v>
                </c:pt>
                <c:pt idx="1339">
                  <c:v>0.00743871513102</c:v>
                </c:pt>
                <c:pt idx="1340">
                  <c:v>-0.0116652578191</c:v>
                </c:pt>
                <c:pt idx="1341">
                  <c:v>-0.00896027049873</c:v>
                </c:pt>
                <c:pt idx="1342">
                  <c:v>-0.00777683854607</c:v>
                </c:pt>
                <c:pt idx="1343">
                  <c:v>-0.00304311073542</c:v>
                </c:pt>
                <c:pt idx="1344">
                  <c:v>0.00270498732037</c:v>
                </c:pt>
                <c:pt idx="1345">
                  <c:v>0</c:v>
                </c:pt>
                <c:pt idx="1346">
                  <c:v>0.018089602705</c:v>
                </c:pt>
                <c:pt idx="1347">
                  <c:v>-0.0158918005072</c:v>
                </c:pt>
                <c:pt idx="1348">
                  <c:v>0.0153000845309</c:v>
                </c:pt>
                <c:pt idx="1349">
                  <c:v>-0.0118343195266</c:v>
                </c:pt>
                <c:pt idx="1350">
                  <c:v>-0.0108199492815</c:v>
                </c:pt>
                <c:pt idx="1351">
                  <c:v>-0.00574809805579</c:v>
                </c:pt>
                <c:pt idx="1352">
                  <c:v>0.00929839391378</c:v>
                </c:pt>
                <c:pt idx="1353">
                  <c:v>-0.00346576500423</c:v>
                </c:pt>
                <c:pt idx="1354">
                  <c:v>-0.00355029585799</c:v>
                </c:pt>
                <c:pt idx="1355">
                  <c:v>-0.00676246830093</c:v>
                </c:pt>
                <c:pt idx="1356">
                  <c:v>-0.00338123415046</c:v>
                </c:pt>
                <c:pt idx="1357">
                  <c:v>0.0108199492815</c:v>
                </c:pt>
                <c:pt idx="1358">
                  <c:v>-0.00422654268808</c:v>
                </c:pt>
                <c:pt idx="1359">
                  <c:v>-0.00050718512257</c:v>
                </c:pt>
                <c:pt idx="1360">
                  <c:v>-0.00388841927303</c:v>
                </c:pt>
                <c:pt idx="1361">
                  <c:v>0.00270498732037</c:v>
                </c:pt>
                <c:pt idx="1362">
                  <c:v>0.0177514792899</c:v>
                </c:pt>
                <c:pt idx="1363">
                  <c:v>0.000845308537616</c:v>
                </c:pt>
                <c:pt idx="1364">
                  <c:v>-0.00980557903635</c:v>
                </c:pt>
                <c:pt idx="1365">
                  <c:v>-0.00185967878276</c:v>
                </c:pt>
                <c:pt idx="1366">
                  <c:v>0.00236686390533</c:v>
                </c:pt>
                <c:pt idx="1367">
                  <c:v>-0.00743871513102</c:v>
                </c:pt>
                <c:pt idx="1368">
                  <c:v>-0.00169061707523</c:v>
                </c:pt>
                <c:pt idx="1369">
                  <c:v>0.00490278951817</c:v>
                </c:pt>
                <c:pt idx="1370">
                  <c:v>0.00659340659341</c:v>
                </c:pt>
                <c:pt idx="1371">
                  <c:v>0.00405748098056</c:v>
                </c:pt>
                <c:pt idx="1372">
                  <c:v>-0.00270498732037</c:v>
                </c:pt>
                <c:pt idx="1373">
                  <c:v>0.00735418427726</c:v>
                </c:pt>
                <c:pt idx="1374">
                  <c:v>0.00862214708369</c:v>
                </c:pt>
                <c:pt idx="1375">
                  <c:v>-0.00126796280642</c:v>
                </c:pt>
                <c:pt idx="1376">
                  <c:v>0.00405748098056</c:v>
                </c:pt>
                <c:pt idx="1377">
                  <c:v>-0.0110735418428</c:v>
                </c:pt>
                <c:pt idx="1378">
                  <c:v>-0.0094674556213</c:v>
                </c:pt>
                <c:pt idx="1379">
                  <c:v>-0.00574809805579</c:v>
                </c:pt>
                <c:pt idx="1380">
                  <c:v>0.0169061707523</c:v>
                </c:pt>
                <c:pt idx="1381">
                  <c:v>-0.0180050718512</c:v>
                </c:pt>
                <c:pt idx="1382">
                  <c:v>0.0846999154691</c:v>
                </c:pt>
                <c:pt idx="1383">
                  <c:v>-0.0133558748943</c:v>
                </c:pt>
                <c:pt idx="1384">
                  <c:v>0.148351648352</c:v>
                </c:pt>
                <c:pt idx="1385">
                  <c:v>0.0179205409975</c:v>
                </c:pt>
                <c:pt idx="1386">
                  <c:v>-0.0784446322908</c:v>
                </c:pt>
                <c:pt idx="1387">
                  <c:v>0.0430262045647</c:v>
                </c:pt>
                <c:pt idx="1388">
                  <c:v>-0.0185122569738</c:v>
                </c:pt>
                <c:pt idx="1389">
                  <c:v>-0.0551986475063</c:v>
                </c:pt>
                <c:pt idx="1390">
                  <c:v>0.0383770076078</c:v>
                </c:pt>
                <c:pt idx="1391">
                  <c:v>-0.00524091293322</c:v>
                </c:pt>
                <c:pt idx="1392">
                  <c:v>-0.104733727811</c:v>
                </c:pt>
                <c:pt idx="1393">
                  <c:v>-0.0630600169062</c:v>
                </c:pt>
                <c:pt idx="1394">
                  <c:v>-0.0212172442942</c:v>
                </c:pt>
                <c:pt idx="1395">
                  <c:v>-0.108030431107</c:v>
                </c:pt>
                <c:pt idx="1396">
                  <c:v>-0.00228233305156</c:v>
                </c:pt>
                <c:pt idx="1397">
                  <c:v>-0.0202874049028</c:v>
                </c:pt>
                <c:pt idx="1398">
                  <c:v>-0.113778529163</c:v>
                </c:pt>
                <c:pt idx="1399">
                  <c:v>-0.0285714285714</c:v>
                </c:pt>
                <c:pt idx="1400">
                  <c:v>-0.00431107354184</c:v>
                </c:pt>
                <c:pt idx="1401">
                  <c:v>-0.114285714286</c:v>
                </c:pt>
                <c:pt idx="1402">
                  <c:v>-0.01842772612</c:v>
                </c:pt>
                <c:pt idx="1403">
                  <c:v>0.0161453930685</c:v>
                </c:pt>
                <c:pt idx="1404">
                  <c:v>-0.152493660186</c:v>
                </c:pt>
                <c:pt idx="1405">
                  <c:v>0.0595942519019</c:v>
                </c:pt>
                <c:pt idx="1406">
                  <c:v>-0.00202874049028</c:v>
                </c:pt>
                <c:pt idx="1407">
                  <c:v>-0.156551141167</c:v>
                </c:pt>
                <c:pt idx="1408">
                  <c:v>0.0912933220626</c:v>
                </c:pt>
                <c:pt idx="1409">
                  <c:v>-0.0297548605241</c:v>
                </c:pt>
                <c:pt idx="1410">
                  <c:v>-0.126204564666</c:v>
                </c:pt>
                <c:pt idx="1411">
                  <c:v>0.0896027049873</c:v>
                </c:pt>
                <c:pt idx="1412">
                  <c:v>-0.0645815722739</c:v>
                </c:pt>
                <c:pt idx="1413">
                  <c:v>-0.127979712595</c:v>
                </c:pt>
                <c:pt idx="1414">
                  <c:v>-0.0256973795435</c:v>
                </c:pt>
                <c:pt idx="1415">
                  <c:v>-0.0197802197802</c:v>
                </c:pt>
                <c:pt idx="1416">
                  <c:v>-0.141504649197</c:v>
                </c:pt>
                <c:pt idx="1417">
                  <c:v>-0.00583262890955</c:v>
                </c:pt>
                <c:pt idx="1418">
                  <c:v>-0.0137785291631</c:v>
                </c:pt>
                <c:pt idx="1419">
                  <c:v>-0.126627218935</c:v>
                </c:pt>
                <c:pt idx="1420">
                  <c:v>-0.118850380389</c:v>
                </c:pt>
                <c:pt idx="1421">
                  <c:v>0.0398985629755</c:v>
                </c:pt>
                <c:pt idx="1422">
                  <c:v>-0.0966187658495</c:v>
                </c:pt>
                <c:pt idx="1423">
                  <c:v>-0.07303465765</c:v>
                </c:pt>
                <c:pt idx="1424">
                  <c:v>0.041504649197</c:v>
                </c:pt>
                <c:pt idx="1425">
                  <c:v>-0.103296703297</c:v>
                </c:pt>
                <c:pt idx="1426">
                  <c:v>-0.13617920541</c:v>
                </c:pt>
                <c:pt idx="1427">
                  <c:v>0.0463229078614</c:v>
                </c:pt>
                <c:pt idx="1428">
                  <c:v>-0.0596787827557</c:v>
                </c:pt>
                <c:pt idx="1429">
                  <c:v>0.0469991546915</c:v>
                </c:pt>
                <c:pt idx="1430">
                  <c:v>-0.00135249366019</c:v>
                </c:pt>
                <c:pt idx="1431">
                  <c:v>-0.00388841927303</c:v>
                </c:pt>
                <c:pt idx="1432">
                  <c:v>0.131360946746</c:v>
                </c:pt>
                <c:pt idx="1433">
                  <c:v>0.0206255283178</c:v>
                </c:pt>
                <c:pt idx="1434">
                  <c:v>-0.00710059171598</c:v>
                </c:pt>
                <c:pt idx="1435">
                  <c:v>0.0605240912933</c:v>
                </c:pt>
                <c:pt idx="1436">
                  <c:v>0.0263736263736</c:v>
                </c:pt>
                <c:pt idx="1437">
                  <c:v>0.00642434488588</c:v>
                </c:pt>
                <c:pt idx="1438">
                  <c:v>-0.0251056635672</c:v>
                </c:pt>
                <c:pt idx="1439">
                  <c:v>0.0245984784446</c:v>
                </c:pt>
                <c:pt idx="1440">
                  <c:v>0.00828402366864</c:v>
                </c:pt>
                <c:pt idx="1441">
                  <c:v>-0.0134404057481</c:v>
                </c:pt>
                <c:pt idx="1442">
                  <c:v>0.0185122569738</c:v>
                </c:pt>
                <c:pt idx="1443">
                  <c:v>0.00456466610313</c:v>
                </c:pt>
                <c:pt idx="1444">
                  <c:v>-0.0240067624683</c:v>
                </c:pt>
                <c:pt idx="1445">
                  <c:v>0.0111580726965</c:v>
                </c:pt>
                <c:pt idx="1446">
                  <c:v>0.0103127641589</c:v>
                </c:pt>
                <c:pt idx="1447">
                  <c:v>-0.0211327134404</c:v>
                </c:pt>
                <c:pt idx="1448">
                  <c:v>0.00135249366019</c:v>
                </c:pt>
                <c:pt idx="1449">
                  <c:v>0.00185967878276</c:v>
                </c:pt>
                <c:pt idx="1450">
                  <c:v>-0.0240067624683</c:v>
                </c:pt>
                <c:pt idx="1451">
                  <c:v>0</c:v>
                </c:pt>
                <c:pt idx="1452">
                  <c:v>-0.016652578191</c:v>
                </c:pt>
                <c:pt idx="1453">
                  <c:v>0.00845308537616</c:v>
                </c:pt>
                <c:pt idx="1454">
                  <c:v>-0.00262045646661</c:v>
                </c:pt>
                <c:pt idx="1455">
                  <c:v>-0.00270498732037</c:v>
                </c:pt>
                <c:pt idx="1456">
                  <c:v>0.0101437024514</c:v>
                </c:pt>
                <c:pt idx="1457">
                  <c:v>-0.0346576500423</c:v>
                </c:pt>
                <c:pt idx="1458">
                  <c:v>-0.0818258664413</c:v>
                </c:pt>
                <c:pt idx="1459">
                  <c:v>-0.107523245985</c:v>
                </c:pt>
                <c:pt idx="1460">
                  <c:v>0.0983093829248</c:v>
                </c:pt>
                <c:pt idx="1461">
                  <c:v>0.0334742180896</c:v>
                </c:pt>
                <c:pt idx="1462">
                  <c:v>-0.0481825866441</c:v>
                </c:pt>
                <c:pt idx="1463">
                  <c:v>0.0583262890955</c:v>
                </c:pt>
                <c:pt idx="1464">
                  <c:v>0.263482671175</c:v>
                </c:pt>
                <c:pt idx="1465">
                  <c:v>-0.172104818259</c:v>
                </c:pt>
                <c:pt idx="1466">
                  <c:v>-0.241927303466</c:v>
                </c:pt>
                <c:pt idx="1467">
                  <c:v>-0.120371935757</c:v>
                </c:pt>
                <c:pt idx="1468">
                  <c:v>-0.217582417582</c:v>
                </c:pt>
                <c:pt idx="1469">
                  <c:v>-0.0628909551986</c:v>
                </c:pt>
                <c:pt idx="1470">
                  <c:v>0.202451394759</c:v>
                </c:pt>
                <c:pt idx="1471">
                  <c:v>0.021978021978</c:v>
                </c:pt>
                <c:pt idx="1472">
                  <c:v>-0.0360101437025</c:v>
                </c:pt>
                <c:pt idx="1473">
                  <c:v>-0.263229078614</c:v>
                </c:pt>
                <c:pt idx="1474">
                  <c:v>0.097886728656</c:v>
                </c:pt>
                <c:pt idx="1475">
                  <c:v>0.198478444632</c:v>
                </c:pt>
                <c:pt idx="1476">
                  <c:v>-0.339644970414</c:v>
                </c:pt>
                <c:pt idx="1477">
                  <c:v>0.34539306847</c:v>
                </c:pt>
                <c:pt idx="1478">
                  <c:v>-0.0698224852071</c:v>
                </c:pt>
                <c:pt idx="1479">
                  <c:v>-0.101690617075</c:v>
                </c:pt>
                <c:pt idx="1480">
                  <c:v>-0.175824175824</c:v>
                </c:pt>
                <c:pt idx="1481">
                  <c:v>0.0202874049028</c:v>
                </c:pt>
                <c:pt idx="1482">
                  <c:v>-0.00202874049028</c:v>
                </c:pt>
                <c:pt idx="1483">
                  <c:v>-0.00777683854607</c:v>
                </c:pt>
                <c:pt idx="1484">
                  <c:v>0.00574809805579</c:v>
                </c:pt>
                <c:pt idx="1485">
                  <c:v>-0.0174133558749</c:v>
                </c:pt>
                <c:pt idx="1486">
                  <c:v>-0.0185967878276</c:v>
                </c:pt>
                <c:pt idx="1487">
                  <c:v>-0.00980557903635</c:v>
                </c:pt>
                <c:pt idx="1488">
                  <c:v>-0.0174133558749</c:v>
                </c:pt>
                <c:pt idx="1489">
                  <c:v>0.115807269653</c:v>
                </c:pt>
                <c:pt idx="1490">
                  <c:v>-0.0791208791209</c:v>
                </c:pt>
                <c:pt idx="1491">
                  <c:v>-0.0459847844463</c:v>
                </c:pt>
                <c:pt idx="1492">
                  <c:v>-0.0380388841927</c:v>
                </c:pt>
                <c:pt idx="1493">
                  <c:v>0.100845308538</c:v>
                </c:pt>
                <c:pt idx="1494">
                  <c:v>0.0628909551986</c:v>
                </c:pt>
                <c:pt idx="1495">
                  <c:v>-0.288926458157</c:v>
                </c:pt>
                <c:pt idx="1496">
                  <c:v>0.0600169061708</c:v>
                </c:pt>
                <c:pt idx="1497">
                  <c:v>-0.109551986475</c:v>
                </c:pt>
                <c:pt idx="1498">
                  <c:v>0.151310228233</c:v>
                </c:pt>
                <c:pt idx="1499">
                  <c:v>0.176500422654</c:v>
                </c:pt>
                <c:pt idx="1500">
                  <c:v>-0.165004226543</c:v>
                </c:pt>
                <c:pt idx="1501">
                  <c:v>0.141842772612</c:v>
                </c:pt>
                <c:pt idx="1502">
                  <c:v>0.0808114961961</c:v>
                </c:pt>
                <c:pt idx="1503">
                  <c:v>0.313778529163</c:v>
                </c:pt>
                <c:pt idx="1504">
                  <c:v>-0.0764158918005</c:v>
                </c:pt>
                <c:pt idx="1505">
                  <c:v>-0.151648351648</c:v>
                </c:pt>
                <c:pt idx="1506">
                  <c:v>-0.139475908707</c:v>
                </c:pt>
                <c:pt idx="1507">
                  <c:v>0.0207945900254</c:v>
                </c:pt>
                <c:pt idx="1508">
                  <c:v>-0.0579881656805</c:v>
                </c:pt>
                <c:pt idx="1509">
                  <c:v>0.149788672866</c:v>
                </c:pt>
                <c:pt idx="1510">
                  <c:v>-0.0772612003381</c:v>
                </c:pt>
                <c:pt idx="1511">
                  <c:v>-0.133558748943</c:v>
                </c:pt>
                <c:pt idx="1512">
                  <c:v>0.0559594251902</c:v>
                </c:pt>
                <c:pt idx="1513">
                  <c:v>0.123499577346</c:v>
                </c:pt>
                <c:pt idx="1514">
                  <c:v>0.39281487743</c:v>
                </c:pt>
                <c:pt idx="1515">
                  <c:v>-0.15190194421</c:v>
                </c:pt>
                <c:pt idx="1516">
                  <c:v>0.0889264581572</c:v>
                </c:pt>
                <c:pt idx="1517">
                  <c:v>-0.000169061707523</c:v>
                </c:pt>
                <c:pt idx="1518">
                  <c:v>-0.115976331361</c:v>
                </c:pt>
                <c:pt idx="1519">
                  <c:v>0.0873203719358</c:v>
                </c:pt>
                <c:pt idx="1520">
                  <c:v>-0.0426035502959</c:v>
                </c:pt>
                <c:pt idx="1521">
                  <c:v>-0.23550295858</c:v>
                </c:pt>
                <c:pt idx="1522">
                  <c:v>0.00524091293322</c:v>
                </c:pt>
                <c:pt idx="1523">
                  <c:v>0.180642434489</c:v>
                </c:pt>
                <c:pt idx="1524">
                  <c:v>0.0158918005072</c:v>
                </c:pt>
                <c:pt idx="1525">
                  <c:v>0.0353338968724</c:v>
                </c:pt>
                <c:pt idx="1526">
                  <c:v>-0.00236686390533</c:v>
                </c:pt>
                <c:pt idx="1527">
                  <c:v>0.0656804733728</c:v>
                </c:pt>
                <c:pt idx="1528">
                  <c:v>0.0209636517329</c:v>
                </c:pt>
                <c:pt idx="1529">
                  <c:v>0.0373626373626</c:v>
                </c:pt>
                <c:pt idx="1530">
                  <c:v>-0.00828402366864</c:v>
                </c:pt>
                <c:pt idx="1531">
                  <c:v>0.0175824175824</c:v>
                </c:pt>
                <c:pt idx="1532">
                  <c:v>-0.0043956043956</c:v>
                </c:pt>
                <c:pt idx="1533">
                  <c:v>-0.0245139475909</c:v>
                </c:pt>
                <c:pt idx="1534">
                  <c:v>-0.00811496196112</c:v>
                </c:pt>
                <c:pt idx="1535">
                  <c:v>0.00253592561285</c:v>
                </c:pt>
                <c:pt idx="1536">
                  <c:v>0.000929839391378</c:v>
                </c:pt>
                <c:pt idx="1537">
                  <c:v>-0.00819949281488</c:v>
                </c:pt>
                <c:pt idx="1538">
                  <c:v>-0.0201183431953</c:v>
                </c:pt>
                <c:pt idx="1539">
                  <c:v>0.000169061707523</c:v>
                </c:pt>
                <c:pt idx="1540">
                  <c:v>0.00371935756551</c:v>
                </c:pt>
                <c:pt idx="1541">
                  <c:v>0.00735418427726</c:v>
                </c:pt>
                <c:pt idx="1542">
                  <c:v>-0.00642434488588</c:v>
                </c:pt>
                <c:pt idx="1543">
                  <c:v>-0.0207945900254</c:v>
                </c:pt>
                <c:pt idx="1544">
                  <c:v>0.00701606086221</c:v>
                </c:pt>
                <c:pt idx="1545">
                  <c:v>0.00346576500423</c:v>
                </c:pt>
                <c:pt idx="1546">
                  <c:v>-0.000169061707523</c:v>
                </c:pt>
                <c:pt idx="1547">
                  <c:v>0.0201183431953</c:v>
                </c:pt>
                <c:pt idx="1548">
                  <c:v>-0.0128486897718</c:v>
                </c:pt>
                <c:pt idx="1549">
                  <c:v>-0.0072696534235</c:v>
                </c:pt>
                <c:pt idx="1550">
                  <c:v>0.000676246830093</c:v>
                </c:pt>
                <c:pt idx="1551">
                  <c:v>0.000422654268808</c:v>
                </c:pt>
                <c:pt idx="1552">
                  <c:v>-0.000929839391378</c:v>
                </c:pt>
                <c:pt idx="1553">
                  <c:v>0.00135249366019</c:v>
                </c:pt>
                <c:pt idx="1554">
                  <c:v>-0.0116652578191</c:v>
                </c:pt>
                <c:pt idx="1555">
                  <c:v>0.00101437024514</c:v>
                </c:pt>
                <c:pt idx="1556">
                  <c:v>0.0117497886729</c:v>
                </c:pt>
                <c:pt idx="1557">
                  <c:v>-0.0200338123415</c:v>
                </c:pt>
                <c:pt idx="1558">
                  <c:v>-0.00803043110735</c:v>
                </c:pt>
                <c:pt idx="1559">
                  <c:v>0.0168216398986</c:v>
                </c:pt>
                <c:pt idx="1560">
                  <c:v>0.010989010989</c:v>
                </c:pt>
                <c:pt idx="1561">
                  <c:v>-0.0050718512257</c:v>
                </c:pt>
                <c:pt idx="1562">
                  <c:v>0.00870667793745</c:v>
                </c:pt>
                <c:pt idx="1563">
                  <c:v>0.00321217244294</c:v>
                </c:pt>
                <c:pt idx="1564">
                  <c:v>0.00794590025359</c:v>
                </c:pt>
                <c:pt idx="1565">
                  <c:v>-0.00912933220626</c:v>
                </c:pt>
                <c:pt idx="1566">
                  <c:v>0.0131868131868</c:v>
                </c:pt>
                <c:pt idx="1567">
                  <c:v>-0.000676246830093</c:v>
                </c:pt>
                <c:pt idx="1568">
                  <c:v>0.0050718512257</c:v>
                </c:pt>
                <c:pt idx="1569">
                  <c:v>0.0128486897718</c:v>
                </c:pt>
                <c:pt idx="1570">
                  <c:v>0.00667793744717</c:v>
                </c:pt>
                <c:pt idx="1571">
                  <c:v>-0.014201183432</c:v>
                </c:pt>
                <c:pt idx="1572">
                  <c:v>0.00211327134404</c:v>
                </c:pt>
                <c:pt idx="1573">
                  <c:v>-0.0111580726965</c:v>
                </c:pt>
                <c:pt idx="1574">
                  <c:v>0.0170752324598</c:v>
                </c:pt>
                <c:pt idx="1575">
                  <c:v>-0.00676246830093</c:v>
                </c:pt>
                <c:pt idx="1576">
                  <c:v>0.00777683854607</c:v>
                </c:pt>
                <c:pt idx="1577">
                  <c:v>-0.00414201183432</c:v>
                </c:pt>
                <c:pt idx="1578">
                  <c:v>-0.00862214708369</c:v>
                </c:pt>
                <c:pt idx="1579">
                  <c:v>0.00752324598478</c:v>
                </c:pt>
                <c:pt idx="1580">
                  <c:v>-0.00540997464074</c:v>
                </c:pt>
                <c:pt idx="1581">
                  <c:v>0.010989010989</c:v>
                </c:pt>
                <c:pt idx="1582">
                  <c:v>0.00921386306002</c:v>
                </c:pt>
                <c:pt idx="1583">
                  <c:v>-0.00405748098056</c:v>
                </c:pt>
                <c:pt idx="1584">
                  <c:v>0.00262045646661</c:v>
                </c:pt>
                <c:pt idx="1585">
                  <c:v>-0.00777683854607</c:v>
                </c:pt>
                <c:pt idx="1586">
                  <c:v>-0.00405748098056</c:v>
                </c:pt>
                <c:pt idx="1587">
                  <c:v>0.00701606086221</c:v>
                </c:pt>
                <c:pt idx="1588">
                  <c:v>0.000845308537616</c:v>
                </c:pt>
                <c:pt idx="1589">
                  <c:v>-0.00642434488588</c:v>
                </c:pt>
                <c:pt idx="1590">
                  <c:v>-0.00515638207946</c:v>
                </c:pt>
                <c:pt idx="1591">
                  <c:v>0.010989010989</c:v>
                </c:pt>
                <c:pt idx="1592">
                  <c:v>0.00202874049028</c:v>
                </c:pt>
                <c:pt idx="1593">
                  <c:v>0.00870667793745</c:v>
                </c:pt>
                <c:pt idx="1594">
                  <c:v>0.00693153000845</c:v>
                </c:pt>
                <c:pt idx="1595">
                  <c:v>0.00135249366019</c:v>
                </c:pt>
                <c:pt idx="1596">
                  <c:v>-0.00414201183432</c:v>
                </c:pt>
                <c:pt idx="1597">
                  <c:v>0.00608622147084</c:v>
                </c:pt>
                <c:pt idx="1598">
                  <c:v>-0.0043956043956</c:v>
                </c:pt>
                <c:pt idx="1599">
                  <c:v>-0.00295857988166</c:v>
                </c:pt>
                <c:pt idx="1600">
                  <c:v>-0.00304311073542</c:v>
                </c:pt>
                <c:pt idx="1601">
                  <c:v>0.00050718512257</c:v>
                </c:pt>
                <c:pt idx="1602">
                  <c:v>0.000338123415046</c:v>
                </c:pt>
                <c:pt idx="1603">
                  <c:v>0.00498732037194</c:v>
                </c:pt>
                <c:pt idx="1604">
                  <c:v>0.00591715976331</c:v>
                </c:pt>
                <c:pt idx="1605">
                  <c:v>-0.00236686390533</c:v>
                </c:pt>
                <c:pt idx="1606">
                  <c:v>0.00498732037194</c:v>
                </c:pt>
                <c:pt idx="1607">
                  <c:v>0.00304311073542</c:v>
                </c:pt>
                <c:pt idx="1608">
                  <c:v>0.00101437024514</c:v>
                </c:pt>
                <c:pt idx="1609">
                  <c:v>0.00152155536771</c:v>
                </c:pt>
                <c:pt idx="1610">
                  <c:v>-0.00422654268808</c:v>
                </c:pt>
                <c:pt idx="1611">
                  <c:v>0.00101437024514</c:v>
                </c:pt>
                <c:pt idx="1612">
                  <c:v>0.00701606086221</c:v>
                </c:pt>
                <c:pt idx="1613">
                  <c:v>0.00710059171598</c:v>
                </c:pt>
                <c:pt idx="1614">
                  <c:v>0.00710059171598</c:v>
                </c:pt>
                <c:pt idx="1615">
                  <c:v>-0.00557903634827</c:v>
                </c:pt>
                <c:pt idx="1616">
                  <c:v>-0.00126796280642</c:v>
                </c:pt>
                <c:pt idx="1617">
                  <c:v>0.000169061707523</c:v>
                </c:pt>
                <c:pt idx="1618">
                  <c:v>-0.00549450549451</c:v>
                </c:pt>
                <c:pt idx="1619">
                  <c:v>0.0072696534235</c:v>
                </c:pt>
                <c:pt idx="1620">
                  <c:v>0.00904480135249</c:v>
                </c:pt>
                <c:pt idx="1621">
                  <c:v>0.00236686390533</c:v>
                </c:pt>
                <c:pt idx="1622">
                  <c:v>0.000845308537616</c:v>
                </c:pt>
                <c:pt idx="1623">
                  <c:v>0.00211327134404</c:v>
                </c:pt>
                <c:pt idx="1624">
                  <c:v>-0.00625528317836</c:v>
                </c:pt>
                <c:pt idx="1625">
                  <c:v>0.00169061707523</c:v>
                </c:pt>
                <c:pt idx="1626">
                  <c:v>0.00101437024514</c:v>
                </c:pt>
                <c:pt idx="1627">
                  <c:v>-0.0043956043956</c:v>
                </c:pt>
                <c:pt idx="1628">
                  <c:v>-0.00355029585799</c:v>
                </c:pt>
                <c:pt idx="1629">
                  <c:v>0.00101437024514</c:v>
                </c:pt>
                <c:pt idx="1630">
                  <c:v>0.00236686390533</c:v>
                </c:pt>
                <c:pt idx="1631">
                  <c:v>-0.000676246830093</c:v>
                </c:pt>
                <c:pt idx="1632">
                  <c:v>0.0050718512257</c:v>
                </c:pt>
                <c:pt idx="1633">
                  <c:v>0</c:v>
                </c:pt>
                <c:pt idx="1634">
                  <c:v>-0.00101437024514</c:v>
                </c:pt>
                <c:pt idx="1635">
                  <c:v>0.000845308537616</c:v>
                </c:pt>
                <c:pt idx="1636">
                  <c:v>-0.00270498732037</c:v>
                </c:pt>
                <c:pt idx="1637">
                  <c:v>-0.000169061707523</c:v>
                </c:pt>
                <c:pt idx="1638">
                  <c:v>0.00710059171598</c:v>
                </c:pt>
                <c:pt idx="1639">
                  <c:v>-0.00202874049028</c:v>
                </c:pt>
                <c:pt idx="1640">
                  <c:v>0.0028740490279</c:v>
                </c:pt>
                <c:pt idx="1641">
                  <c:v>-0.00169061707523</c:v>
                </c:pt>
                <c:pt idx="1642">
                  <c:v>-0.00735418427726</c:v>
                </c:pt>
                <c:pt idx="1643">
                  <c:v>0.00135249366019</c:v>
                </c:pt>
                <c:pt idx="1644">
                  <c:v>-0.00456466610313</c:v>
                </c:pt>
                <c:pt idx="1645">
                  <c:v>0.00650887573964</c:v>
                </c:pt>
                <c:pt idx="1646">
                  <c:v>-0.00135249366019</c:v>
                </c:pt>
                <c:pt idx="1647">
                  <c:v>0.0010989010989</c:v>
                </c:pt>
                <c:pt idx="1648">
                  <c:v>-0.000845308537616</c:v>
                </c:pt>
                <c:pt idx="1649">
                  <c:v>0.000845308537616</c:v>
                </c:pt>
                <c:pt idx="1650">
                  <c:v>0.00371935756551</c:v>
                </c:pt>
                <c:pt idx="1651">
                  <c:v>0.00583262890955</c:v>
                </c:pt>
                <c:pt idx="1652">
                  <c:v>0.000338123415046</c:v>
                </c:pt>
                <c:pt idx="1653">
                  <c:v>0.00608622147084</c:v>
                </c:pt>
                <c:pt idx="1654">
                  <c:v>-0.00101437024514</c:v>
                </c:pt>
                <c:pt idx="1655">
                  <c:v>-0.00304311073542</c:v>
                </c:pt>
                <c:pt idx="1656">
                  <c:v>-0.000845308537616</c:v>
                </c:pt>
                <c:pt idx="1657">
                  <c:v>-0.00270498732037</c:v>
                </c:pt>
                <c:pt idx="1658">
                  <c:v>-0.00355029585799</c:v>
                </c:pt>
                <c:pt idx="1659">
                  <c:v>0.00321217244294</c:v>
                </c:pt>
                <c:pt idx="1660">
                  <c:v>-0.00202874049028</c:v>
                </c:pt>
                <c:pt idx="1661">
                  <c:v>0.00152155536771</c:v>
                </c:pt>
                <c:pt idx="1662">
                  <c:v>-0.00050718512257</c:v>
                </c:pt>
                <c:pt idx="1663">
                  <c:v>-0.0021978021978</c:v>
                </c:pt>
                <c:pt idx="1664">
                  <c:v>0</c:v>
                </c:pt>
                <c:pt idx="1665">
                  <c:v>-0.00135249366019</c:v>
                </c:pt>
                <c:pt idx="1666">
                  <c:v>0.00202874049028</c:v>
                </c:pt>
                <c:pt idx="1667">
                  <c:v>0.00253592561285</c:v>
                </c:pt>
                <c:pt idx="1668">
                  <c:v>-0.00202874049028</c:v>
                </c:pt>
                <c:pt idx="1669">
                  <c:v>0.00321217244294</c:v>
                </c:pt>
                <c:pt idx="1670">
                  <c:v>-0.00169061707523</c:v>
                </c:pt>
                <c:pt idx="1671">
                  <c:v>0.000845308537616</c:v>
                </c:pt>
                <c:pt idx="1672">
                  <c:v>0.00355029585799</c:v>
                </c:pt>
                <c:pt idx="1673">
                  <c:v>-0.00152155536771</c:v>
                </c:pt>
                <c:pt idx="1674">
                  <c:v>-0.000676246830093</c:v>
                </c:pt>
                <c:pt idx="1675">
                  <c:v>0.00557903634827</c:v>
                </c:pt>
                <c:pt idx="1676">
                  <c:v>-0.00101437024514</c:v>
                </c:pt>
                <c:pt idx="1677">
                  <c:v>-0.00549450549451</c:v>
                </c:pt>
                <c:pt idx="1678">
                  <c:v>-0.00143702451395</c:v>
                </c:pt>
                <c:pt idx="1679">
                  <c:v>-0.00101437024514</c:v>
                </c:pt>
                <c:pt idx="1680">
                  <c:v>0.00270498732037</c:v>
                </c:pt>
                <c:pt idx="1681">
                  <c:v>-0.00380388841927</c:v>
                </c:pt>
                <c:pt idx="1682">
                  <c:v>0.00659340659341</c:v>
                </c:pt>
                <c:pt idx="1683">
                  <c:v>0.00152155536771</c:v>
                </c:pt>
                <c:pt idx="1684">
                  <c:v>-0.00185967878276</c:v>
                </c:pt>
                <c:pt idx="1685">
                  <c:v>0.00152155536771</c:v>
                </c:pt>
                <c:pt idx="1686">
                  <c:v>-0.00363482671175</c:v>
                </c:pt>
                <c:pt idx="1687">
                  <c:v>-0.000169061707523</c:v>
                </c:pt>
                <c:pt idx="1688">
                  <c:v>0.00304311073542</c:v>
                </c:pt>
                <c:pt idx="1689">
                  <c:v>-0.00253592561285</c:v>
                </c:pt>
                <c:pt idx="1690">
                  <c:v>-0.00169061707523</c:v>
                </c:pt>
                <c:pt idx="1691">
                  <c:v>0.0043956043956</c:v>
                </c:pt>
                <c:pt idx="1692">
                  <c:v>-0.00355029585799</c:v>
                </c:pt>
                <c:pt idx="1693">
                  <c:v>0.000338123415046</c:v>
                </c:pt>
                <c:pt idx="1694">
                  <c:v>-0.000676246830093</c:v>
                </c:pt>
                <c:pt idx="1695">
                  <c:v>0.00312764158918</c:v>
                </c:pt>
                <c:pt idx="1696">
                  <c:v>0.00304311073542</c:v>
                </c:pt>
                <c:pt idx="1697">
                  <c:v>-0.00135249366019</c:v>
                </c:pt>
                <c:pt idx="1698">
                  <c:v>0.00338123415046</c:v>
                </c:pt>
                <c:pt idx="1699">
                  <c:v>0.00236686390533</c:v>
                </c:pt>
                <c:pt idx="1700">
                  <c:v>0.00566356720203</c:v>
                </c:pt>
                <c:pt idx="1701">
                  <c:v>-0.00236686390533</c:v>
                </c:pt>
                <c:pt idx="1702">
                  <c:v>0.00693153000845</c:v>
                </c:pt>
                <c:pt idx="1703">
                  <c:v>-0.00490278951817</c:v>
                </c:pt>
                <c:pt idx="1704">
                  <c:v>0.00101437024514</c:v>
                </c:pt>
                <c:pt idx="1705">
                  <c:v>-0.00659340659341</c:v>
                </c:pt>
                <c:pt idx="1706">
                  <c:v>0.0131868131868</c:v>
                </c:pt>
                <c:pt idx="1707">
                  <c:v>-0.0061707523246</c:v>
                </c:pt>
                <c:pt idx="1708">
                  <c:v>-0.00304311073542</c:v>
                </c:pt>
                <c:pt idx="1709">
                  <c:v>0.00388841927303</c:v>
                </c:pt>
                <c:pt idx="1710">
                  <c:v>-0.00388841927303</c:v>
                </c:pt>
                <c:pt idx="1711">
                  <c:v>0.00236686390533</c:v>
                </c:pt>
                <c:pt idx="1712">
                  <c:v>-0.00752324598478</c:v>
                </c:pt>
                <c:pt idx="1713">
                  <c:v>0.0133558748943</c:v>
                </c:pt>
                <c:pt idx="1714">
                  <c:v>-0.0083685545224</c:v>
                </c:pt>
                <c:pt idx="1715">
                  <c:v>0.014201183432</c:v>
                </c:pt>
                <c:pt idx="1716">
                  <c:v>-0.00752324598478</c:v>
                </c:pt>
                <c:pt idx="1717">
                  <c:v>0.0108199492815</c:v>
                </c:pt>
                <c:pt idx="1718">
                  <c:v>-0.00574809805579</c:v>
                </c:pt>
                <c:pt idx="1719">
                  <c:v>0.00253592561285</c:v>
                </c:pt>
                <c:pt idx="1720">
                  <c:v>-0.00777683854607</c:v>
                </c:pt>
                <c:pt idx="1721">
                  <c:v>0.0101437024514</c:v>
                </c:pt>
                <c:pt idx="1722">
                  <c:v>-0.00338123415046</c:v>
                </c:pt>
                <c:pt idx="1723">
                  <c:v>0.00135249366019</c:v>
                </c:pt>
                <c:pt idx="1724">
                  <c:v>-0.0050718512257</c:v>
                </c:pt>
                <c:pt idx="1725">
                  <c:v>0.0021978021978</c:v>
                </c:pt>
                <c:pt idx="1726">
                  <c:v>-0.00879120879121</c:v>
                </c:pt>
                <c:pt idx="1727">
                  <c:v>0.00211327134404</c:v>
                </c:pt>
                <c:pt idx="1728">
                  <c:v>-0.0123415046492</c:v>
                </c:pt>
                <c:pt idx="1729">
                  <c:v>0.0083685545224</c:v>
                </c:pt>
                <c:pt idx="1730">
                  <c:v>-0.00540997464074</c:v>
                </c:pt>
                <c:pt idx="1731">
                  <c:v>0.0072696534235</c:v>
                </c:pt>
                <c:pt idx="1732">
                  <c:v>-0.00760777683855</c:v>
                </c:pt>
                <c:pt idx="1733">
                  <c:v>-0.00185967878276</c:v>
                </c:pt>
                <c:pt idx="1734">
                  <c:v>0.00659340659341</c:v>
                </c:pt>
                <c:pt idx="1735">
                  <c:v>-0.0135249366019</c:v>
                </c:pt>
                <c:pt idx="1736">
                  <c:v>0.00355029585799</c:v>
                </c:pt>
                <c:pt idx="1737">
                  <c:v>0.00101437024514</c:v>
                </c:pt>
                <c:pt idx="1738">
                  <c:v>0.0100591715976</c:v>
                </c:pt>
                <c:pt idx="1739">
                  <c:v>-0.00887573964497</c:v>
                </c:pt>
                <c:pt idx="1740">
                  <c:v>0.00769230769231</c:v>
                </c:pt>
                <c:pt idx="1741">
                  <c:v>0.0043956043956</c:v>
                </c:pt>
                <c:pt idx="1742">
                  <c:v>-0.000760777683855</c:v>
                </c:pt>
                <c:pt idx="1743">
                  <c:v>-0.00769230769231</c:v>
                </c:pt>
                <c:pt idx="1744">
                  <c:v>0.014877430262</c:v>
                </c:pt>
                <c:pt idx="1745">
                  <c:v>-0.010650887574</c:v>
                </c:pt>
                <c:pt idx="1746">
                  <c:v>0.00422654268808</c:v>
                </c:pt>
                <c:pt idx="1747">
                  <c:v>-0.0100591715976</c:v>
                </c:pt>
                <c:pt idx="1748">
                  <c:v>0.00811496196112</c:v>
                </c:pt>
                <c:pt idx="1749">
                  <c:v>0.00574809805579</c:v>
                </c:pt>
                <c:pt idx="1750">
                  <c:v>-0.000845308537616</c:v>
                </c:pt>
                <c:pt idx="1751">
                  <c:v>0.00101437024514</c:v>
                </c:pt>
                <c:pt idx="1752">
                  <c:v>0.0114961961116</c:v>
                </c:pt>
                <c:pt idx="1753">
                  <c:v>0.00853761622992</c:v>
                </c:pt>
                <c:pt idx="1754">
                  <c:v>-0.0072696534235</c:v>
                </c:pt>
                <c:pt idx="1755">
                  <c:v>0.00253592561285</c:v>
                </c:pt>
                <c:pt idx="1756">
                  <c:v>0.00388841927303</c:v>
                </c:pt>
                <c:pt idx="1757">
                  <c:v>0.00448013524937</c:v>
                </c:pt>
                <c:pt idx="1758">
                  <c:v>0.00202874049028</c:v>
                </c:pt>
                <c:pt idx="1759">
                  <c:v>-0.000338123415046</c:v>
                </c:pt>
                <c:pt idx="1760">
                  <c:v>0.00388841927303</c:v>
                </c:pt>
                <c:pt idx="1761">
                  <c:v>-0.00473372781065</c:v>
                </c:pt>
                <c:pt idx="1762">
                  <c:v>-0.000422654268808</c:v>
                </c:pt>
                <c:pt idx="1763">
                  <c:v>-0.00118343195266</c:v>
                </c:pt>
                <c:pt idx="1764">
                  <c:v>0.00245139475909</c:v>
                </c:pt>
                <c:pt idx="1765">
                  <c:v>0</c:v>
                </c:pt>
                <c:pt idx="1766">
                  <c:v>-0.00185967878276</c:v>
                </c:pt>
                <c:pt idx="1767">
                  <c:v>0.00929839391378</c:v>
                </c:pt>
                <c:pt idx="1768">
                  <c:v>-0.00710059171598</c:v>
                </c:pt>
                <c:pt idx="1769">
                  <c:v>-0.00346576500423</c:v>
                </c:pt>
                <c:pt idx="1770">
                  <c:v>0.00101437024514</c:v>
                </c:pt>
                <c:pt idx="1771">
                  <c:v>0.00828402366864</c:v>
                </c:pt>
                <c:pt idx="1772">
                  <c:v>-0.0125950972105</c:v>
                </c:pt>
                <c:pt idx="1773">
                  <c:v>0.0171597633136</c:v>
                </c:pt>
                <c:pt idx="1774">
                  <c:v>-0.0010989010989</c:v>
                </c:pt>
                <c:pt idx="1775">
                  <c:v>0.00177514792899</c:v>
                </c:pt>
                <c:pt idx="1776">
                  <c:v>-0.00152155536771</c:v>
                </c:pt>
                <c:pt idx="1777">
                  <c:v>0.00152155536771</c:v>
                </c:pt>
                <c:pt idx="1778">
                  <c:v>0.00380388841927</c:v>
                </c:pt>
                <c:pt idx="1779">
                  <c:v>-0.00321217244294</c:v>
                </c:pt>
                <c:pt idx="1780">
                  <c:v>-0.000338123415046</c:v>
                </c:pt>
                <c:pt idx="1781">
                  <c:v>-0.00143702451395</c:v>
                </c:pt>
                <c:pt idx="1782">
                  <c:v>0.00481825866441</c:v>
                </c:pt>
                <c:pt idx="1783">
                  <c:v>-0.00270498732037</c:v>
                </c:pt>
                <c:pt idx="1784">
                  <c:v>-0.00194420963652</c:v>
                </c:pt>
                <c:pt idx="1785">
                  <c:v>-0.00278951817413</c:v>
                </c:pt>
                <c:pt idx="1786">
                  <c:v>0.000845308537616</c:v>
                </c:pt>
                <c:pt idx="1787">
                  <c:v>-0.00278951817413</c:v>
                </c:pt>
                <c:pt idx="1788">
                  <c:v>-0.00929839391378</c:v>
                </c:pt>
                <c:pt idx="1789">
                  <c:v>0.00625528317836</c:v>
                </c:pt>
                <c:pt idx="1790">
                  <c:v>-0.00574809805579</c:v>
                </c:pt>
                <c:pt idx="1791">
                  <c:v>0.00777683854607</c:v>
                </c:pt>
                <c:pt idx="1792">
                  <c:v>-0.00659340659341</c:v>
                </c:pt>
                <c:pt idx="1793">
                  <c:v>0.00160608622147</c:v>
                </c:pt>
                <c:pt idx="1794">
                  <c:v>-0.00405748098056</c:v>
                </c:pt>
                <c:pt idx="1795">
                  <c:v>0.00633981403212</c:v>
                </c:pt>
                <c:pt idx="1796">
                  <c:v>-0.00118343195266</c:v>
                </c:pt>
                <c:pt idx="1797">
                  <c:v>0.000676246830093</c:v>
                </c:pt>
                <c:pt idx="1798">
                  <c:v>0.00583262890955</c:v>
                </c:pt>
                <c:pt idx="1799">
                  <c:v>-0.016652578191</c:v>
                </c:pt>
                <c:pt idx="1800">
                  <c:v>0.00845308537616</c:v>
                </c:pt>
                <c:pt idx="1801">
                  <c:v>0.00304311073542</c:v>
                </c:pt>
                <c:pt idx="1802">
                  <c:v>-0.00591715976331</c:v>
                </c:pt>
                <c:pt idx="1803">
                  <c:v>0.00896027049873</c:v>
                </c:pt>
                <c:pt idx="1804">
                  <c:v>-0.00532544378698</c:v>
                </c:pt>
                <c:pt idx="1805">
                  <c:v>0.00710059171598</c:v>
                </c:pt>
                <c:pt idx="1806">
                  <c:v>0.00456466610313</c:v>
                </c:pt>
                <c:pt idx="1807">
                  <c:v>-0.00642434488588</c:v>
                </c:pt>
                <c:pt idx="1808">
                  <c:v>0.0104818258664</c:v>
                </c:pt>
                <c:pt idx="1809">
                  <c:v>0.000338123415046</c:v>
                </c:pt>
                <c:pt idx="1810">
                  <c:v>0.00143702451395</c:v>
                </c:pt>
                <c:pt idx="1811">
                  <c:v>-0.0213017751479</c:v>
                </c:pt>
                <c:pt idx="1812">
                  <c:v>0.00524091293322</c:v>
                </c:pt>
                <c:pt idx="1813">
                  <c:v>-0.00177514792899</c:v>
                </c:pt>
                <c:pt idx="1814">
                  <c:v>-0.000845308537616</c:v>
                </c:pt>
                <c:pt idx="1815">
                  <c:v>-0.00963651732883</c:v>
                </c:pt>
                <c:pt idx="1816">
                  <c:v>0.0116652578191</c:v>
                </c:pt>
                <c:pt idx="1817">
                  <c:v>-0.0123415046492</c:v>
                </c:pt>
                <c:pt idx="1818">
                  <c:v>-0.0120033812342</c:v>
                </c:pt>
                <c:pt idx="1819">
                  <c:v>-0.00278951817413</c:v>
                </c:pt>
                <c:pt idx="1820">
                  <c:v>-0.0278106508876</c:v>
                </c:pt>
                <c:pt idx="1821">
                  <c:v>-0.00811496196112</c:v>
                </c:pt>
                <c:pt idx="1822">
                  <c:v>-0.0125105663567</c:v>
                </c:pt>
                <c:pt idx="1823">
                  <c:v>-0.00431107354184</c:v>
                </c:pt>
                <c:pt idx="1824">
                  <c:v>-0.0147083685545</c:v>
                </c:pt>
                <c:pt idx="1825">
                  <c:v>-0.0213863060017</c:v>
                </c:pt>
                <c:pt idx="1826">
                  <c:v>-0.00473372781065</c:v>
                </c:pt>
                <c:pt idx="1827">
                  <c:v>-0.00371935756551</c:v>
                </c:pt>
                <c:pt idx="1828">
                  <c:v>-0.0094674556213</c:v>
                </c:pt>
              </c:numCache>
            </c:numRef>
          </c:yVal>
        </c:ser>
        <c:ser>
          <c:idx val="1"/>
          <c:order val="1"/>
          <c:tx>
            <c:v>STE</c:v>
          </c:tx>
          <c:spPr>
            <a:ln xmlns:a="http://schemas.openxmlformats.org/drawingml/2006/main" w="19050">
              <a:solidFill>
                <a:srgbClr val="DD8B12"/>
              </a:solidFill>
            </a:ln>
          </c:spPr>
          <c:marker>
            <c:symbol val="none"/>
          </c:marker>
          <c:xVal>
            <c:numRef>
              <c:f>'Chart Data'!$C$2:$C$479</c:f>
              <c:numCache>
                <c:formatCode>General</c:formatCode>
                <c:ptCount val="4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pt idx="278">
                  <c:v>2.7925</c:v>
                </c:pt>
                <c:pt idx="279">
                  <c:v>2.8025</c:v>
                </c:pt>
                <c:pt idx="280">
                  <c:v>2.8125</c:v>
                </c:pt>
                <c:pt idx="281">
                  <c:v>2.8225</c:v>
                </c:pt>
                <c:pt idx="282">
                  <c:v>2.8325</c:v>
                </c:pt>
                <c:pt idx="283">
                  <c:v>2.8425</c:v>
                </c:pt>
                <c:pt idx="284">
                  <c:v>2.8525</c:v>
                </c:pt>
                <c:pt idx="285">
                  <c:v>2.8625</c:v>
                </c:pt>
                <c:pt idx="286">
                  <c:v>2.8725</c:v>
                </c:pt>
                <c:pt idx="287">
                  <c:v>2.8825</c:v>
                </c:pt>
                <c:pt idx="288">
                  <c:v>2.8925</c:v>
                </c:pt>
                <c:pt idx="289">
                  <c:v>2.9025</c:v>
                </c:pt>
                <c:pt idx="290">
                  <c:v>2.9125</c:v>
                </c:pt>
                <c:pt idx="291">
                  <c:v>2.9225</c:v>
                </c:pt>
                <c:pt idx="292">
                  <c:v>2.9325</c:v>
                </c:pt>
                <c:pt idx="293">
                  <c:v>2.9425</c:v>
                </c:pt>
                <c:pt idx="294">
                  <c:v>2.9525</c:v>
                </c:pt>
                <c:pt idx="295">
                  <c:v>2.9625</c:v>
                </c:pt>
                <c:pt idx="296">
                  <c:v>2.9725</c:v>
                </c:pt>
                <c:pt idx="297">
                  <c:v>2.9825</c:v>
                </c:pt>
                <c:pt idx="298">
                  <c:v>2.9925</c:v>
                </c:pt>
                <c:pt idx="299">
                  <c:v>3.0025</c:v>
                </c:pt>
                <c:pt idx="300">
                  <c:v>3.0125</c:v>
                </c:pt>
                <c:pt idx="301">
                  <c:v>3.0225</c:v>
                </c:pt>
                <c:pt idx="302">
                  <c:v>3.0325</c:v>
                </c:pt>
                <c:pt idx="303">
                  <c:v>3.0425</c:v>
                </c:pt>
                <c:pt idx="304">
                  <c:v>3.0525</c:v>
                </c:pt>
                <c:pt idx="305">
                  <c:v>3.0625</c:v>
                </c:pt>
                <c:pt idx="306">
                  <c:v>3.0725</c:v>
                </c:pt>
                <c:pt idx="307">
                  <c:v>3.0825</c:v>
                </c:pt>
                <c:pt idx="308">
                  <c:v>3.0925</c:v>
                </c:pt>
                <c:pt idx="309">
                  <c:v>3.1025</c:v>
                </c:pt>
                <c:pt idx="310">
                  <c:v>3.1125</c:v>
                </c:pt>
                <c:pt idx="311">
                  <c:v>3.1225</c:v>
                </c:pt>
                <c:pt idx="312">
                  <c:v>3.1325</c:v>
                </c:pt>
                <c:pt idx="313">
                  <c:v>3.1425</c:v>
                </c:pt>
                <c:pt idx="314">
                  <c:v>3.1525</c:v>
                </c:pt>
                <c:pt idx="315">
                  <c:v>3.1625</c:v>
                </c:pt>
                <c:pt idx="316">
                  <c:v>3.1725</c:v>
                </c:pt>
                <c:pt idx="317">
                  <c:v>3.1825</c:v>
                </c:pt>
                <c:pt idx="318">
                  <c:v>3.1925</c:v>
                </c:pt>
                <c:pt idx="319">
                  <c:v>3.2025</c:v>
                </c:pt>
                <c:pt idx="320">
                  <c:v>3.2125</c:v>
                </c:pt>
                <c:pt idx="321">
                  <c:v>3.2225</c:v>
                </c:pt>
                <c:pt idx="322">
                  <c:v>3.2325</c:v>
                </c:pt>
                <c:pt idx="323">
                  <c:v>3.2425</c:v>
                </c:pt>
                <c:pt idx="324">
                  <c:v>3.2525</c:v>
                </c:pt>
                <c:pt idx="325">
                  <c:v>3.2625</c:v>
                </c:pt>
                <c:pt idx="326">
                  <c:v>3.2725</c:v>
                </c:pt>
                <c:pt idx="327">
                  <c:v>3.2825</c:v>
                </c:pt>
                <c:pt idx="328">
                  <c:v>3.2925</c:v>
                </c:pt>
                <c:pt idx="329">
                  <c:v>3.3025</c:v>
                </c:pt>
                <c:pt idx="330">
                  <c:v>3.3125</c:v>
                </c:pt>
                <c:pt idx="331">
                  <c:v>3.3225</c:v>
                </c:pt>
                <c:pt idx="332">
                  <c:v>3.3325</c:v>
                </c:pt>
                <c:pt idx="333">
                  <c:v>3.3425</c:v>
                </c:pt>
                <c:pt idx="334">
                  <c:v>3.3525</c:v>
                </c:pt>
                <c:pt idx="335">
                  <c:v>3.3625</c:v>
                </c:pt>
                <c:pt idx="336">
                  <c:v>3.3725</c:v>
                </c:pt>
                <c:pt idx="337">
                  <c:v>3.3825</c:v>
                </c:pt>
                <c:pt idx="338">
                  <c:v>3.3925</c:v>
                </c:pt>
                <c:pt idx="339">
                  <c:v>3.4025</c:v>
                </c:pt>
                <c:pt idx="340">
                  <c:v>3.4125</c:v>
                </c:pt>
                <c:pt idx="341">
                  <c:v>3.4225</c:v>
                </c:pt>
                <c:pt idx="342">
                  <c:v>3.4325</c:v>
                </c:pt>
                <c:pt idx="343">
                  <c:v>3.4425</c:v>
                </c:pt>
                <c:pt idx="344">
                  <c:v>3.4525</c:v>
                </c:pt>
                <c:pt idx="345">
                  <c:v>3.4625</c:v>
                </c:pt>
                <c:pt idx="346">
                  <c:v>3.4725</c:v>
                </c:pt>
                <c:pt idx="347">
                  <c:v>3.4825</c:v>
                </c:pt>
                <c:pt idx="348">
                  <c:v>3.4925</c:v>
                </c:pt>
                <c:pt idx="349">
                  <c:v>3.5025</c:v>
                </c:pt>
                <c:pt idx="350">
                  <c:v>3.5125</c:v>
                </c:pt>
                <c:pt idx="351">
                  <c:v>3.5225</c:v>
                </c:pt>
                <c:pt idx="352">
                  <c:v>3.5325</c:v>
                </c:pt>
                <c:pt idx="353">
                  <c:v>3.5425</c:v>
                </c:pt>
                <c:pt idx="354">
                  <c:v>3.5525</c:v>
                </c:pt>
                <c:pt idx="355">
                  <c:v>3.5625</c:v>
                </c:pt>
                <c:pt idx="356">
                  <c:v>3.5725</c:v>
                </c:pt>
                <c:pt idx="357">
                  <c:v>3.5825</c:v>
                </c:pt>
                <c:pt idx="358">
                  <c:v>3.5925</c:v>
                </c:pt>
                <c:pt idx="359">
                  <c:v>3.6025</c:v>
                </c:pt>
                <c:pt idx="360">
                  <c:v>3.6125</c:v>
                </c:pt>
                <c:pt idx="361">
                  <c:v>3.6225</c:v>
                </c:pt>
                <c:pt idx="362">
                  <c:v>3.6325</c:v>
                </c:pt>
                <c:pt idx="363">
                  <c:v>3.6425</c:v>
                </c:pt>
                <c:pt idx="364">
                  <c:v>3.6525</c:v>
                </c:pt>
                <c:pt idx="365">
                  <c:v>3.6625</c:v>
                </c:pt>
                <c:pt idx="366">
                  <c:v>3.6725</c:v>
                </c:pt>
                <c:pt idx="367">
                  <c:v>3.6825</c:v>
                </c:pt>
                <c:pt idx="368">
                  <c:v>3.6925</c:v>
                </c:pt>
                <c:pt idx="369">
                  <c:v>3.7025</c:v>
                </c:pt>
                <c:pt idx="370">
                  <c:v>3.7125</c:v>
                </c:pt>
                <c:pt idx="371">
                  <c:v>3.7225</c:v>
                </c:pt>
                <c:pt idx="372">
                  <c:v>3.7325</c:v>
                </c:pt>
                <c:pt idx="373">
                  <c:v>3.7425</c:v>
                </c:pt>
                <c:pt idx="374">
                  <c:v>3.7525</c:v>
                </c:pt>
                <c:pt idx="375">
                  <c:v>3.7625</c:v>
                </c:pt>
                <c:pt idx="376">
                  <c:v>3.7725</c:v>
                </c:pt>
                <c:pt idx="377">
                  <c:v>3.7825</c:v>
                </c:pt>
                <c:pt idx="378">
                  <c:v>3.7925</c:v>
                </c:pt>
                <c:pt idx="379">
                  <c:v>3.8025</c:v>
                </c:pt>
                <c:pt idx="380">
                  <c:v>3.8125</c:v>
                </c:pt>
                <c:pt idx="381">
                  <c:v>3.8225</c:v>
                </c:pt>
                <c:pt idx="382">
                  <c:v>3.8325</c:v>
                </c:pt>
                <c:pt idx="383">
                  <c:v>3.8425</c:v>
                </c:pt>
                <c:pt idx="384">
                  <c:v>3.8525</c:v>
                </c:pt>
                <c:pt idx="385">
                  <c:v>3.8625</c:v>
                </c:pt>
                <c:pt idx="386">
                  <c:v>3.8725</c:v>
                </c:pt>
                <c:pt idx="387">
                  <c:v>3.8825</c:v>
                </c:pt>
                <c:pt idx="388">
                  <c:v>3.8925</c:v>
                </c:pt>
                <c:pt idx="389">
                  <c:v>3.9025</c:v>
                </c:pt>
                <c:pt idx="390">
                  <c:v>3.9125</c:v>
                </c:pt>
                <c:pt idx="391">
                  <c:v>3.9225</c:v>
                </c:pt>
                <c:pt idx="392">
                  <c:v>3.9325</c:v>
                </c:pt>
                <c:pt idx="393">
                  <c:v>3.9425</c:v>
                </c:pt>
                <c:pt idx="394">
                  <c:v>3.9525</c:v>
                </c:pt>
                <c:pt idx="395">
                  <c:v>3.9625</c:v>
                </c:pt>
                <c:pt idx="396">
                  <c:v>3.9725</c:v>
                </c:pt>
                <c:pt idx="397">
                  <c:v>3.9825</c:v>
                </c:pt>
                <c:pt idx="398">
                  <c:v>3.9925</c:v>
                </c:pt>
                <c:pt idx="399">
                  <c:v>4.0025</c:v>
                </c:pt>
                <c:pt idx="400">
                  <c:v>4.0125</c:v>
                </c:pt>
                <c:pt idx="401">
                  <c:v>4.0225</c:v>
                </c:pt>
                <c:pt idx="402">
                  <c:v>4.0325</c:v>
                </c:pt>
                <c:pt idx="403">
                  <c:v>4.0425</c:v>
                </c:pt>
                <c:pt idx="404">
                  <c:v>4.0525</c:v>
                </c:pt>
                <c:pt idx="405">
                  <c:v>4.0625</c:v>
                </c:pt>
                <c:pt idx="406">
                  <c:v>4.0725</c:v>
                </c:pt>
                <c:pt idx="407">
                  <c:v>4.0825</c:v>
                </c:pt>
                <c:pt idx="408">
                  <c:v>4.0925</c:v>
                </c:pt>
                <c:pt idx="409">
                  <c:v>4.1025</c:v>
                </c:pt>
                <c:pt idx="410">
                  <c:v>4.1125</c:v>
                </c:pt>
                <c:pt idx="411">
                  <c:v>4.1225</c:v>
                </c:pt>
                <c:pt idx="412">
                  <c:v>4.1325</c:v>
                </c:pt>
                <c:pt idx="413">
                  <c:v>4.1425</c:v>
                </c:pt>
                <c:pt idx="414">
                  <c:v>4.1525</c:v>
                </c:pt>
                <c:pt idx="415">
                  <c:v>4.1625</c:v>
                </c:pt>
                <c:pt idx="416">
                  <c:v>4.1725</c:v>
                </c:pt>
                <c:pt idx="417">
                  <c:v>4.1825</c:v>
                </c:pt>
                <c:pt idx="418">
                  <c:v>4.1925</c:v>
                </c:pt>
                <c:pt idx="419">
                  <c:v>4.2025</c:v>
                </c:pt>
                <c:pt idx="420">
                  <c:v>4.2125</c:v>
                </c:pt>
                <c:pt idx="421">
                  <c:v>4.2225</c:v>
                </c:pt>
                <c:pt idx="422">
                  <c:v>4.2325</c:v>
                </c:pt>
                <c:pt idx="423">
                  <c:v>4.2425</c:v>
                </c:pt>
                <c:pt idx="424">
                  <c:v>4.2525</c:v>
                </c:pt>
                <c:pt idx="425">
                  <c:v>4.2625</c:v>
                </c:pt>
                <c:pt idx="426">
                  <c:v>4.2725</c:v>
                </c:pt>
                <c:pt idx="427">
                  <c:v>4.2825</c:v>
                </c:pt>
                <c:pt idx="428">
                  <c:v>4.2925</c:v>
                </c:pt>
                <c:pt idx="429">
                  <c:v>4.3025</c:v>
                </c:pt>
                <c:pt idx="430">
                  <c:v>4.3125</c:v>
                </c:pt>
                <c:pt idx="431">
                  <c:v>4.3225</c:v>
                </c:pt>
                <c:pt idx="432">
                  <c:v>4.3325</c:v>
                </c:pt>
                <c:pt idx="433">
                  <c:v>4.3425</c:v>
                </c:pt>
                <c:pt idx="434">
                  <c:v>4.3525</c:v>
                </c:pt>
                <c:pt idx="435">
                  <c:v>4.3625</c:v>
                </c:pt>
                <c:pt idx="436">
                  <c:v>4.3725</c:v>
                </c:pt>
                <c:pt idx="437">
                  <c:v>4.3825</c:v>
                </c:pt>
                <c:pt idx="438">
                  <c:v>4.3925</c:v>
                </c:pt>
                <c:pt idx="439">
                  <c:v>4.4025</c:v>
                </c:pt>
                <c:pt idx="440">
                  <c:v>4.4125</c:v>
                </c:pt>
                <c:pt idx="441">
                  <c:v>4.4225</c:v>
                </c:pt>
                <c:pt idx="442">
                  <c:v>4.4325</c:v>
                </c:pt>
                <c:pt idx="443">
                  <c:v>4.4425</c:v>
                </c:pt>
                <c:pt idx="444">
                  <c:v>4.4525</c:v>
                </c:pt>
                <c:pt idx="445">
                  <c:v>4.4625</c:v>
                </c:pt>
                <c:pt idx="446">
                  <c:v>4.4725</c:v>
                </c:pt>
                <c:pt idx="447">
                  <c:v>4.4825</c:v>
                </c:pt>
                <c:pt idx="448">
                  <c:v>4.4925</c:v>
                </c:pt>
                <c:pt idx="449">
                  <c:v>4.5025</c:v>
                </c:pt>
                <c:pt idx="450">
                  <c:v>4.5125</c:v>
                </c:pt>
                <c:pt idx="451">
                  <c:v>4.5225</c:v>
                </c:pt>
                <c:pt idx="452">
                  <c:v>4.5325</c:v>
                </c:pt>
                <c:pt idx="453">
                  <c:v>4.5425</c:v>
                </c:pt>
                <c:pt idx="454">
                  <c:v>4.5525</c:v>
                </c:pt>
                <c:pt idx="455">
                  <c:v>4.5625</c:v>
                </c:pt>
                <c:pt idx="456">
                  <c:v>4.5725</c:v>
                </c:pt>
                <c:pt idx="457">
                  <c:v>4.5825</c:v>
                </c:pt>
                <c:pt idx="458">
                  <c:v>4.5925</c:v>
                </c:pt>
                <c:pt idx="459">
                  <c:v>4.6025</c:v>
                </c:pt>
                <c:pt idx="460">
                  <c:v>4.6125</c:v>
                </c:pt>
                <c:pt idx="461">
                  <c:v>4.6225</c:v>
                </c:pt>
                <c:pt idx="462">
                  <c:v>4.6325</c:v>
                </c:pt>
                <c:pt idx="463">
                  <c:v>4.6425</c:v>
                </c:pt>
                <c:pt idx="464">
                  <c:v>4.6525</c:v>
                </c:pt>
                <c:pt idx="465">
                  <c:v>4.6625</c:v>
                </c:pt>
                <c:pt idx="466">
                  <c:v>4.6725</c:v>
                </c:pt>
                <c:pt idx="467">
                  <c:v>4.6825</c:v>
                </c:pt>
                <c:pt idx="468">
                  <c:v>4.6925</c:v>
                </c:pt>
                <c:pt idx="469">
                  <c:v>4.7025</c:v>
                </c:pt>
                <c:pt idx="470">
                  <c:v>4.7125</c:v>
                </c:pt>
                <c:pt idx="471">
                  <c:v>4.7225</c:v>
                </c:pt>
                <c:pt idx="472">
                  <c:v>4.7325</c:v>
                </c:pt>
                <c:pt idx="473">
                  <c:v>4.7425</c:v>
                </c:pt>
                <c:pt idx="474">
                  <c:v>4.7525</c:v>
                </c:pt>
                <c:pt idx="475">
                  <c:v>4.7625</c:v>
                </c:pt>
                <c:pt idx="476">
                  <c:v>4.7725</c:v>
                </c:pt>
                <c:pt idx="477">
                  <c:v>4.7825</c:v>
                </c:pt>
              </c:numCache>
            </c:numRef>
          </c:xVal>
          <c:yVal>
            <c:numRef>
              <c:f>'Chart Data'!$D$2:$D$479</c:f>
              <c:numCache>
                <c:formatCode>0.0</c:formatCode>
                <c:ptCount val="478"/>
                <c:pt idx="0">
                  <c:v>7.05255116589E-05</c:v>
                </c:pt>
                <c:pt idx="1">
                  <c:v>8.49390098186E-05</c:v>
                </c:pt>
                <c:pt idx="2">
                  <c:v>9.54899038271E-05</c:v>
                </c:pt>
                <c:pt idx="3">
                  <c:v>9.04232186462E-05</c:v>
                </c:pt>
                <c:pt idx="4">
                  <c:v>0.000102806010415</c:v>
                </c:pt>
                <c:pt idx="5">
                  <c:v>0.000102029151014</c:v>
                </c:pt>
                <c:pt idx="6">
                  <c:v>9.65768434426E-05</c:v>
                </c:pt>
                <c:pt idx="7">
                  <c:v>0.000102069474202</c:v>
                </c:pt>
                <c:pt idx="8">
                  <c:v>0.000100376921131</c:v>
                </c:pt>
                <c:pt idx="9">
                  <c:v>8.26418641321E-05</c:v>
                </c:pt>
                <c:pt idx="10">
                  <c:v>7.99218353879E-05</c:v>
                </c:pt>
                <c:pt idx="11">
                  <c:v>6.7546699921E-05</c:v>
                </c:pt>
                <c:pt idx="12">
                  <c:v>7.43595322841E-05</c:v>
                </c:pt>
                <c:pt idx="13">
                  <c:v>8.14040953754E-05</c:v>
                </c:pt>
                <c:pt idx="14">
                  <c:v>8.36147248539E-05</c:v>
                </c:pt>
                <c:pt idx="15">
                  <c:v>8.83213086502E-05</c:v>
                </c:pt>
                <c:pt idx="16">
                  <c:v>8.76914502395E-05</c:v>
                </c:pt>
                <c:pt idx="17">
                  <c:v>9.60115531753E-05</c:v>
                </c:pt>
                <c:pt idx="18">
                  <c:v>9.42587705318E-05</c:v>
                </c:pt>
                <c:pt idx="19">
                  <c:v>9.4322317835E-05</c:v>
                </c:pt>
                <c:pt idx="20">
                  <c:v>9.65030877373E-05</c:v>
                </c:pt>
                <c:pt idx="21">
                  <c:v>9.57244418658E-05</c:v>
                </c:pt>
                <c:pt idx="22">
                  <c:v>8.01581598969E-05</c:v>
                </c:pt>
                <c:pt idx="23">
                  <c:v>7.44585537847E-05</c:v>
                </c:pt>
                <c:pt idx="24">
                  <c:v>7.32340559507E-05</c:v>
                </c:pt>
                <c:pt idx="25">
                  <c:v>9.37524337867E-05</c:v>
                </c:pt>
                <c:pt idx="26">
                  <c:v>9.28002450792E-05</c:v>
                </c:pt>
                <c:pt idx="27">
                  <c:v>8.11134111251E-05</c:v>
                </c:pt>
                <c:pt idx="28">
                  <c:v>8.29172357792E-05</c:v>
                </c:pt>
                <c:pt idx="29">
                  <c:v>8.87283686846E-05</c:v>
                </c:pt>
                <c:pt idx="30">
                  <c:v>9.49764212006E-05</c:v>
                </c:pt>
                <c:pt idx="31">
                  <c:v>9.02889781583E-05</c:v>
                </c:pt>
                <c:pt idx="32">
                  <c:v>0.000103653818211</c:v>
                </c:pt>
                <c:pt idx="33">
                  <c:v>9.25253838522E-05</c:v>
                </c:pt>
                <c:pt idx="34">
                  <c:v>9.78600395888E-05</c:v>
                </c:pt>
                <c:pt idx="35">
                  <c:v>0.000105640373263</c:v>
                </c:pt>
                <c:pt idx="36">
                  <c:v>9.50029630461E-05</c:v>
                </c:pt>
                <c:pt idx="37">
                  <c:v>8.65598488648E-05</c:v>
                </c:pt>
                <c:pt idx="38">
                  <c:v>8.30872056745E-05</c:v>
                </c:pt>
                <c:pt idx="39">
                  <c:v>8.90335999079E-05</c:v>
                </c:pt>
                <c:pt idx="40">
                  <c:v>8.63786497272E-05</c:v>
                </c:pt>
                <c:pt idx="41">
                  <c:v>8.60216108632E-05</c:v>
                </c:pt>
                <c:pt idx="42">
                  <c:v>9.37062407672E-05</c:v>
                </c:pt>
                <c:pt idx="43">
                  <c:v>9.03879996589E-05</c:v>
                </c:pt>
                <c:pt idx="44">
                  <c:v>8.3219914902E-05</c:v>
                </c:pt>
                <c:pt idx="45">
                  <c:v>8.50625314842E-05</c:v>
                </c:pt>
                <c:pt idx="46">
                  <c:v>9.47158517366E-05</c:v>
                </c:pt>
                <c:pt idx="47">
                  <c:v>9.49572804467E-05</c:v>
                </c:pt>
                <c:pt idx="48">
                  <c:v>8.64414314002E-05</c:v>
                </c:pt>
                <c:pt idx="49">
                  <c:v>9.60835224103E-05</c:v>
                </c:pt>
                <c:pt idx="50">
                  <c:v>0.00010138321437</c:v>
                </c:pt>
                <c:pt idx="51">
                  <c:v>8.8209526647E-05</c:v>
                </c:pt>
                <c:pt idx="52">
                  <c:v>8.49619787234E-05</c:v>
                </c:pt>
                <c:pt idx="53">
                  <c:v>9.29316782565E-05</c:v>
                </c:pt>
                <c:pt idx="54">
                  <c:v>9.68146992119E-05</c:v>
                </c:pt>
                <c:pt idx="55">
                  <c:v>0.000569058443688</c:v>
                </c:pt>
                <c:pt idx="56">
                  <c:v>0.000586167470427</c:v>
                </c:pt>
                <c:pt idx="57">
                  <c:v>0.000578306745586</c:v>
                </c:pt>
                <c:pt idx="58">
                  <c:v>0.000120501509855</c:v>
                </c:pt>
                <c:pt idx="59">
                  <c:v>0.000118673950666</c:v>
                </c:pt>
                <c:pt idx="60">
                  <c:v>0.000298269093069</c:v>
                </c:pt>
                <c:pt idx="61">
                  <c:v>0.00159179563176</c:v>
                </c:pt>
                <c:pt idx="62">
                  <c:v>0.00153889416073</c:v>
                </c:pt>
                <c:pt idx="63">
                  <c:v>0.00065199150249</c:v>
                </c:pt>
                <c:pt idx="64">
                  <c:v>0.000378478294976</c:v>
                </c:pt>
                <c:pt idx="65">
                  <c:v>0.000397115009092</c:v>
                </c:pt>
                <c:pt idx="66">
                  <c:v>0.000296490279</c:v>
                </c:pt>
                <c:pt idx="67">
                  <c:v>0.000298770070403</c:v>
                </c:pt>
                <c:pt idx="68">
                  <c:v>0.000312231124645</c:v>
                </c:pt>
                <c:pt idx="69">
                  <c:v>0.000246426998966</c:v>
                </c:pt>
                <c:pt idx="70">
                  <c:v>0.000227226270633</c:v>
                </c:pt>
                <c:pt idx="71">
                  <c:v>0.000183213510533</c:v>
                </c:pt>
                <c:pt idx="72">
                  <c:v>0.000135832232945</c:v>
                </c:pt>
                <c:pt idx="73">
                  <c:v>0.000118287307436</c:v>
                </c:pt>
                <c:pt idx="74">
                  <c:v>0.00010326462288</c:v>
                </c:pt>
                <c:pt idx="75">
                  <c:v>9.34091762655E-05</c:v>
                </c:pt>
                <c:pt idx="76">
                  <c:v>8.88633748026E-05</c:v>
                </c:pt>
                <c:pt idx="77">
                  <c:v>8.23649612247E-05</c:v>
                </c:pt>
                <c:pt idx="78">
                  <c:v>8.35325472169E-05</c:v>
                </c:pt>
                <c:pt idx="79">
                  <c:v>7.97265996974E-05</c:v>
                </c:pt>
                <c:pt idx="80">
                  <c:v>7.70430659908E-05</c:v>
                </c:pt>
                <c:pt idx="81">
                  <c:v>8.33467542983E-05</c:v>
                </c:pt>
                <c:pt idx="82">
                  <c:v>9.44529853821E-05</c:v>
                </c:pt>
                <c:pt idx="83">
                  <c:v>0.000104802263449</c:v>
                </c:pt>
                <c:pt idx="84">
                  <c:v>0.000106636458099</c:v>
                </c:pt>
                <c:pt idx="85">
                  <c:v>0.000106021657082</c:v>
                </c:pt>
                <c:pt idx="86">
                  <c:v>9.53191683017E-05</c:v>
                </c:pt>
                <c:pt idx="87">
                  <c:v>9.98083131329E-05</c:v>
                </c:pt>
                <c:pt idx="88">
                  <c:v>0.00010013268511</c:v>
                </c:pt>
                <c:pt idx="89">
                  <c:v>9.3589864983E-05</c:v>
                </c:pt>
                <c:pt idx="90">
                  <c:v>0.00010548316387</c:v>
                </c:pt>
                <c:pt idx="91">
                  <c:v>0.000109602764545</c:v>
                </c:pt>
                <c:pt idx="92">
                  <c:v>0.00011560581541</c:v>
                </c:pt>
                <c:pt idx="93">
                  <c:v>9.47548988747E-05</c:v>
                </c:pt>
                <c:pt idx="94">
                  <c:v>0.000108655424828</c:v>
                </c:pt>
                <c:pt idx="95">
                  <c:v>0.00011228042842</c:v>
                </c:pt>
                <c:pt idx="96">
                  <c:v>0.000102029916644</c:v>
                </c:pt>
                <c:pt idx="97">
                  <c:v>7.90354908741E-05</c:v>
                </c:pt>
                <c:pt idx="98">
                  <c:v>7.7068331786E-05</c:v>
                </c:pt>
                <c:pt idx="99">
                  <c:v>7.41992603709E-05</c:v>
                </c:pt>
                <c:pt idx="100">
                  <c:v>0.000247937076849</c:v>
                </c:pt>
                <c:pt idx="101">
                  <c:v>0.00370506528242</c:v>
                </c:pt>
                <c:pt idx="102">
                  <c:v>0.00450545683691</c:v>
                </c:pt>
                <c:pt idx="103">
                  <c:v>0.00574300100881</c:v>
                </c:pt>
                <c:pt idx="104">
                  <c:v>0.00719419555258</c:v>
                </c:pt>
                <c:pt idx="105">
                  <c:v>0.0176009043031</c:v>
                </c:pt>
                <c:pt idx="106">
                  <c:v>0.0214181609457</c:v>
                </c:pt>
                <c:pt idx="107">
                  <c:v>0.030885482325</c:v>
                </c:pt>
                <c:pt idx="108">
                  <c:v>0.0528213567694</c:v>
                </c:pt>
                <c:pt idx="109">
                  <c:v>0.0576899759804</c:v>
                </c:pt>
                <c:pt idx="110">
                  <c:v>0.0674716903687</c:v>
                </c:pt>
                <c:pt idx="111">
                  <c:v>0.0879127650797</c:v>
                </c:pt>
                <c:pt idx="112">
                  <c:v>0.106731031544</c:v>
                </c:pt>
                <c:pt idx="113">
                  <c:v>0.15113386949</c:v>
                </c:pt>
                <c:pt idx="114">
                  <c:v>0.185732465657</c:v>
                </c:pt>
                <c:pt idx="115">
                  <c:v>0.278216180088</c:v>
                </c:pt>
                <c:pt idx="116">
                  <c:v>0.306848774999</c:v>
                </c:pt>
                <c:pt idx="117">
                  <c:v>0.352290166266</c:v>
                </c:pt>
                <c:pt idx="118">
                  <c:v>0.301324376968</c:v>
                </c:pt>
                <c:pt idx="119">
                  <c:v>0.310975130573</c:v>
                </c:pt>
                <c:pt idx="120">
                  <c:v>0.247512891454</c:v>
                </c:pt>
                <c:pt idx="121">
                  <c:v>0.264997553448</c:v>
                </c:pt>
                <c:pt idx="122">
                  <c:v>0.213413939659</c:v>
                </c:pt>
                <c:pt idx="123">
                  <c:v>0.24930691936</c:v>
                </c:pt>
                <c:pt idx="124">
                  <c:v>0.221028998282</c:v>
                </c:pt>
                <c:pt idx="125">
                  <c:v>0.184365428415</c:v>
                </c:pt>
                <c:pt idx="126">
                  <c:v>0.236405407034</c:v>
                </c:pt>
                <c:pt idx="127">
                  <c:v>0.213253114195</c:v>
                </c:pt>
                <c:pt idx="128">
                  <c:v>0.218315954382</c:v>
                </c:pt>
                <c:pt idx="129">
                  <c:v>0.26181275989</c:v>
                </c:pt>
                <c:pt idx="130">
                  <c:v>0.207588778878</c:v>
                </c:pt>
                <c:pt idx="131">
                  <c:v>0.190290026944</c:v>
                </c:pt>
                <c:pt idx="132">
                  <c:v>0.204606696878</c:v>
                </c:pt>
                <c:pt idx="133">
                  <c:v>0.122471134528</c:v>
                </c:pt>
                <c:pt idx="134">
                  <c:v>0.0673494531753</c:v>
                </c:pt>
                <c:pt idx="135">
                  <c:v>0.0762579020545</c:v>
                </c:pt>
                <c:pt idx="136">
                  <c:v>0.0532790395043</c:v>
                </c:pt>
                <c:pt idx="137">
                  <c:v>0.0544119296898</c:v>
                </c:pt>
                <c:pt idx="138">
                  <c:v>0.081966845537</c:v>
                </c:pt>
                <c:pt idx="139">
                  <c:v>0.137991585365</c:v>
                </c:pt>
                <c:pt idx="140">
                  <c:v>0.169394230956</c:v>
                </c:pt>
                <c:pt idx="141">
                  <c:v>0.160545857247</c:v>
                </c:pt>
                <c:pt idx="142">
                  <c:v>0.169591052011</c:v>
                </c:pt>
                <c:pt idx="143">
                  <c:v>0.194906128313</c:v>
                </c:pt>
                <c:pt idx="144">
                  <c:v>0.195665401955</c:v>
                </c:pt>
                <c:pt idx="145">
                  <c:v>0.182369776145</c:v>
                </c:pt>
                <c:pt idx="146">
                  <c:v>0.17367186433</c:v>
                </c:pt>
                <c:pt idx="147">
                  <c:v>0.13667870931</c:v>
                </c:pt>
                <c:pt idx="148">
                  <c:v>0.104838124545</c:v>
                </c:pt>
                <c:pt idx="149">
                  <c:v>0.1039413057</c:v>
                </c:pt>
                <c:pt idx="150">
                  <c:v>0.110923509491</c:v>
                </c:pt>
                <c:pt idx="151">
                  <c:v>0.117554342633</c:v>
                </c:pt>
                <c:pt idx="152">
                  <c:v>0.115806089712</c:v>
                </c:pt>
                <c:pt idx="153">
                  <c:v>0.122181630113</c:v>
                </c:pt>
                <c:pt idx="154">
                  <c:v>0.121829520887</c:v>
                </c:pt>
                <c:pt idx="155">
                  <c:v>0.118988099439</c:v>
                </c:pt>
                <c:pt idx="156">
                  <c:v>0.116004694941</c:v>
                </c:pt>
                <c:pt idx="157">
                  <c:v>0.121905861359</c:v>
                </c:pt>
                <c:pt idx="158">
                  <c:v>0.128576066267</c:v>
                </c:pt>
                <c:pt idx="159">
                  <c:v>0.12502481251</c:v>
                </c:pt>
                <c:pt idx="160">
                  <c:v>0.111507995127</c:v>
                </c:pt>
                <c:pt idx="161">
                  <c:v>0.0831407219465</c:v>
                </c:pt>
                <c:pt idx="162">
                  <c:v>0.0572943110748</c:v>
                </c:pt>
                <c:pt idx="163">
                  <c:v>0.0462023403632</c:v>
                </c:pt>
                <c:pt idx="164">
                  <c:v>0.0673414844966</c:v>
                </c:pt>
                <c:pt idx="165">
                  <c:v>0.163150939638</c:v>
                </c:pt>
                <c:pt idx="166">
                  <c:v>0.30143590912</c:v>
                </c:pt>
                <c:pt idx="167">
                  <c:v>0.325161804418</c:v>
                </c:pt>
                <c:pt idx="168">
                  <c:v>0.247565615299</c:v>
                </c:pt>
                <c:pt idx="169">
                  <c:v>0.198215254339</c:v>
                </c:pt>
                <c:pt idx="170">
                  <c:v>0.184770889048</c:v>
                </c:pt>
                <c:pt idx="171">
                  <c:v>0.173020363086</c:v>
                </c:pt>
                <c:pt idx="172">
                  <c:v>0.169085791487</c:v>
                </c:pt>
                <c:pt idx="173">
                  <c:v>0.165273691363</c:v>
                </c:pt>
                <c:pt idx="174">
                  <c:v>0.168921950971</c:v>
                </c:pt>
                <c:pt idx="175">
                  <c:v>0.13998613334</c:v>
                </c:pt>
                <c:pt idx="176">
                  <c:v>0.0940207070215</c:v>
                </c:pt>
                <c:pt idx="177">
                  <c:v>0.0689792462662</c:v>
                </c:pt>
                <c:pt idx="178">
                  <c:v>0.0830180960682</c:v>
                </c:pt>
                <c:pt idx="179">
                  <c:v>0.0947315828842</c:v>
                </c:pt>
                <c:pt idx="180">
                  <c:v>0.0970816433127</c:v>
                </c:pt>
                <c:pt idx="181">
                  <c:v>0.0904785589045</c:v>
                </c:pt>
                <c:pt idx="182">
                  <c:v>0.0795769889289</c:v>
                </c:pt>
                <c:pt idx="183">
                  <c:v>0.0672155388459</c:v>
                </c:pt>
                <c:pt idx="184">
                  <c:v>0.0599191076773</c:v>
                </c:pt>
                <c:pt idx="185">
                  <c:v>0.0463517745263</c:v>
                </c:pt>
                <c:pt idx="186">
                  <c:v>0.0278546659242</c:v>
                </c:pt>
                <c:pt idx="187">
                  <c:v>0.00755396210168</c:v>
                </c:pt>
                <c:pt idx="188">
                  <c:v>0.00208075997327</c:v>
                </c:pt>
                <c:pt idx="189">
                  <c:v>0.00192802824104</c:v>
                </c:pt>
                <c:pt idx="190">
                  <c:v>0.00261536301814</c:v>
                </c:pt>
                <c:pt idx="191">
                  <c:v>0.00321929489472</c:v>
                </c:pt>
                <c:pt idx="192">
                  <c:v>0.00303332077704</c:v>
                </c:pt>
                <c:pt idx="193">
                  <c:v>0.00331530236453</c:v>
                </c:pt>
                <c:pt idx="194">
                  <c:v>0.00995922446458</c:v>
                </c:pt>
                <c:pt idx="195">
                  <c:v>0.0306152151341</c:v>
                </c:pt>
                <c:pt idx="196">
                  <c:v>0.0510874953992</c:v>
                </c:pt>
                <c:pt idx="197">
                  <c:v>0.112120920606</c:v>
                </c:pt>
                <c:pt idx="198">
                  <c:v>0.161554250609</c:v>
                </c:pt>
                <c:pt idx="199">
                  <c:v>0.227025793183</c:v>
                </c:pt>
                <c:pt idx="200">
                  <c:v>0.240696612224</c:v>
                </c:pt>
                <c:pt idx="201">
                  <c:v>0.241568607808</c:v>
                </c:pt>
                <c:pt idx="202">
                  <c:v>0.322517474803</c:v>
                </c:pt>
                <c:pt idx="203">
                  <c:v>0.330146010814</c:v>
                </c:pt>
                <c:pt idx="204">
                  <c:v>0.268118362528</c:v>
                </c:pt>
                <c:pt idx="205">
                  <c:v>0.244308612353</c:v>
                </c:pt>
                <c:pt idx="206">
                  <c:v>0.144183114469</c:v>
                </c:pt>
                <c:pt idx="207">
                  <c:v>0.0903356481655</c:v>
                </c:pt>
                <c:pt idx="208">
                  <c:v>0.0688305213318</c:v>
                </c:pt>
                <c:pt idx="209">
                  <c:v>0.0780229636194</c:v>
                </c:pt>
                <c:pt idx="210">
                  <c:v>0.0510024351646</c:v>
                </c:pt>
                <c:pt idx="211">
                  <c:v>0.036223465235</c:v>
                </c:pt>
                <c:pt idx="212">
                  <c:v>0.0254939280175</c:v>
                </c:pt>
                <c:pt idx="213">
                  <c:v>0.0192123391141</c:v>
                </c:pt>
                <c:pt idx="214">
                  <c:v>0.0127008651617</c:v>
                </c:pt>
                <c:pt idx="215">
                  <c:v>0.00885301495886</c:v>
                </c:pt>
                <c:pt idx="216">
                  <c:v>0.00522695454211</c:v>
                </c:pt>
                <c:pt idx="217">
                  <c:v>0.00605135625838</c:v>
                </c:pt>
                <c:pt idx="218">
                  <c:v>0.00758682192726</c:v>
                </c:pt>
                <c:pt idx="219">
                  <c:v>0.00556829798791</c:v>
                </c:pt>
                <c:pt idx="220">
                  <c:v>0.00304090332292</c:v>
                </c:pt>
                <c:pt idx="221">
                  <c:v>0.00189958125249</c:v>
                </c:pt>
                <c:pt idx="222">
                  <c:v>0.0018005227465</c:v>
                </c:pt>
                <c:pt idx="223">
                  <c:v>0.00450194718826</c:v>
                </c:pt>
                <c:pt idx="224">
                  <c:v>0.0154144324978</c:v>
                </c:pt>
                <c:pt idx="225">
                  <c:v>0.0272557545398</c:v>
                </c:pt>
                <c:pt idx="226">
                  <c:v>0.051881903554</c:v>
                </c:pt>
                <c:pt idx="227">
                  <c:v>0.067933242088</c:v>
                </c:pt>
                <c:pt idx="228">
                  <c:v>0.124639203646</c:v>
                </c:pt>
                <c:pt idx="229">
                  <c:v>0.163542918545</c:v>
                </c:pt>
                <c:pt idx="230">
                  <c:v>0.191309878472</c:v>
                </c:pt>
                <c:pt idx="231">
                  <c:v>0.28090261196</c:v>
                </c:pt>
                <c:pt idx="232">
                  <c:v>0.314958274771</c:v>
                </c:pt>
                <c:pt idx="233">
                  <c:v>0.363246103128</c:v>
                </c:pt>
                <c:pt idx="234">
                  <c:v>0.432715534406</c:v>
                </c:pt>
                <c:pt idx="235">
                  <c:v>0.402590892202</c:v>
                </c:pt>
                <c:pt idx="236">
                  <c:v>0.414185245434</c:v>
                </c:pt>
                <c:pt idx="237">
                  <c:v>0.410487144324</c:v>
                </c:pt>
                <c:pt idx="238">
                  <c:v>0.356810395681</c:v>
                </c:pt>
                <c:pt idx="239">
                  <c:v>0.334935870926</c:v>
                </c:pt>
                <c:pt idx="240">
                  <c:v>0.364313416325</c:v>
                </c:pt>
                <c:pt idx="241">
                  <c:v>0.301913886414</c:v>
                </c:pt>
                <c:pt idx="242">
                  <c:v>0.272107955629</c:v>
                </c:pt>
                <c:pt idx="243">
                  <c:v>0.251328684212</c:v>
                </c:pt>
                <c:pt idx="244">
                  <c:v>0.214496304379</c:v>
                </c:pt>
                <c:pt idx="245">
                  <c:v>0.207160815098</c:v>
                </c:pt>
                <c:pt idx="246">
                  <c:v>0.140189223886</c:v>
                </c:pt>
                <c:pt idx="247">
                  <c:v>0.214097812767</c:v>
                </c:pt>
                <c:pt idx="248">
                  <c:v>0.138846509182</c:v>
                </c:pt>
                <c:pt idx="249">
                  <c:v>0.0825442781881</c:v>
                </c:pt>
                <c:pt idx="250">
                  <c:v>0.0303162462551</c:v>
                </c:pt>
                <c:pt idx="251">
                  <c:v>0.0199608548868</c:v>
                </c:pt>
                <c:pt idx="252">
                  <c:v>0.0168769389719</c:v>
                </c:pt>
                <c:pt idx="253">
                  <c:v>0.0149617411611</c:v>
                </c:pt>
                <c:pt idx="254">
                  <c:v>0.0120600316979</c:v>
                </c:pt>
                <c:pt idx="255">
                  <c:v>0.00318925514023</c:v>
                </c:pt>
                <c:pt idx="256">
                  <c:v>0.00232447485501</c:v>
                </c:pt>
                <c:pt idx="257">
                  <c:v>0.00662398151777</c:v>
                </c:pt>
                <c:pt idx="258">
                  <c:v>0.00687063029427</c:v>
                </c:pt>
                <c:pt idx="259">
                  <c:v>0.00392391862163</c:v>
                </c:pt>
                <c:pt idx="260">
                  <c:v>0.00233899681744</c:v>
                </c:pt>
                <c:pt idx="261">
                  <c:v>0.00187535926637</c:v>
                </c:pt>
                <c:pt idx="262">
                  <c:v>0.00127845357776</c:v>
                </c:pt>
                <c:pt idx="263">
                  <c:v>0.000836366473975</c:v>
                </c:pt>
                <c:pt idx="264">
                  <c:v>0.000740700475211</c:v>
                </c:pt>
                <c:pt idx="265">
                  <c:v>0.000608597626769</c:v>
                </c:pt>
                <c:pt idx="266">
                  <c:v>0.000490753619195</c:v>
                </c:pt>
                <c:pt idx="267">
                  <c:v>0.000332614496363</c:v>
                </c:pt>
                <c:pt idx="268">
                  <c:v>0.000492585006535</c:v>
                </c:pt>
                <c:pt idx="269">
                  <c:v>0.00224347118421</c:v>
                </c:pt>
                <c:pt idx="270">
                  <c:v>0.00316530342155</c:v>
                </c:pt>
                <c:pt idx="271">
                  <c:v>0.00429731696051</c:v>
                </c:pt>
                <c:pt idx="272">
                  <c:v>0.00305239977018</c:v>
                </c:pt>
                <c:pt idx="273">
                  <c:v>0.00447504804868</c:v>
                </c:pt>
                <c:pt idx="274">
                  <c:v>0.0043187050942</c:v>
                </c:pt>
                <c:pt idx="275">
                  <c:v>0.00565896824989</c:v>
                </c:pt>
                <c:pt idx="276">
                  <c:v>0.00717841540458</c:v>
                </c:pt>
                <c:pt idx="277">
                  <c:v>0.00699133571696</c:v>
                </c:pt>
                <c:pt idx="278">
                  <c:v>0.0140854218085</c:v>
                </c:pt>
                <c:pt idx="279">
                  <c:v>0.0426105863026</c:v>
                </c:pt>
                <c:pt idx="280">
                  <c:v>0.0738819628163</c:v>
                </c:pt>
                <c:pt idx="281">
                  <c:v>0.135114704012</c:v>
                </c:pt>
                <c:pt idx="282">
                  <c:v>0.166616844773</c:v>
                </c:pt>
                <c:pt idx="283">
                  <c:v>0.181118642293</c:v>
                </c:pt>
                <c:pt idx="284">
                  <c:v>0.199903055654</c:v>
                </c:pt>
                <c:pt idx="285">
                  <c:v>0.185714359014</c:v>
                </c:pt>
                <c:pt idx="286">
                  <c:v>0.186743033154</c:v>
                </c:pt>
                <c:pt idx="287">
                  <c:v>0.148331272127</c:v>
                </c:pt>
                <c:pt idx="288">
                  <c:v>0.130531769996</c:v>
                </c:pt>
                <c:pt idx="289">
                  <c:v>0.126016010585</c:v>
                </c:pt>
                <c:pt idx="290">
                  <c:v>0.101785382027</c:v>
                </c:pt>
                <c:pt idx="291">
                  <c:v>0.118566610849</c:v>
                </c:pt>
                <c:pt idx="292">
                  <c:v>0.131941404349</c:v>
                </c:pt>
                <c:pt idx="293">
                  <c:v>0.119610279345</c:v>
                </c:pt>
                <c:pt idx="294">
                  <c:v>0.136782836288</c:v>
                </c:pt>
                <c:pt idx="295">
                  <c:v>0.143422352952</c:v>
                </c:pt>
                <c:pt idx="296">
                  <c:v>0.126403275762</c:v>
                </c:pt>
                <c:pt idx="297">
                  <c:v>0.117377996314</c:v>
                </c:pt>
                <c:pt idx="298">
                  <c:v>0.0973144117248</c:v>
                </c:pt>
                <c:pt idx="299">
                  <c:v>0.0544055420374</c:v>
                </c:pt>
                <c:pt idx="300">
                  <c:v>0.0351009799633</c:v>
                </c:pt>
                <c:pt idx="301">
                  <c:v>0.0206983899917</c:v>
                </c:pt>
                <c:pt idx="302">
                  <c:v>0.0179494091982</c:v>
                </c:pt>
                <c:pt idx="303">
                  <c:v>0.0113477631539</c:v>
                </c:pt>
                <c:pt idx="304">
                  <c:v>0.00788229647025</c:v>
                </c:pt>
                <c:pt idx="305">
                  <c:v>0.00881859554465</c:v>
                </c:pt>
                <c:pt idx="306">
                  <c:v>0.0125031424492</c:v>
                </c:pt>
                <c:pt idx="307">
                  <c:v>0.0188505587025</c:v>
                </c:pt>
                <c:pt idx="308">
                  <c:v>0.0779241547088</c:v>
                </c:pt>
                <c:pt idx="309">
                  <c:v>0.133169197455</c:v>
                </c:pt>
                <c:pt idx="310">
                  <c:v>0.166627086607</c:v>
                </c:pt>
                <c:pt idx="311">
                  <c:v>0.218096838942</c:v>
                </c:pt>
                <c:pt idx="312">
                  <c:v>0.211076768359</c:v>
                </c:pt>
                <c:pt idx="313">
                  <c:v>0.21457763625</c:v>
                </c:pt>
                <c:pt idx="314">
                  <c:v>0.241952500384</c:v>
                </c:pt>
                <c:pt idx="315">
                  <c:v>0.278281575367</c:v>
                </c:pt>
                <c:pt idx="316">
                  <c:v>0.264156959675</c:v>
                </c:pt>
                <c:pt idx="317">
                  <c:v>0.259823295443</c:v>
                </c:pt>
                <c:pt idx="318">
                  <c:v>0.257385176828</c:v>
                </c:pt>
                <c:pt idx="319">
                  <c:v>0.241576002774</c:v>
                </c:pt>
                <c:pt idx="320">
                  <c:v>0.196507991471</c:v>
                </c:pt>
                <c:pt idx="321">
                  <c:v>0.186517272554</c:v>
                </c:pt>
                <c:pt idx="322">
                  <c:v>0.16878753592</c:v>
                </c:pt>
                <c:pt idx="323">
                  <c:v>0.115959177973</c:v>
                </c:pt>
                <c:pt idx="324">
                  <c:v>0.0578034673805</c:v>
                </c:pt>
                <c:pt idx="325">
                  <c:v>0.0174944891122</c:v>
                </c:pt>
                <c:pt idx="326">
                  <c:v>0.0161415680483</c:v>
                </c:pt>
                <c:pt idx="327">
                  <c:v>0.014732457387</c:v>
                </c:pt>
                <c:pt idx="328">
                  <c:v>0.0110765402014</c:v>
                </c:pt>
                <c:pt idx="329">
                  <c:v>0.00716016150555</c:v>
                </c:pt>
                <c:pt idx="330">
                  <c:v>0.00456559453379</c:v>
                </c:pt>
                <c:pt idx="331">
                  <c:v>0.00275718885917</c:v>
                </c:pt>
                <c:pt idx="332">
                  <c:v>0.00280814103582</c:v>
                </c:pt>
                <c:pt idx="333">
                  <c:v>0.00363485189265</c:v>
                </c:pt>
                <c:pt idx="334">
                  <c:v>0.00484399424818</c:v>
                </c:pt>
                <c:pt idx="335">
                  <c:v>0.00667701595324</c:v>
                </c:pt>
                <c:pt idx="336">
                  <c:v>0.0675951974873</c:v>
                </c:pt>
                <c:pt idx="337">
                  <c:v>0.232232835982</c:v>
                </c:pt>
                <c:pt idx="338">
                  <c:v>0.40613650403</c:v>
                </c:pt>
                <c:pt idx="339">
                  <c:v>0.407364466596</c:v>
                </c:pt>
                <c:pt idx="340">
                  <c:v>0.363723723383</c:v>
                </c:pt>
                <c:pt idx="341">
                  <c:v>0.300146593803</c:v>
                </c:pt>
                <c:pt idx="342">
                  <c:v>0.253663676783</c:v>
                </c:pt>
                <c:pt idx="343">
                  <c:v>0.152982991122</c:v>
                </c:pt>
                <c:pt idx="344">
                  <c:v>0.0585460722331</c:v>
                </c:pt>
                <c:pt idx="345">
                  <c:v>0.0112145549907</c:v>
                </c:pt>
                <c:pt idx="346">
                  <c:v>0.00426958813305</c:v>
                </c:pt>
                <c:pt idx="347">
                  <c:v>0.00311033423867</c:v>
                </c:pt>
                <c:pt idx="348">
                  <c:v>0.00379493061189</c:v>
                </c:pt>
                <c:pt idx="349">
                  <c:v>0.00425736944134</c:v>
                </c:pt>
                <c:pt idx="350">
                  <c:v>0.00494154114504</c:v>
                </c:pt>
                <c:pt idx="351">
                  <c:v>0.00440904052059</c:v>
                </c:pt>
                <c:pt idx="352">
                  <c:v>0.00341710310255</c:v>
                </c:pt>
                <c:pt idx="353">
                  <c:v>0.00226703268671</c:v>
                </c:pt>
                <c:pt idx="354">
                  <c:v>0.0016962168666</c:v>
                </c:pt>
                <c:pt idx="355">
                  <c:v>0.0014906158198</c:v>
                </c:pt>
                <c:pt idx="356">
                  <c:v>0.00127752257148</c:v>
                </c:pt>
                <c:pt idx="357">
                  <c:v>0.000843638939643</c:v>
                </c:pt>
                <c:pt idx="358">
                  <c:v>0.000669758971166</c:v>
                </c:pt>
                <c:pt idx="359">
                  <c:v>0.000803148843904</c:v>
                </c:pt>
                <c:pt idx="360">
                  <c:v>0.000853516844742</c:v>
                </c:pt>
                <c:pt idx="361">
                  <c:v>0.0209583150504</c:v>
                </c:pt>
                <c:pt idx="362">
                  <c:v>0.0371711369798</c:v>
                </c:pt>
                <c:pt idx="363">
                  <c:v>0.0532670208973</c:v>
                </c:pt>
                <c:pt idx="364">
                  <c:v>0.0600777773819</c:v>
                </c:pt>
                <c:pt idx="365">
                  <c:v>0.0564200331475</c:v>
                </c:pt>
                <c:pt idx="366">
                  <c:v>0.0613350781296</c:v>
                </c:pt>
                <c:pt idx="367">
                  <c:v>0.0820422825661</c:v>
                </c:pt>
                <c:pt idx="368">
                  <c:v>0.0876720856663</c:v>
                </c:pt>
                <c:pt idx="369">
                  <c:v>0.102789793092</c:v>
                </c:pt>
                <c:pt idx="370">
                  <c:v>0.121126950835</c:v>
                </c:pt>
                <c:pt idx="371">
                  <c:v>0.154705632182</c:v>
                </c:pt>
                <c:pt idx="372">
                  <c:v>0.143435352842</c:v>
                </c:pt>
                <c:pt idx="373">
                  <c:v>0.114165043134</c:v>
                </c:pt>
                <c:pt idx="374">
                  <c:v>0.081221196794</c:v>
                </c:pt>
                <c:pt idx="375">
                  <c:v>0.0420052295883</c:v>
                </c:pt>
                <c:pt idx="376">
                  <c:v>0.0124244670597</c:v>
                </c:pt>
                <c:pt idx="377">
                  <c:v>0.00403943485832</c:v>
                </c:pt>
                <c:pt idx="378">
                  <c:v>0.00231954343115</c:v>
                </c:pt>
                <c:pt idx="379">
                  <c:v>0.00233522277118</c:v>
                </c:pt>
                <c:pt idx="380">
                  <c:v>0.00421300117364</c:v>
                </c:pt>
                <c:pt idx="381">
                  <c:v>0.0734143712959</c:v>
                </c:pt>
                <c:pt idx="382">
                  <c:v>0.182213004948</c:v>
                </c:pt>
                <c:pt idx="383">
                  <c:v>0.31673948858</c:v>
                </c:pt>
                <c:pt idx="384">
                  <c:v>0.606194699068</c:v>
                </c:pt>
                <c:pt idx="385">
                  <c:v>0.986556431475</c:v>
                </c:pt>
                <c:pt idx="386">
                  <c:v>1</c:v>
                </c:pt>
                <c:pt idx="387">
                  <c:v>0.506914101626</c:v>
                </c:pt>
                <c:pt idx="388">
                  <c:v>0.0897907366762</c:v>
                </c:pt>
                <c:pt idx="389">
                  <c:v>0.0444257588718</c:v>
                </c:pt>
                <c:pt idx="390">
                  <c:v>0.12030661487</c:v>
                </c:pt>
                <c:pt idx="391">
                  <c:v>0.252916365347</c:v>
                </c:pt>
                <c:pt idx="392">
                  <c:v>0.341364286512</c:v>
                </c:pt>
                <c:pt idx="393">
                  <c:v>0.438130899046</c:v>
                </c:pt>
                <c:pt idx="394">
                  <c:v>0.363591536571</c:v>
                </c:pt>
                <c:pt idx="395">
                  <c:v>0.411989268841</c:v>
                </c:pt>
                <c:pt idx="396">
                  <c:v>0.400728652519</c:v>
                </c:pt>
                <c:pt idx="397">
                  <c:v>0.401719666587</c:v>
                </c:pt>
                <c:pt idx="398">
                  <c:v>0.282450181986</c:v>
                </c:pt>
                <c:pt idx="399">
                  <c:v>0.078233607872</c:v>
                </c:pt>
                <c:pt idx="400">
                  <c:v>0.0111807085231</c:v>
                </c:pt>
                <c:pt idx="401">
                  <c:v>0.00836447247956</c:v>
                </c:pt>
                <c:pt idx="402">
                  <c:v>0.00545800998438</c:v>
                </c:pt>
                <c:pt idx="403">
                  <c:v>0.00390939078937</c:v>
                </c:pt>
                <c:pt idx="404">
                  <c:v>0.00335273989283</c:v>
                </c:pt>
                <c:pt idx="405">
                  <c:v>0.00249653900396</c:v>
                </c:pt>
                <c:pt idx="406">
                  <c:v>0.00298708615822</c:v>
                </c:pt>
                <c:pt idx="407">
                  <c:v>0.0027595579741</c:v>
                </c:pt>
                <c:pt idx="408">
                  <c:v>0.00165919405464</c:v>
                </c:pt>
                <c:pt idx="409">
                  <c:v>0.00149431764162</c:v>
                </c:pt>
                <c:pt idx="410">
                  <c:v>0.00156825990547</c:v>
                </c:pt>
                <c:pt idx="411">
                  <c:v>0.00164647489602</c:v>
                </c:pt>
                <c:pt idx="412">
                  <c:v>0.00136286124024</c:v>
                </c:pt>
                <c:pt idx="413">
                  <c:v>0.00112897475286</c:v>
                </c:pt>
                <c:pt idx="414">
                  <c:v>0.000881300287155</c:v>
                </c:pt>
                <c:pt idx="415">
                  <c:v>0.000687441965314</c:v>
                </c:pt>
                <c:pt idx="416">
                  <c:v>0.000655310254019</c:v>
                </c:pt>
                <c:pt idx="417">
                  <c:v>0.000563039314589</c:v>
                </c:pt>
                <c:pt idx="418">
                  <c:v>0.000377903051517</c:v>
                </c:pt>
                <c:pt idx="419">
                  <c:v>0.000274658845442</c:v>
                </c:pt>
                <c:pt idx="420">
                  <c:v>0.000256048417961</c:v>
                </c:pt>
                <c:pt idx="421">
                  <c:v>0.000243229982632</c:v>
                </c:pt>
                <c:pt idx="422">
                  <c:v>0.000260218805436</c:v>
                </c:pt>
                <c:pt idx="423">
                  <c:v>0.00023719324404</c:v>
                </c:pt>
                <c:pt idx="424">
                  <c:v>0.000193910639902</c:v>
                </c:pt>
                <c:pt idx="425">
                  <c:v>0.000199933341941</c:v>
                </c:pt>
                <c:pt idx="426">
                  <c:v>0.000187595467142</c:v>
                </c:pt>
                <c:pt idx="427">
                  <c:v>0.000166905588151</c:v>
                </c:pt>
                <c:pt idx="428">
                  <c:v>0.000155093956481</c:v>
                </c:pt>
                <c:pt idx="429">
                  <c:v>0.000162553235908</c:v>
                </c:pt>
                <c:pt idx="430">
                  <c:v>0.000214094437359</c:v>
                </c:pt>
                <c:pt idx="431">
                  <c:v>0.000193116681428</c:v>
                </c:pt>
                <c:pt idx="432">
                  <c:v>0.000146372408132</c:v>
                </c:pt>
                <c:pt idx="433">
                  <c:v>0.000125082275095</c:v>
                </c:pt>
                <c:pt idx="434">
                  <c:v>0.000115486887525</c:v>
                </c:pt>
                <c:pt idx="435">
                  <c:v>0.000115683144056</c:v>
                </c:pt>
                <c:pt idx="436">
                  <c:v>0.000117644178103</c:v>
                </c:pt>
                <c:pt idx="437">
                  <c:v>0.000125835910382</c:v>
                </c:pt>
                <c:pt idx="438">
                  <c:v>0.000130976351268</c:v>
                </c:pt>
                <c:pt idx="439">
                  <c:v>0.000121878878511</c:v>
                </c:pt>
                <c:pt idx="440">
                  <c:v>0.000108144494302</c:v>
                </c:pt>
                <c:pt idx="441">
                  <c:v>9.58206560557E-05</c:v>
                </c:pt>
                <c:pt idx="442">
                  <c:v>0.000158498713797</c:v>
                </c:pt>
                <c:pt idx="443">
                  <c:v>0.000254057013918</c:v>
                </c:pt>
                <c:pt idx="444">
                  <c:v>0.000354229767007</c:v>
                </c:pt>
                <c:pt idx="445">
                  <c:v>0.000432727530299</c:v>
                </c:pt>
                <c:pt idx="446">
                  <c:v>0.000615028920103</c:v>
                </c:pt>
                <c:pt idx="447">
                  <c:v>0.000511512404901</c:v>
                </c:pt>
                <c:pt idx="448">
                  <c:v>0.000868092656495</c:v>
                </c:pt>
                <c:pt idx="449">
                  <c:v>0.00091039525403</c:v>
                </c:pt>
                <c:pt idx="450">
                  <c:v>0.000777376456709</c:v>
                </c:pt>
                <c:pt idx="451">
                  <c:v>0.000565110088959</c:v>
                </c:pt>
                <c:pt idx="452">
                  <c:v>0.000638439848679</c:v>
                </c:pt>
                <c:pt idx="453">
                  <c:v>0.000572753119624</c:v>
                </c:pt>
                <c:pt idx="454">
                  <c:v>0.000633435434751</c:v>
                </c:pt>
                <c:pt idx="455">
                  <c:v>0.000879472727966</c:v>
                </c:pt>
                <c:pt idx="456">
                  <c:v>0.00103946850393</c:v>
                </c:pt>
                <c:pt idx="457">
                  <c:v>0.00131193764712</c:v>
                </c:pt>
                <c:pt idx="458">
                  <c:v>0.00102151498713</c:v>
                </c:pt>
                <c:pt idx="459">
                  <c:v>0.000856331811626</c:v>
                </c:pt>
                <c:pt idx="460">
                  <c:v>0.000551828957804</c:v>
                </c:pt>
                <c:pt idx="461">
                  <c:v>0.00038210891319</c:v>
                </c:pt>
                <c:pt idx="462">
                  <c:v>0.000403378374211</c:v>
                </c:pt>
                <c:pt idx="463">
                  <c:v>0.000487664301505</c:v>
                </c:pt>
                <c:pt idx="464">
                  <c:v>0.000518862454426</c:v>
                </c:pt>
                <c:pt idx="465">
                  <c:v>0.000500348751556</c:v>
                </c:pt>
                <c:pt idx="466">
                  <c:v>0.000357062853804</c:v>
                </c:pt>
                <c:pt idx="467">
                  <c:v>0.000394954400784</c:v>
                </c:pt>
                <c:pt idx="468">
                  <c:v>0.000354470430087</c:v>
                </c:pt>
                <c:pt idx="469">
                  <c:v>0.000417195956898</c:v>
                </c:pt>
                <c:pt idx="470">
                  <c:v>0.000421070300711</c:v>
                </c:pt>
                <c:pt idx="471">
                  <c:v>0.00095407496501</c:v>
                </c:pt>
                <c:pt idx="472">
                  <c:v>0.00123571686792</c:v>
                </c:pt>
                <c:pt idx="473">
                  <c:v>0.00107648468043</c:v>
                </c:pt>
                <c:pt idx="474">
                  <c:v>0.00080992671249</c:v>
                </c:pt>
                <c:pt idx="475">
                  <c:v>0.00129591504958</c:v>
                </c:pt>
                <c:pt idx="476">
                  <c:v>0.00167582992194</c:v>
                </c:pt>
                <c:pt idx="477">
                  <c:v>0.00162301037334</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4.8</c:v>
                </c:pt>
              </c:numCache>
            </c:numRef>
          </c:xVal>
          <c:yVal>
            <c:numRef>
              <c:f>'Chart Data'!$F$2:$F$3</c:f>
              <c:numCache>
                <c:formatCode>0.0</c:formatCode>
                <c:ptCount val="2"/>
                <c:pt idx="0">
                  <c:v>0.0115995057968</c:v>
                </c:pt>
                <c:pt idx="1">
                  <c:v>0.0115995057968</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4.8</c:v>
                </c:pt>
              </c:numCache>
            </c:numRef>
          </c:xVal>
          <c:yVal>
            <c:numRef>
              <c:f>'Chart Data'!$H$2:$H$3</c:f>
              <c:numCache>
                <c:formatCode>0.0</c:formatCode>
                <c:ptCount val="2"/>
                <c:pt idx="0">
                  <c:v>0.00251496724488</c:v>
                </c:pt>
                <c:pt idx="1">
                  <c:v>0.00251496724488</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1.02</c:v>
                </c:pt>
                <c:pt idx="1">
                  <c:v>1.02</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4.04</c:v>
                </c:pt>
                <c:pt idx="1">
                  <c:v>4.04</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1.01</c:v>
                </c:pt>
                <c:pt idx="1">
                  <c:v>1.01</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4.095</c:v>
                </c:pt>
                <c:pt idx="1">
                  <c:v>4.095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4.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Data'!$A$2:$A$1868</c:f>
              <c:numCache>
                <c:formatCode>General</c:formatCode>
                <c:ptCount val="1867"/>
                <c:pt idx="0">
                  <c:v>0</c:v>
                </c:pt>
                <c:pt idx="1">
                  <c:v>0.0015</c:v>
                </c:pt>
                <c:pt idx="2">
                  <c:v>0.003</c:v>
                </c:pt>
                <c:pt idx="3">
                  <c:v>0.0045</c:v>
                </c:pt>
                <c:pt idx="4">
                  <c:v>0.006</c:v>
                </c:pt>
                <c:pt idx="5">
                  <c:v>0.0075</c:v>
                </c:pt>
                <c:pt idx="6">
                  <c:v>0.009</c:v>
                </c:pt>
                <c:pt idx="7">
                  <c:v>0.0105</c:v>
                </c:pt>
                <c:pt idx="8">
                  <c:v>0.012</c:v>
                </c:pt>
                <c:pt idx="9">
                  <c:v>0.0135</c:v>
                </c:pt>
                <c:pt idx="10">
                  <c:v>0.015</c:v>
                </c:pt>
                <c:pt idx="11">
                  <c:v>0.0165</c:v>
                </c:pt>
                <c:pt idx="12">
                  <c:v>0.018</c:v>
                </c:pt>
                <c:pt idx="13">
                  <c:v>0.0195</c:v>
                </c:pt>
                <c:pt idx="14">
                  <c:v>0.021</c:v>
                </c:pt>
                <c:pt idx="15">
                  <c:v>0.0225</c:v>
                </c:pt>
                <c:pt idx="16">
                  <c:v>0.024</c:v>
                </c:pt>
                <c:pt idx="17">
                  <c:v>0.0255</c:v>
                </c:pt>
                <c:pt idx="18">
                  <c:v>0.027</c:v>
                </c:pt>
                <c:pt idx="19">
                  <c:v>0.0285</c:v>
                </c:pt>
                <c:pt idx="20">
                  <c:v>0.03</c:v>
                </c:pt>
                <c:pt idx="21">
                  <c:v>0.0315</c:v>
                </c:pt>
                <c:pt idx="22">
                  <c:v>0.033</c:v>
                </c:pt>
                <c:pt idx="23">
                  <c:v>0.0345</c:v>
                </c:pt>
                <c:pt idx="24">
                  <c:v>0.036</c:v>
                </c:pt>
                <c:pt idx="25">
                  <c:v>0.0375</c:v>
                </c:pt>
                <c:pt idx="26">
                  <c:v>0.039</c:v>
                </c:pt>
                <c:pt idx="27">
                  <c:v>0.0405</c:v>
                </c:pt>
                <c:pt idx="28">
                  <c:v>0.042</c:v>
                </c:pt>
                <c:pt idx="29">
                  <c:v>0.0435</c:v>
                </c:pt>
                <c:pt idx="30">
                  <c:v>0.045</c:v>
                </c:pt>
                <c:pt idx="31">
                  <c:v>0.0465</c:v>
                </c:pt>
                <c:pt idx="32">
                  <c:v>0.048</c:v>
                </c:pt>
                <c:pt idx="33">
                  <c:v>0.0495</c:v>
                </c:pt>
                <c:pt idx="34">
                  <c:v>0.051</c:v>
                </c:pt>
                <c:pt idx="35">
                  <c:v>0.0525</c:v>
                </c:pt>
                <c:pt idx="36">
                  <c:v>0.054</c:v>
                </c:pt>
                <c:pt idx="37">
                  <c:v>0.0555</c:v>
                </c:pt>
                <c:pt idx="38">
                  <c:v>0.057</c:v>
                </c:pt>
                <c:pt idx="39">
                  <c:v>0.0585</c:v>
                </c:pt>
                <c:pt idx="40">
                  <c:v>0.06</c:v>
                </c:pt>
                <c:pt idx="41">
                  <c:v>0.0615</c:v>
                </c:pt>
                <c:pt idx="42">
                  <c:v>0.063</c:v>
                </c:pt>
                <c:pt idx="43">
                  <c:v>0.0645</c:v>
                </c:pt>
                <c:pt idx="44">
                  <c:v>0.066</c:v>
                </c:pt>
                <c:pt idx="45">
                  <c:v>0.0675</c:v>
                </c:pt>
                <c:pt idx="46">
                  <c:v>0.069</c:v>
                </c:pt>
                <c:pt idx="47">
                  <c:v>0.0705</c:v>
                </c:pt>
                <c:pt idx="48">
                  <c:v>0.072</c:v>
                </c:pt>
                <c:pt idx="49">
                  <c:v>0.0735</c:v>
                </c:pt>
                <c:pt idx="50">
                  <c:v>0.075</c:v>
                </c:pt>
                <c:pt idx="51">
                  <c:v>0.0765</c:v>
                </c:pt>
                <c:pt idx="52">
                  <c:v>0.078</c:v>
                </c:pt>
                <c:pt idx="53">
                  <c:v>0.0795</c:v>
                </c:pt>
                <c:pt idx="54">
                  <c:v>0.081</c:v>
                </c:pt>
                <c:pt idx="55">
                  <c:v>0.0825</c:v>
                </c:pt>
                <c:pt idx="56">
                  <c:v>0.084</c:v>
                </c:pt>
                <c:pt idx="57">
                  <c:v>0.0855</c:v>
                </c:pt>
                <c:pt idx="58">
                  <c:v>0.087</c:v>
                </c:pt>
                <c:pt idx="59">
                  <c:v>0.0885</c:v>
                </c:pt>
                <c:pt idx="60">
                  <c:v>0.09</c:v>
                </c:pt>
                <c:pt idx="61">
                  <c:v>0.0915</c:v>
                </c:pt>
                <c:pt idx="62">
                  <c:v>0.093</c:v>
                </c:pt>
                <c:pt idx="63">
                  <c:v>0.0945</c:v>
                </c:pt>
                <c:pt idx="64">
                  <c:v>0.096</c:v>
                </c:pt>
                <c:pt idx="65">
                  <c:v>0.0975</c:v>
                </c:pt>
                <c:pt idx="66">
                  <c:v>0.099</c:v>
                </c:pt>
                <c:pt idx="67">
                  <c:v>0.1005</c:v>
                </c:pt>
                <c:pt idx="68">
                  <c:v>0.102</c:v>
                </c:pt>
                <c:pt idx="69">
                  <c:v>0.1035</c:v>
                </c:pt>
                <c:pt idx="70">
                  <c:v>0.105</c:v>
                </c:pt>
                <c:pt idx="71">
                  <c:v>0.1065</c:v>
                </c:pt>
                <c:pt idx="72">
                  <c:v>0.108</c:v>
                </c:pt>
                <c:pt idx="73">
                  <c:v>0.1095</c:v>
                </c:pt>
                <c:pt idx="74">
                  <c:v>0.111</c:v>
                </c:pt>
                <c:pt idx="75">
                  <c:v>0.1125</c:v>
                </c:pt>
                <c:pt idx="76">
                  <c:v>0.114</c:v>
                </c:pt>
                <c:pt idx="77">
                  <c:v>0.1155</c:v>
                </c:pt>
                <c:pt idx="78">
                  <c:v>0.117</c:v>
                </c:pt>
                <c:pt idx="79">
                  <c:v>0.1185</c:v>
                </c:pt>
                <c:pt idx="80">
                  <c:v>0.12</c:v>
                </c:pt>
                <c:pt idx="81">
                  <c:v>0.1215</c:v>
                </c:pt>
                <c:pt idx="82">
                  <c:v>0.123</c:v>
                </c:pt>
                <c:pt idx="83">
                  <c:v>0.1245</c:v>
                </c:pt>
                <c:pt idx="84">
                  <c:v>0.126</c:v>
                </c:pt>
                <c:pt idx="85">
                  <c:v>0.1275</c:v>
                </c:pt>
                <c:pt idx="86">
                  <c:v>0.129</c:v>
                </c:pt>
                <c:pt idx="87">
                  <c:v>0.1305</c:v>
                </c:pt>
                <c:pt idx="88">
                  <c:v>0.132</c:v>
                </c:pt>
                <c:pt idx="89">
                  <c:v>0.1335</c:v>
                </c:pt>
                <c:pt idx="90">
                  <c:v>0.135</c:v>
                </c:pt>
                <c:pt idx="91">
                  <c:v>0.1365</c:v>
                </c:pt>
                <c:pt idx="92">
                  <c:v>0.138</c:v>
                </c:pt>
                <c:pt idx="93">
                  <c:v>0.1395</c:v>
                </c:pt>
                <c:pt idx="94">
                  <c:v>0.141</c:v>
                </c:pt>
                <c:pt idx="95">
                  <c:v>0.1425</c:v>
                </c:pt>
                <c:pt idx="96">
                  <c:v>0.144</c:v>
                </c:pt>
                <c:pt idx="97">
                  <c:v>0.1455</c:v>
                </c:pt>
                <c:pt idx="98">
                  <c:v>0.147</c:v>
                </c:pt>
                <c:pt idx="99">
                  <c:v>0.1485</c:v>
                </c:pt>
                <c:pt idx="100">
                  <c:v>0.15</c:v>
                </c:pt>
                <c:pt idx="101">
                  <c:v>0.1515</c:v>
                </c:pt>
                <c:pt idx="102">
                  <c:v>0.153</c:v>
                </c:pt>
                <c:pt idx="103">
                  <c:v>0.1545</c:v>
                </c:pt>
                <c:pt idx="104">
                  <c:v>0.156</c:v>
                </c:pt>
                <c:pt idx="105">
                  <c:v>0.1575</c:v>
                </c:pt>
                <c:pt idx="106">
                  <c:v>0.159</c:v>
                </c:pt>
                <c:pt idx="107">
                  <c:v>0.1605</c:v>
                </c:pt>
                <c:pt idx="108">
                  <c:v>0.162</c:v>
                </c:pt>
                <c:pt idx="109">
                  <c:v>0.1635</c:v>
                </c:pt>
                <c:pt idx="110">
                  <c:v>0.165</c:v>
                </c:pt>
                <c:pt idx="111">
                  <c:v>0.1665</c:v>
                </c:pt>
                <c:pt idx="112">
                  <c:v>0.168</c:v>
                </c:pt>
                <c:pt idx="113">
                  <c:v>0.1695</c:v>
                </c:pt>
                <c:pt idx="114">
                  <c:v>0.171</c:v>
                </c:pt>
                <c:pt idx="115">
                  <c:v>0.1725</c:v>
                </c:pt>
                <c:pt idx="116">
                  <c:v>0.174</c:v>
                </c:pt>
                <c:pt idx="117">
                  <c:v>0.1755</c:v>
                </c:pt>
                <c:pt idx="118">
                  <c:v>0.177</c:v>
                </c:pt>
                <c:pt idx="119">
                  <c:v>0.1785</c:v>
                </c:pt>
                <c:pt idx="120">
                  <c:v>0.18</c:v>
                </c:pt>
                <c:pt idx="121">
                  <c:v>0.1815</c:v>
                </c:pt>
                <c:pt idx="122">
                  <c:v>0.183</c:v>
                </c:pt>
                <c:pt idx="123">
                  <c:v>0.1845</c:v>
                </c:pt>
                <c:pt idx="124">
                  <c:v>0.186</c:v>
                </c:pt>
                <c:pt idx="125">
                  <c:v>0.1875</c:v>
                </c:pt>
                <c:pt idx="126">
                  <c:v>0.189</c:v>
                </c:pt>
                <c:pt idx="127">
                  <c:v>0.1905</c:v>
                </c:pt>
                <c:pt idx="128">
                  <c:v>0.192</c:v>
                </c:pt>
                <c:pt idx="129">
                  <c:v>0.1935</c:v>
                </c:pt>
                <c:pt idx="130">
                  <c:v>0.195</c:v>
                </c:pt>
                <c:pt idx="131">
                  <c:v>0.1965</c:v>
                </c:pt>
                <c:pt idx="132">
                  <c:v>0.198</c:v>
                </c:pt>
                <c:pt idx="133">
                  <c:v>0.1995</c:v>
                </c:pt>
                <c:pt idx="134">
                  <c:v>0.201</c:v>
                </c:pt>
                <c:pt idx="135">
                  <c:v>0.2025</c:v>
                </c:pt>
                <c:pt idx="136">
                  <c:v>0.204</c:v>
                </c:pt>
                <c:pt idx="137">
                  <c:v>0.2055</c:v>
                </c:pt>
                <c:pt idx="138">
                  <c:v>0.207</c:v>
                </c:pt>
                <c:pt idx="139">
                  <c:v>0.2085</c:v>
                </c:pt>
                <c:pt idx="140">
                  <c:v>0.21</c:v>
                </c:pt>
                <c:pt idx="141">
                  <c:v>0.2115</c:v>
                </c:pt>
                <c:pt idx="142">
                  <c:v>0.213</c:v>
                </c:pt>
                <c:pt idx="143">
                  <c:v>0.2145</c:v>
                </c:pt>
                <c:pt idx="144">
                  <c:v>0.216</c:v>
                </c:pt>
                <c:pt idx="145">
                  <c:v>0.2175</c:v>
                </c:pt>
                <c:pt idx="146">
                  <c:v>0.219</c:v>
                </c:pt>
                <c:pt idx="147">
                  <c:v>0.2205</c:v>
                </c:pt>
                <c:pt idx="148">
                  <c:v>0.222</c:v>
                </c:pt>
                <c:pt idx="149">
                  <c:v>0.2235</c:v>
                </c:pt>
                <c:pt idx="150">
                  <c:v>0.225</c:v>
                </c:pt>
                <c:pt idx="151">
                  <c:v>0.2265</c:v>
                </c:pt>
                <c:pt idx="152">
                  <c:v>0.228</c:v>
                </c:pt>
                <c:pt idx="153">
                  <c:v>0.2295</c:v>
                </c:pt>
                <c:pt idx="154">
                  <c:v>0.231</c:v>
                </c:pt>
                <c:pt idx="155">
                  <c:v>0.2325</c:v>
                </c:pt>
                <c:pt idx="156">
                  <c:v>0.234</c:v>
                </c:pt>
                <c:pt idx="157">
                  <c:v>0.2355</c:v>
                </c:pt>
                <c:pt idx="158">
                  <c:v>0.237</c:v>
                </c:pt>
                <c:pt idx="159">
                  <c:v>0.2385</c:v>
                </c:pt>
                <c:pt idx="160">
                  <c:v>0.24</c:v>
                </c:pt>
                <c:pt idx="161">
                  <c:v>0.2415</c:v>
                </c:pt>
                <c:pt idx="162">
                  <c:v>0.243</c:v>
                </c:pt>
                <c:pt idx="163">
                  <c:v>0.2445</c:v>
                </c:pt>
                <c:pt idx="164">
                  <c:v>0.246</c:v>
                </c:pt>
                <c:pt idx="165">
                  <c:v>0.2475</c:v>
                </c:pt>
                <c:pt idx="166">
                  <c:v>0.249</c:v>
                </c:pt>
                <c:pt idx="167">
                  <c:v>0.2505</c:v>
                </c:pt>
                <c:pt idx="168">
                  <c:v>0.252</c:v>
                </c:pt>
                <c:pt idx="169">
                  <c:v>0.2535</c:v>
                </c:pt>
                <c:pt idx="170">
                  <c:v>0.255</c:v>
                </c:pt>
                <c:pt idx="171">
                  <c:v>0.2565</c:v>
                </c:pt>
                <c:pt idx="172">
                  <c:v>0.258</c:v>
                </c:pt>
                <c:pt idx="173">
                  <c:v>0.2595</c:v>
                </c:pt>
                <c:pt idx="174">
                  <c:v>0.261</c:v>
                </c:pt>
                <c:pt idx="175">
                  <c:v>0.2625</c:v>
                </c:pt>
                <c:pt idx="176">
                  <c:v>0.264</c:v>
                </c:pt>
                <c:pt idx="177">
                  <c:v>0.2655</c:v>
                </c:pt>
                <c:pt idx="178">
                  <c:v>0.267</c:v>
                </c:pt>
                <c:pt idx="179">
                  <c:v>0.2685</c:v>
                </c:pt>
                <c:pt idx="180">
                  <c:v>0.27</c:v>
                </c:pt>
                <c:pt idx="181">
                  <c:v>0.2715</c:v>
                </c:pt>
                <c:pt idx="182">
                  <c:v>0.273</c:v>
                </c:pt>
                <c:pt idx="183">
                  <c:v>0.2745</c:v>
                </c:pt>
                <c:pt idx="184">
                  <c:v>0.276</c:v>
                </c:pt>
                <c:pt idx="185">
                  <c:v>0.2775</c:v>
                </c:pt>
                <c:pt idx="186">
                  <c:v>0.279</c:v>
                </c:pt>
                <c:pt idx="187">
                  <c:v>0.2805</c:v>
                </c:pt>
                <c:pt idx="188">
                  <c:v>0.282</c:v>
                </c:pt>
                <c:pt idx="189">
                  <c:v>0.2835</c:v>
                </c:pt>
                <c:pt idx="190">
                  <c:v>0.285</c:v>
                </c:pt>
                <c:pt idx="191">
                  <c:v>0.2865</c:v>
                </c:pt>
                <c:pt idx="192">
                  <c:v>0.288</c:v>
                </c:pt>
                <c:pt idx="193">
                  <c:v>0.2895</c:v>
                </c:pt>
                <c:pt idx="194">
                  <c:v>0.291</c:v>
                </c:pt>
                <c:pt idx="195">
                  <c:v>0.2925</c:v>
                </c:pt>
                <c:pt idx="196">
                  <c:v>0.294</c:v>
                </c:pt>
                <c:pt idx="197">
                  <c:v>0.2955</c:v>
                </c:pt>
                <c:pt idx="198">
                  <c:v>0.297</c:v>
                </c:pt>
                <c:pt idx="199">
                  <c:v>0.2985</c:v>
                </c:pt>
                <c:pt idx="200">
                  <c:v>0.3</c:v>
                </c:pt>
                <c:pt idx="201">
                  <c:v>0.3015</c:v>
                </c:pt>
                <c:pt idx="202">
                  <c:v>0.303</c:v>
                </c:pt>
                <c:pt idx="203">
                  <c:v>0.3045</c:v>
                </c:pt>
                <c:pt idx="204">
                  <c:v>0.306</c:v>
                </c:pt>
                <c:pt idx="205">
                  <c:v>0.3075</c:v>
                </c:pt>
                <c:pt idx="206">
                  <c:v>0.309</c:v>
                </c:pt>
                <c:pt idx="207">
                  <c:v>0.3105</c:v>
                </c:pt>
                <c:pt idx="208">
                  <c:v>0.312</c:v>
                </c:pt>
                <c:pt idx="209">
                  <c:v>0.3135</c:v>
                </c:pt>
                <c:pt idx="210">
                  <c:v>0.315</c:v>
                </c:pt>
                <c:pt idx="211">
                  <c:v>0.3165</c:v>
                </c:pt>
                <c:pt idx="212">
                  <c:v>0.318</c:v>
                </c:pt>
                <c:pt idx="213">
                  <c:v>0.3195</c:v>
                </c:pt>
                <c:pt idx="214">
                  <c:v>0.321</c:v>
                </c:pt>
                <c:pt idx="215">
                  <c:v>0.3225</c:v>
                </c:pt>
                <c:pt idx="216">
                  <c:v>0.324</c:v>
                </c:pt>
                <c:pt idx="217">
                  <c:v>0.3255</c:v>
                </c:pt>
                <c:pt idx="218">
                  <c:v>0.327</c:v>
                </c:pt>
                <c:pt idx="219">
                  <c:v>0.3285</c:v>
                </c:pt>
                <c:pt idx="220">
                  <c:v>0.33</c:v>
                </c:pt>
                <c:pt idx="221">
                  <c:v>0.3315</c:v>
                </c:pt>
                <c:pt idx="222">
                  <c:v>0.333</c:v>
                </c:pt>
                <c:pt idx="223">
                  <c:v>0.3345</c:v>
                </c:pt>
                <c:pt idx="224">
                  <c:v>0.336</c:v>
                </c:pt>
                <c:pt idx="225">
                  <c:v>0.3375</c:v>
                </c:pt>
                <c:pt idx="226">
                  <c:v>0.339</c:v>
                </c:pt>
                <c:pt idx="227">
                  <c:v>0.3405</c:v>
                </c:pt>
                <c:pt idx="228">
                  <c:v>0.342</c:v>
                </c:pt>
                <c:pt idx="229">
                  <c:v>0.3435</c:v>
                </c:pt>
                <c:pt idx="230">
                  <c:v>0.345</c:v>
                </c:pt>
                <c:pt idx="231">
                  <c:v>0.3465</c:v>
                </c:pt>
                <c:pt idx="232">
                  <c:v>0.348</c:v>
                </c:pt>
                <c:pt idx="233">
                  <c:v>0.3495</c:v>
                </c:pt>
                <c:pt idx="234">
                  <c:v>0.351</c:v>
                </c:pt>
                <c:pt idx="235">
                  <c:v>0.3525</c:v>
                </c:pt>
                <c:pt idx="236">
                  <c:v>0.354</c:v>
                </c:pt>
                <c:pt idx="237">
                  <c:v>0.3555</c:v>
                </c:pt>
                <c:pt idx="238">
                  <c:v>0.357</c:v>
                </c:pt>
                <c:pt idx="239">
                  <c:v>0.3585</c:v>
                </c:pt>
                <c:pt idx="240">
                  <c:v>0.36</c:v>
                </c:pt>
                <c:pt idx="241">
                  <c:v>0.3615</c:v>
                </c:pt>
                <c:pt idx="242">
                  <c:v>0.363</c:v>
                </c:pt>
                <c:pt idx="243">
                  <c:v>0.3645</c:v>
                </c:pt>
                <c:pt idx="244">
                  <c:v>0.366</c:v>
                </c:pt>
                <c:pt idx="245">
                  <c:v>0.3675</c:v>
                </c:pt>
                <c:pt idx="246">
                  <c:v>0.369</c:v>
                </c:pt>
                <c:pt idx="247">
                  <c:v>0.3705</c:v>
                </c:pt>
                <c:pt idx="248">
                  <c:v>0.372</c:v>
                </c:pt>
                <c:pt idx="249">
                  <c:v>0.3735</c:v>
                </c:pt>
                <c:pt idx="250">
                  <c:v>0.375</c:v>
                </c:pt>
                <c:pt idx="251">
                  <c:v>0.3765</c:v>
                </c:pt>
                <c:pt idx="252">
                  <c:v>0.378</c:v>
                </c:pt>
                <c:pt idx="253">
                  <c:v>0.3795</c:v>
                </c:pt>
                <c:pt idx="254">
                  <c:v>0.381</c:v>
                </c:pt>
                <c:pt idx="255">
                  <c:v>0.3825</c:v>
                </c:pt>
                <c:pt idx="256">
                  <c:v>0.384</c:v>
                </c:pt>
                <c:pt idx="257">
                  <c:v>0.3855</c:v>
                </c:pt>
                <c:pt idx="258">
                  <c:v>0.387</c:v>
                </c:pt>
                <c:pt idx="259">
                  <c:v>0.3885</c:v>
                </c:pt>
                <c:pt idx="260">
                  <c:v>0.39</c:v>
                </c:pt>
                <c:pt idx="261">
                  <c:v>0.3915</c:v>
                </c:pt>
                <c:pt idx="262">
                  <c:v>0.393</c:v>
                </c:pt>
                <c:pt idx="263">
                  <c:v>0.3945</c:v>
                </c:pt>
                <c:pt idx="264">
                  <c:v>0.396</c:v>
                </c:pt>
                <c:pt idx="265">
                  <c:v>0.3975</c:v>
                </c:pt>
                <c:pt idx="266">
                  <c:v>0.399</c:v>
                </c:pt>
                <c:pt idx="267">
                  <c:v>0.4005</c:v>
                </c:pt>
                <c:pt idx="268">
                  <c:v>0.402</c:v>
                </c:pt>
                <c:pt idx="269">
                  <c:v>0.4035</c:v>
                </c:pt>
                <c:pt idx="270">
                  <c:v>0.405</c:v>
                </c:pt>
                <c:pt idx="271">
                  <c:v>0.4065</c:v>
                </c:pt>
                <c:pt idx="272">
                  <c:v>0.408</c:v>
                </c:pt>
                <c:pt idx="273">
                  <c:v>0.4095</c:v>
                </c:pt>
                <c:pt idx="274">
                  <c:v>0.411</c:v>
                </c:pt>
                <c:pt idx="275">
                  <c:v>0.4125</c:v>
                </c:pt>
                <c:pt idx="276">
                  <c:v>0.414</c:v>
                </c:pt>
                <c:pt idx="277">
                  <c:v>0.4155</c:v>
                </c:pt>
                <c:pt idx="278">
                  <c:v>0.417</c:v>
                </c:pt>
                <c:pt idx="279">
                  <c:v>0.4185</c:v>
                </c:pt>
                <c:pt idx="280">
                  <c:v>0.42</c:v>
                </c:pt>
                <c:pt idx="281">
                  <c:v>0.4215</c:v>
                </c:pt>
                <c:pt idx="282">
                  <c:v>0.423</c:v>
                </c:pt>
                <c:pt idx="283">
                  <c:v>0.4245</c:v>
                </c:pt>
                <c:pt idx="284">
                  <c:v>0.426</c:v>
                </c:pt>
                <c:pt idx="285">
                  <c:v>0.4275</c:v>
                </c:pt>
                <c:pt idx="286">
                  <c:v>0.429</c:v>
                </c:pt>
                <c:pt idx="287">
                  <c:v>0.4305</c:v>
                </c:pt>
                <c:pt idx="288">
                  <c:v>0.432</c:v>
                </c:pt>
                <c:pt idx="289">
                  <c:v>0.4335</c:v>
                </c:pt>
                <c:pt idx="290">
                  <c:v>0.435</c:v>
                </c:pt>
                <c:pt idx="291">
                  <c:v>0.4365</c:v>
                </c:pt>
                <c:pt idx="292">
                  <c:v>0.438</c:v>
                </c:pt>
                <c:pt idx="293">
                  <c:v>0.4395</c:v>
                </c:pt>
                <c:pt idx="294">
                  <c:v>0.441</c:v>
                </c:pt>
                <c:pt idx="295">
                  <c:v>0.4425</c:v>
                </c:pt>
                <c:pt idx="296">
                  <c:v>0.444</c:v>
                </c:pt>
                <c:pt idx="297">
                  <c:v>0.4455</c:v>
                </c:pt>
                <c:pt idx="298">
                  <c:v>0.447</c:v>
                </c:pt>
                <c:pt idx="299">
                  <c:v>0.4485</c:v>
                </c:pt>
                <c:pt idx="300">
                  <c:v>0.45</c:v>
                </c:pt>
                <c:pt idx="301">
                  <c:v>0.4515</c:v>
                </c:pt>
                <c:pt idx="302">
                  <c:v>0.453</c:v>
                </c:pt>
                <c:pt idx="303">
                  <c:v>0.4545</c:v>
                </c:pt>
                <c:pt idx="304">
                  <c:v>0.456</c:v>
                </c:pt>
                <c:pt idx="305">
                  <c:v>0.4575</c:v>
                </c:pt>
                <c:pt idx="306">
                  <c:v>0.459</c:v>
                </c:pt>
                <c:pt idx="307">
                  <c:v>0.4605</c:v>
                </c:pt>
                <c:pt idx="308">
                  <c:v>0.462</c:v>
                </c:pt>
                <c:pt idx="309">
                  <c:v>0.4635</c:v>
                </c:pt>
                <c:pt idx="310">
                  <c:v>0.465</c:v>
                </c:pt>
                <c:pt idx="311">
                  <c:v>0.4665</c:v>
                </c:pt>
                <c:pt idx="312">
                  <c:v>0.468</c:v>
                </c:pt>
                <c:pt idx="313">
                  <c:v>0.4695</c:v>
                </c:pt>
                <c:pt idx="314">
                  <c:v>0.471</c:v>
                </c:pt>
                <c:pt idx="315">
                  <c:v>0.4725</c:v>
                </c:pt>
                <c:pt idx="316">
                  <c:v>0.474</c:v>
                </c:pt>
                <c:pt idx="317">
                  <c:v>0.4755</c:v>
                </c:pt>
                <c:pt idx="318">
                  <c:v>0.477</c:v>
                </c:pt>
                <c:pt idx="319">
                  <c:v>0.4785</c:v>
                </c:pt>
                <c:pt idx="320">
                  <c:v>0.48</c:v>
                </c:pt>
                <c:pt idx="321">
                  <c:v>0.4815</c:v>
                </c:pt>
                <c:pt idx="322">
                  <c:v>0.483</c:v>
                </c:pt>
                <c:pt idx="323">
                  <c:v>0.4845</c:v>
                </c:pt>
                <c:pt idx="324">
                  <c:v>0.486</c:v>
                </c:pt>
                <c:pt idx="325">
                  <c:v>0.4875</c:v>
                </c:pt>
                <c:pt idx="326">
                  <c:v>0.489</c:v>
                </c:pt>
                <c:pt idx="327">
                  <c:v>0.4905</c:v>
                </c:pt>
                <c:pt idx="328">
                  <c:v>0.492</c:v>
                </c:pt>
                <c:pt idx="329">
                  <c:v>0.4935</c:v>
                </c:pt>
                <c:pt idx="330">
                  <c:v>0.495</c:v>
                </c:pt>
                <c:pt idx="331">
                  <c:v>0.4965</c:v>
                </c:pt>
                <c:pt idx="332">
                  <c:v>0.498</c:v>
                </c:pt>
                <c:pt idx="333">
                  <c:v>0.4995</c:v>
                </c:pt>
                <c:pt idx="334">
                  <c:v>0.501</c:v>
                </c:pt>
                <c:pt idx="335">
                  <c:v>0.5025</c:v>
                </c:pt>
                <c:pt idx="336">
                  <c:v>0.504</c:v>
                </c:pt>
                <c:pt idx="337">
                  <c:v>0.5055</c:v>
                </c:pt>
                <c:pt idx="338">
                  <c:v>0.507</c:v>
                </c:pt>
                <c:pt idx="339">
                  <c:v>0.5085</c:v>
                </c:pt>
                <c:pt idx="340">
                  <c:v>0.51</c:v>
                </c:pt>
                <c:pt idx="341">
                  <c:v>0.5115</c:v>
                </c:pt>
                <c:pt idx="342">
                  <c:v>0.513</c:v>
                </c:pt>
                <c:pt idx="343">
                  <c:v>0.5145</c:v>
                </c:pt>
                <c:pt idx="344">
                  <c:v>0.516</c:v>
                </c:pt>
                <c:pt idx="345">
                  <c:v>0.5175</c:v>
                </c:pt>
                <c:pt idx="346">
                  <c:v>0.519</c:v>
                </c:pt>
                <c:pt idx="347">
                  <c:v>0.5205</c:v>
                </c:pt>
                <c:pt idx="348">
                  <c:v>0.522</c:v>
                </c:pt>
                <c:pt idx="349">
                  <c:v>0.5235</c:v>
                </c:pt>
                <c:pt idx="350">
                  <c:v>0.525</c:v>
                </c:pt>
                <c:pt idx="351">
                  <c:v>0.5265</c:v>
                </c:pt>
                <c:pt idx="352">
                  <c:v>0.528</c:v>
                </c:pt>
                <c:pt idx="353">
                  <c:v>0.5295</c:v>
                </c:pt>
                <c:pt idx="354">
                  <c:v>0.531</c:v>
                </c:pt>
                <c:pt idx="355">
                  <c:v>0.5325</c:v>
                </c:pt>
                <c:pt idx="356">
                  <c:v>0.534</c:v>
                </c:pt>
                <c:pt idx="357">
                  <c:v>0.5355</c:v>
                </c:pt>
                <c:pt idx="358">
                  <c:v>0.537</c:v>
                </c:pt>
                <c:pt idx="359">
                  <c:v>0.5385</c:v>
                </c:pt>
                <c:pt idx="360">
                  <c:v>0.54</c:v>
                </c:pt>
                <c:pt idx="361">
                  <c:v>0.5415</c:v>
                </c:pt>
                <c:pt idx="362">
                  <c:v>0.543</c:v>
                </c:pt>
                <c:pt idx="363">
                  <c:v>0.5445</c:v>
                </c:pt>
                <c:pt idx="364">
                  <c:v>0.546</c:v>
                </c:pt>
                <c:pt idx="365">
                  <c:v>0.5475</c:v>
                </c:pt>
                <c:pt idx="366">
                  <c:v>0.549</c:v>
                </c:pt>
                <c:pt idx="367">
                  <c:v>0.5505</c:v>
                </c:pt>
                <c:pt idx="368">
                  <c:v>0.552</c:v>
                </c:pt>
                <c:pt idx="369">
                  <c:v>0.5535</c:v>
                </c:pt>
                <c:pt idx="370">
                  <c:v>0.555</c:v>
                </c:pt>
                <c:pt idx="371">
                  <c:v>0.5565</c:v>
                </c:pt>
                <c:pt idx="372">
                  <c:v>0.558</c:v>
                </c:pt>
                <c:pt idx="373">
                  <c:v>0.5595</c:v>
                </c:pt>
                <c:pt idx="374">
                  <c:v>0.561</c:v>
                </c:pt>
                <c:pt idx="375">
                  <c:v>0.5625</c:v>
                </c:pt>
                <c:pt idx="376">
                  <c:v>0.564</c:v>
                </c:pt>
                <c:pt idx="377">
                  <c:v>0.5655</c:v>
                </c:pt>
                <c:pt idx="378">
                  <c:v>0.567</c:v>
                </c:pt>
                <c:pt idx="379">
                  <c:v>0.5685</c:v>
                </c:pt>
                <c:pt idx="380">
                  <c:v>0.57</c:v>
                </c:pt>
                <c:pt idx="381">
                  <c:v>0.5715</c:v>
                </c:pt>
                <c:pt idx="382">
                  <c:v>0.573</c:v>
                </c:pt>
                <c:pt idx="383">
                  <c:v>0.5745</c:v>
                </c:pt>
                <c:pt idx="384">
                  <c:v>0.576</c:v>
                </c:pt>
                <c:pt idx="385">
                  <c:v>0.5775</c:v>
                </c:pt>
                <c:pt idx="386">
                  <c:v>0.579</c:v>
                </c:pt>
                <c:pt idx="387">
                  <c:v>0.5805</c:v>
                </c:pt>
                <c:pt idx="388">
                  <c:v>0.582</c:v>
                </c:pt>
                <c:pt idx="389">
                  <c:v>0.5835</c:v>
                </c:pt>
                <c:pt idx="390">
                  <c:v>0.585</c:v>
                </c:pt>
                <c:pt idx="391">
                  <c:v>0.5865</c:v>
                </c:pt>
                <c:pt idx="392">
                  <c:v>0.588</c:v>
                </c:pt>
                <c:pt idx="393">
                  <c:v>0.5895</c:v>
                </c:pt>
                <c:pt idx="394">
                  <c:v>0.591</c:v>
                </c:pt>
                <c:pt idx="395">
                  <c:v>0.5925</c:v>
                </c:pt>
                <c:pt idx="396">
                  <c:v>0.594</c:v>
                </c:pt>
                <c:pt idx="397">
                  <c:v>0.5955</c:v>
                </c:pt>
                <c:pt idx="398">
                  <c:v>0.597</c:v>
                </c:pt>
                <c:pt idx="399">
                  <c:v>0.5985</c:v>
                </c:pt>
                <c:pt idx="400">
                  <c:v>0.6</c:v>
                </c:pt>
                <c:pt idx="401">
                  <c:v>0.6015</c:v>
                </c:pt>
                <c:pt idx="402">
                  <c:v>0.603</c:v>
                </c:pt>
                <c:pt idx="403">
                  <c:v>0.6045</c:v>
                </c:pt>
                <c:pt idx="404">
                  <c:v>0.606</c:v>
                </c:pt>
                <c:pt idx="405">
                  <c:v>0.6075</c:v>
                </c:pt>
                <c:pt idx="406">
                  <c:v>0.609</c:v>
                </c:pt>
                <c:pt idx="407">
                  <c:v>0.6105</c:v>
                </c:pt>
                <c:pt idx="408">
                  <c:v>0.612</c:v>
                </c:pt>
                <c:pt idx="409">
                  <c:v>0.6135</c:v>
                </c:pt>
                <c:pt idx="410">
                  <c:v>0.615</c:v>
                </c:pt>
                <c:pt idx="411">
                  <c:v>0.6165</c:v>
                </c:pt>
                <c:pt idx="412">
                  <c:v>0.618</c:v>
                </c:pt>
                <c:pt idx="413">
                  <c:v>0.6195</c:v>
                </c:pt>
                <c:pt idx="414">
                  <c:v>0.621</c:v>
                </c:pt>
                <c:pt idx="415">
                  <c:v>0.6225</c:v>
                </c:pt>
                <c:pt idx="416">
                  <c:v>0.624</c:v>
                </c:pt>
                <c:pt idx="417">
                  <c:v>0.6255</c:v>
                </c:pt>
                <c:pt idx="418">
                  <c:v>0.627</c:v>
                </c:pt>
                <c:pt idx="419">
                  <c:v>0.6285</c:v>
                </c:pt>
                <c:pt idx="420">
                  <c:v>0.63</c:v>
                </c:pt>
                <c:pt idx="421">
                  <c:v>0.6315</c:v>
                </c:pt>
                <c:pt idx="422">
                  <c:v>0.633</c:v>
                </c:pt>
                <c:pt idx="423">
                  <c:v>0.6345</c:v>
                </c:pt>
                <c:pt idx="424">
                  <c:v>0.636</c:v>
                </c:pt>
                <c:pt idx="425">
                  <c:v>0.6375</c:v>
                </c:pt>
                <c:pt idx="426">
                  <c:v>0.639</c:v>
                </c:pt>
                <c:pt idx="427">
                  <c:v>0.6405</c:v>
                </c:pt>
                <c:pt idx="428">
                  <c:v>0.642</c:v>
                </c:pt>
                <c:pt idx="429">
                  <c:v>0.6435</c:v>
                </c:pt>
                <c:pt idx="430">
                  <c:v>0.645</c:v>
                </c:pt>
                <c:pt idx="431">
                  <c:v>0.6465</c:v>
                </c:pt>
                <c:pt idx="432">
                  <c:v>0.648</c:v>
                </c:pt>
                <c:pt idx="433">
                  <c:v>0.6495</c:v>
                </c:pt>
                <c:pt idx="434">
                  <c:v>0.651</c:v>
                </c:pt>
                <c:pt idx="435">
                  <c:v>0.6525</c:v>
                </c:pt>
                <c:pt idx="436">
                  <c:v>0.654</c:v>
                </c:pt>
                <c:pt idx="437">
                  <c:v>0.6555</c:v>
                </c:pt>
                <c:pt idx="438">
                  <c:v>0.657</c:v>
                </c:pt>
                <c:pt idx="439">
                  <c:v>0.6585</c:v>
                </c:pt>
                <c:pt idx="440">
                  <c:v>0.66</c:v>
                </c:pt>
                <c:pt idx="441">
                  <c:v>0.6615</c:v>
                </c:pt>
                <c:pt idx="442">
                  <c:v>0.663</c:v>
                </c:pt>
                <c:pt idx="443">
                  <c:v>0.6645</c:v>
                </c:pt>
                <c:pt idx="444">
                  <c:v>0.666</c:v>
                </c:pt>
                <c:pt idx="445">
                  <c:v>0.6675</c:v>
                </c:pt>
                <c:pt idx="446">
                  <c:v>0.669</c:v>
                </c:pt>
                <c:pt idx="447">
                  <c:v>0.6705</c:v>
                </c:pt>
                <c:pt idx="448">
                  <c:v>0.672</c:v>
                </c:pt>
                <c:pt idx="449">
                  <c:v>0.6735</c:v>
                </c:pt>
                <c:pt idx="450">
                  <c:v>0.675</c:v>
                </c:pt>
                <c:pt idx="451">
                  <c:v>0.6765</c:v>
                </c:pt>
                <c:pt idx="452">
                  <c:v>0.678</c:v>
                </c:pt>
                <c:pt idx="453">
                  <c:v>0.6795</c:v>
                </c:pt>
                <c:pt idx="454">
                  <c:v>0.681</c:v>
                </c:pt>
                <c:pt idx="455">
                  <c:v>0.6825</c:v>
                </c:pt>
                <c:pt idx="456">
                  <c:v>0.684</c:v>
                </c:pt>
                <c:pt idx="457">
                  <c:v>0.6855</c:v>
                </c:pt>
                <c:pt idx="458">
                  <c:v>0.687</c:v>
                </c:pt>
                <c:pt idx="459">
                  <c:v>0.6885</c:v>
                </c:pt>
                <c:pt idx="460">
                  <c:v>0.69</c:v>
                </c:pt>
                <c:pt idx="461">
                  <c:v>0.6915</c:v>
                </c:pt>
                <c:pt idx="462">
                  <c:v>0.693</c:v>
                </c:pt>
                <c:pt idx="463">
                  <c:v>0.6945</c:v>
                </c:pt>
                <c:pt idx="464">
                  <c:v>0.696</c:v>
                </c:pt>
                <c:pt idx="465">
                  <c:v>0.6975</c:v>
                </c:pt>
                <c:pt idx="466">
                  <c:v>0.699</c:v>
                </c:pt>
                <c:pt idx="467">
                  <c:v>0.7005</c:v>
                </c:pt>
                <c:pt idx="468">
                  <c:v>0.702</c:v>
                </c:pt>
                <c:pt idx="469">
                  <c:v>0.7035</c:v>
                </c:pt>
                <c:pt idx="470">
                  <c:v>0.705</c:v>
                </c:pt>
                <c:pt idx="471">
                  <c:v>0.7065</c:v>
                </c:pt>
                <c:pt idx="472">
                  <c:v>0.708</c:v>
                </c:pt>
                <c:pt idx="473">
                  <c:v>0.7095</c:v>
                </c:pt>
                <c:pt idx="474">
                  <c:v>0.711</c:v>
                </c:pt>
                <c:pt idx="475">
                  <c:v>0.7125</c:v>
                </c:pt>
                <c:pt idx="476">
                  <c:v>0.714</c:v>
                </c:pt>
                <c:pt idx="477">
                  <c:v>0.7155</c:v>
                </c:pt>
                <c:pt idx="478">
                  <c:v>0.717</c:v>
                </c:pt>
                <c:pt idx="479">
                  <c:v>0.7185</c:v>
                </c:pt>
                <c:pt idx="480">
                  <c:v>0.72</c:v>
                </c:pt>
                <c:pt idx="481">
                  <c:v>0.7215</c:v>
                </c:pt>
                <c:pt idx="482">
                  <c:v>0.723</c:v>
                </c:pt>
                <c:pt idx="483">
                  <c:v>0.7245</c:v>
                </c:pt>
                <c:pt idx="484">
                  <c:v>0.726</c:v>
                </c:pt>
                <c:pt idx="485">
                  <c:v>0.7275</c:v>
                </c:pt>
                <c:pt idx="486">
                  <c:v>0.729</c:v>
                </c:pt>
                <c:pt idx="487">
                  <c:v>0.7305</c:v>
                </c:pt>
                <c:pt idx="488">
                  <c:v>0.732</c:v>
                </c:pt>
                <c:pt idx="489">
                  <c:v>0.7335</c:v>
                </c:pt>
                <c:pt idx="490">
                  <c:v>0.735</c:v>
                </c:pt>
                <c:pt idx="491">
                  <c:v>0.7365</c:v>
                </c:pt>
                <c:pt idx="492">
                  <c:v>0.738</c:v>
                </c:pt>
                <c:pt idx="493">
                  <c:v>0.7395</c:v>
                </c:pt>
                <c:pt idx="494">
                  <c:v>0.741</c:v>
                </c:pt>
                <c:pt idx="495">
                  <c:v>0.7425</c:v>
                </c:pt>
                <c:pt idx="496">
                  <c:v>0.744</c:v>
                </c:pt>
                <c:pt idx="497">
                  <c:v>0.7455</c:v>
                </c:pt>
                <c:pt idx="498">
                  <c:v>0.747</c:v>
                </c:pt>
                <c:pt idx="499">
                  <c:v>0.7485</c:v>
                </c:pt>
                <c:pt idx="500">
                  <c:v>0.75</c:v>
                </c:pt>
                <c:pt idx="501">
                  <c:v>0.7515</c:v>
                </c:pt>
                <c:pt idx="502">
                  <c:v>0.753</c:v>
                </c:pt>
                <c:pt idx="503">
                  <c:v>0.7545</c:v>
                </c:pt>
                <c:pt idx="504">
                  <c:v>0.756</c:v>
                </c:pt>
                <c:pt idx="505">
                  <c:v>0.7575</c:v>
                </c:pt>
                <c:pt idx="506">
                  <c:v>0.759</c:v>
                </c:pt>
                <c:pt idx="507">
                  <c:v>0.7605</c:v>
                </c:pt>
                <c:pt idx="508">
                  <c:v>0.762</c:v>
                </c:pt>
                <c:pt idx="509">
                  <c:v>0.7635</c:v>
                </c:pt>
                <c:pt idx="510">
                  <c:v>0.765</c:v>
                </c:pt>
                <c:pt idx="511">
                  <c:v>0.7665</c:v>
                </c:pt>
                <c:pt idx="512">
                  <c:v>0.768</c:v>
                </c:pt>
                <c:pt idx="513">
                  <c:v>0.7695</c:v>
                </c:pt>
                <c:pt idx="514">
                  <c:v>0.771</c:v>
                </c:pt>
                <c:pt idx="515">
                  <c:v>0.7725</c:v>
                </c:pt>
                <c:pt idx="516">
                  <c:v>0.774</c:v>
                </c:pt>
                <c:pt idx="517">
                  <c:v>0.7755</c:v>
                </c:pt>
                <c:pt idx="518">
                  <c:v>0.777</c:v>
                </c:pt>
                <c:pt idx="519">
                  <c:v>0.7785</c:v>
                </c:pt>
                <c:pt idx="520">
                  <c:v>0.78</c:v>
                </c:pt>
                <c:pt idx="521">
                  <c:v>0.7815</c:v>
                </c:pt>
                <c:pt idx="522">
                  <c:v>0.783</c:v>
                </c:pt>
                <c:pt idx="523">
                  <c:v>0.7845</c:v>
                </c:pt>
                <c:pt idx="524">
                  <c:v>0.786</c:v>
                </c:pt>
                <c:pt idx="525">
                  <c:v>0.7875</c:v>
                </c:pt>
                <c:pt idx="526">
                  <c:v>0.789</c:v>
                </c:pt>
                <c:pt idx="527">
                  <c:v>0.7905</c:v>
                </c:pt>
                <c:pt idx="528">
                  <c:v>0.792</c:v>
                </c:pt>
                <c:pt idx="529">
                  <c:v>0.7935</c:v>
                </c:pt>
                <c:pt idx="530">
                  <c:v>0.795</c:v>
                </c:pt>
                <c:pt idx="531">
                  <c:v>0.7965</c:v>
                </c:pt>
                <c:pt idx="532">
                  <c:v>0.798</c:v>
                </c:pt>
                <c:pt idx="533">
                  <c:v>0.7995</c:v>
                </c:pt>
                <c:pt idx="534">
                  <c:v>0.801</c:v>
                </c:pt>
                <c:pt idx="535">
                  <c:v>0.8025</c:v>
                </c:pt>
                <c:pt idx="536">
                  <c:v>0.804</c:v>
                </c:pt>
                <c:pt idx="537">
                  <c:v>0.8055</c:v>
                </c:pt>
                <c:pt idx="538">
                  <c:v>0.807</c:v>
                </c:pt>
                <c:pt idx="539">
                  <c:v>0.8085</c:v>
                </c:pt>
                <c:pt idx="540">
                  <c:v>0.81</c:v>
                </c:pt>
                <c:pt idx="541">
                  <c:v>0.8115</c:v>
                </c:pt>
                <c:pt idx="542">
                  <c:v>0.813</c:v>
                </c:pt>
                <c:pt idx="543">
                  <c:v>0.8145</c:v>
                </c:pt>
                <c:pt idx="544">
                  <c:v>0.816</c:v>
                </c:pt>
                <c:pt idx="545">
                  <c:v>0.8175</c:v>
                </c:pt>
                <c:pt idx="546">
                  <c:v>0.819</c:v>
                </c:pt>
                <c:pt idx="547">
                  <c:v>0.8205</c:v>
                </c:pt>
                <c:pt idx="548">
                  <c:v>0.822</c:v>
                </c:pt>
                <c:pt idx="549">
                  <c:v>0.8235</c:v>
                </c:pt>
                <c:pt idx="550">
                  <c:v>0.825</c:v>
                </c:pt>
                <c:pt idx="551">
                  <c:v>0.8265</c:v>
                </c:pt>
                <c:pt idx="552">
                  <c:v>0.828</c:v>
                </c:pt>
                <c:pt idx="553">
                  <c:v>0.8295</c:v>
                </c:pt>
                <c:pt idx="554">
                  <c:v>0.831</c:v>
                </c:pt>
                <c:pt idx="555">
                  <c:v>0.8325</c:v>
                </c:pt>
                <c:pt idx="556">
                  <c:v>0.834</c:v>
                </c:pt>
                <c:pt idx="557">
                  <c:v>0.8355</c:v>
                </c:pt>
                <c:pt idx="558">
                  <c:v>0.837</c:v>
                </c:pt>
                <c:pt idx="559">
                  <c:v>0.8385</c:v>
                </c:pt>
                <c:pt idx="560">
                  <c:v>0.84</c:v>
                </c:pt>
                <c:pt idx="561">
                  <c:v>0.8415</c:v>
                </c:pt>
                <c:pt idx="562">
                  <c:v>0.843</c:v>
                </c:pt>
                <c:pt idx="563">
                  <c:v>0.8445</c:v>
                </c:pt>
                <c:pt idx="564">
                  <c:v>0.846</c:v>
                </c:pt>
                <c:pt idx="565">
                  <c:v>0.8475</c:v>
                </c:pt>
                <c:pt idx="566">
                  <c:v>0.849</c:v>
                </c:pt>
                <c:pt idx="567">
                  <c:v>0.8505</c:v>
                </c:pt>
                <c:pt idx="568">
                  <c:v>0.852</c:v>
                </c:pt>
                <c:pt idx="569">
                  <c:v>0.8535</c:v>
                </c:pt>
                <c:pt idx="570">
                  <c:v>0.855</c:v>
                </c:pt>
                <c:pt idx="571">
                  <c:v>0.8565</c:v>
                </c:pt>
                <c:pt idx="572">
                  <c:v>0.858</c:v>
                </c:pt>
                <c:pt idx="573">
                  <c:v>0.8595</c:v>
                </c:pt>
                <c:pt idx="574">
                  <c:v>0.861</c:v>
                </c:pt>
                <c:pt idx="575">
                  <c:v>0.8625</c:v>
                </c:pt>
                <c:pt idx="576">
                  <c:v>0.864</c:v>
                </c:pt>
                <c:pt idx="577">
                  <c:v>0.8655</c:v>
                </c:pt>
                <c:pt idx="578">
                  <c:v>0.867</c:v>
                </c:pt>
                <c:pt idx="579">
                  <c:v>0.8685</c:v>
                </c:pt>
                <c:pt idx="580">
                  <c:v>0.87</c:v>
                </c:pt>
                <c:pt idx="581">
                  <c:v>0.8715</c:v>
                </c:pt>
                <c:pt idx="582">
                  <c:v>0.873</c:v>
                </c:pt>
                <c:pt idx="583">
                  <c:v>0.8745</c:v>
                </c:pt>
                <c:pt idx="584">
                  <c:v>0.876</c:v>
                </c:pt>
                <c:pt idx="585">
                  <c:v>0.8775</c:v>
                </c:pt>
                <c:pt idx="586">
                  <c:v>0.879</c:v>
                </c:pt>
                <c:pt idx="587">
                  <c:v>0.8805</c:v>
                </c:pt>
                <c:pt idx="588">
                  <c:v>0.882</c:v>
                </c:pt>
                <c:pt idx="589">
                  <c:v>0.8835</c:v>
                </c:pt>
                <c:pt idx="590">
                  <c:v>0.885</c:v>
                </c:pt>
                <c:pt idx="591">
                  <c:v>0.8865</c:v>
                </c:pt>
                <c:pt idx="592">
                  <c:v>0.888</c:v>
                </c:pt>
                <c:pt idx="593">
                  <c:v>0.8895</c:v>
                </c:pt>
                <c:pt idx="594">
                  <c:v>0.891</c:v>
                </c:pt>
                <c:pt idx="595">
                  <c:v>0.8925</c:v>
                </c:pt>
                <c:pt idx="596">
                  <c:v>0.894</c:v>
                </c:pt>
                <c:pt idx="597">
                  <c:v>0.8955</c:v>
                </c:pt>
                <c:pt idx="598">
                  <c:v>0.897</c:v>
                </c:pt>
                <c:pt idx="599">
                  <c:v>0.8985</c:v>
                </c:pt>
                <c:pt idx="600">
                  <c:v>0.9</c:v>
                </c:pt>
                <c:pt idx="601">
                  <c:v>0.9015</c:v>
                </c:pt>
                <c:pt idx="602">
                  <c:v>0.903</c:v>
                </c:pt>
                <c:pt idx="603">
                  <c:v>0.9045</c:v>
                </c:pt>
                <c:pt idx="604">
                  <c:v>0.906</c:v>
                </c:pt>
                <c:pt idx="605">
                  <c:v>0.9075</c:v>
                </c:pt>
                <c:pt idx="606">
                  <c:v>0.909</c:v>
                </c:pt>
                <c:pt idx="607">
                  <c:v>0.9105</c:v>
                </c:pt>
                <c:pt idx="608">
                  <c:v>0.912</c:v>
                </c:pt>
                <c:pt idx="609">
                  <c:v>0.9135</c:v>
                </c:pt>
                <c:pt idx="610">
                  <c:v>0.915</c:v>
                </c:pt>
                <c:pt idx="611">
                  <c:v>0.9165</c:v>
                </c:pt>
                <c:pt idx="612">
                  <c:v>0.918</c:v>
                </c:pt>
                <c:pt idx="613">
                  <c:v>0.9195</c:v>
                </c:pt>
                <c:pt idx="614">
                  <c:v>0.921</c:v>
                </c:pt>
                <c:pt idx="615">
                  <c:v>0.9225</c:v>
                </c:pt>
                <c:pt idx="616">
                  <c:v>0.924</c:v>
                </c:pt>
                <c:pt idx="617">
                  <c:v>0.9255</c:v>
                </c:pt>
                <c:pt idx="618">
                  <c:v>0.927</c:v>
                </c:pt>
                <c:pt idx="619">
                  <c:v>0.9285</c:v>
                </c:pt>
                <c:pt idx="620">
                  <c:v>0.93</c:v>
                </c:pt>
                <c:pt idx="621">
                  <c:v>0.9315</c:v>
                </c:pt>
                <c:pt idx="622">
                  <c:v>0.933</c:v>
                </c:pt>
                <c:pt idx="623">
                  <c:v>0.9345</c:v>
                </c:pt>
                <c:pt idx="624">
                  <c:v>0.936</c:v>
                </c:pt>
                <c:pt idx="625">
                  <c:v>0.9375</c:v>
                </c:pt>
                <c:pt idx="626">
                  <c:v>0.939</c:v>
                </c:pt>
                <c:pt idx="627">
                  <c:v>0.9405</c:v>
                </c:pt>
                <c:pt idx="628">
                  <c:v>0.942</c:v>
                </c:pt>
                <c:pt idx="629">
                  <c:v>0.9435</c:v>
                </c:pt>
                <c:pt idx="630">
                  <c:v>0.945</c:v>
                </c:pt>
                <c:pt idx="631">
                  <c:v>0.9465</c:v>
                </c:pt>
                <c:pt idx="632">
                  <c:v>0.948</c:v>
                </c:pt>
                <c:pt idx="633">
                  <c:v>0.9495</c:v>
                </c:pt>
                <c:pt idx="634">
                  <c:v>0.951</c:v>
                </c:pt>
                <c:pt idx="635">
                  <c:v>0.9525</c:v>
                </c:pt>
                <c:pt idx="636">
                  <c:v>0.954</c:v>
                </c:pt>
                <c:pt idx="637">
                  <c:v>0.9555</c:v>
                </c:pt>
                <c:pt idx="638">
                  <c:v>0.957</c:v>
                </c:pt>
                <c:pt idx="639">
                  <c:v>0.9585</c:v>
                </c:pt>
                <c:pt idx="640">
                  <c:v>0.96</c:v>
                </c:pt>
                <c:pt idx="641">
                  <c:v>0.9615</c:v>
                </c:pt>
                <c:pt idx="642">
                  <c:v>0.963</c:v>
                </c:pt>
                <c:pt idx="643">
                  <c:v>0.9645</c:v>
                </c:pt>
                <c:pt idx="644">
                  <c:v>0.966</c:v>
                </c:pt>
                <c:pt idx="645">
                  <c:v>0.9675</c:v>
                </c:pt>
                <c:pt idx="646">
                  <c:v>0.969</c:v>
                </c:pt>
                <c:pt idx="647">
                  <c:v>0.9705</c:v>
                </c:pt>
                <c:pt idx="648">
                  <c:v>0.972</c:v>
                </c:pt>
                <c:pt idx="649">
                  <c:v>0.9735</c:v>
                </c:pt>
                <c:pt idx="650">
                  <c:v>0.975</c:v>
                </c:pt>
                <c:pt idx="651">
                  <c:v>0.9765</c:v>
                </c:pt>
                <c:pt idx="652">
                  <c:v>0.978</c:v>
                </c:pt>
                <c:pt idx="653">
                  <c:v>0.9795</c:v>
                </c:pt>
                <c:pt idx="654">
                  <c:v>0.981</c:v>
                </c:pt>
                <c:pt idx="655">
                  <c:v>0.9825</c:v>
                </c:pt>
                <c:pt idx="656">
                  <c:v>0.984</c:v>
                </c:pt>
                <c:pt idx="657">
                  <c:v>0.9855</c:v>
                </c:pt>
                <c:pt idx="658">
                  <c:v>0.987</c:v>
                </c:pt>
                <c:pt idx="659">
                  <c:v>0.9885</c:v>
                </c:pt>
                <c:pt idx="660">
                  <c:v>0.99</c:v>
                </c:pt>
                <c:pt idx="661">
                  <c:v>0.9915</c:v>
                </c:pt>
                <c:pt idx="662">
                  <c:v>0.993</c:v>
                </c:pt>
                <c:pt idx="663">
                  <c:v>0.9945</c:v>
                </c:pt>
                <c:pt idx="664">
                  <c:v>0.996</c:v>
                </c:pt>
                <c:pt idx="665">
                  <c:v>0.9975</c:v>
                </c:pt>
                <c:pt idx="666">
                  <c:v>0.999</c:v>
                </c:pt>
                <c:pt idx="667">
                  <c:v>1.0005</c:v>
                </c:pt>
                <c:pt idx="668">
                  <c:v>1.002</c:v>
                </c:pt>
                <c:pt idx="669">
                  <c:v>1.0035</c:v>
                </c:pt>
                <c:pt idx="670">
                  <c:v>1.005</c:v>
                </c:pt>
                <c:pt idx="671">
                  <c:v>1.0065</c:v>
                </c:pt>
                <c:pt idx="672">
                  <c:v>1.008</c:v>
                </c:pt>
                <c:pt idx="673">
                  <c:v>1.0095</c:v>
                </c:pt>
                <c:pt idx="674">
                  <c:v>1.011</c:v>
                </c:pt>
                <c:pt idx="675">
                  <c:v>1.0125</c:v>
                </c:pt>
                <c:pt idx="676">
                  <c:v>1.014</c:v>
                </c:pt>
                <c:pt idx="677">
                  <c:v>1.0155</c:v>
                </c:pt>
                <c:pt idx="678">
                  <c:v>1.017</c:v>
                </c:pt>
                <c:pt idx="679">
                  <c:v>1.0185</c:v>
                </c:pt>
                <c:pt idx="680">
                  <c:v>1.02</c:v>
                </c:pt>
                <c:pt idx="681">
                  <c:v>1.0215</c:v>
                </c:pt>
                <c:pt idx="682">
                  <c:v>1.023</c:v>
                </c:pt>
                <c:pt idx="683">
                  <c:v>1.0245</c:v>
                </c:pt>
                <c:pt idx="684">
                  <c:v>1.026</c:v>
                </c:pt>
                <c:pt idx="685">
                  <c:v>1.0275</c:v>
                </c:pt>
                <c:pt idx="686">
                  <c:v>1.029</c:v>
                </c:pt>
                <c:pt idx="687">
                  <c:v>1.0305</c:v>
                </c:pt>
                <c:pt idx="688">
                  <c:v>1.032</c:v>
                </c:pt>
                <c:pt idx="689">
                  <c:v>1.0335</c:v>
                </c:pt>
                <c:pt idx="690">
                  <c:v>1.035</c:v>
                </c:pt>
                <c:pt idx="691">
                  <c:v>1.0365</c:v>
                </c:pt>
                <c:pt idx="692">
                  <c:v>1.038</c:v>
                </c:pt>
                <c:pt idx="693">
                  <c:v>1.0395</c:v>
                </c:pt>
                <c:pt idx="694">
                  <c:v>1.041</c:v>
                </c:pt>
                <c:pt idx="695">
                  <c:v>1.0425</c:v>
                </c:pt>
                <c:pt idx="696">
                  <c:v>1.044</c:v>
                </c:pt>
                <c:pt idx="697">
                  <c:v>1.0455</c:v>
                </c:pt>
                <c:pt idx="698">
                  <c:v>1.047</c:v>
                </c:pt>
                <c:pt idx="699">
                  <c:v>1.0485</c:v>
                </c:pt>
                <c:pt idx="700">
                  <c:v>1.05</c:v>
                </c:pt>
                <c:pt idx="701">
                  <c:v>1.0515</c:v>
                </c:pt>
                <c:pt idx="702">
                  <c:v>1.053</c:v>
                </c:pt>
                <c:pt idx="703">
                  <c:v>1.0545</c:v>
                </c:pt>
                <c:pt idx="704">
                  <c:v>1.056</c:v>
                </c:pt>
                <c:pt idx="705">
                  <c:v>1.0575</c:v>
                </c:pt>
                <c:pt idx="706">
                  <c:v>1.059</c:v>
                </c:pt>
                <c:pt idx="707">
                  <c:v>1.0605</c:v>
                </c:pt>
                <c:pt idx="708">
                  <c:v>1.062</c:v>
                </c:pt>
                <c:pt idx="709">
                  <c:v>1.0635</c:v>
                </c:pt>
                <c:pt idx="710">
                  <c:v>1.065</c:v>
                </c:pt>
                <c:pt idx="711">
                  <c:v>1.0665</c:v>
                </c:pt>
                <c:pt idx="712">
                  <c:v>1.068</c:v>
                </c:pt>
                <c:pt idx="713">
                  <c:v>1.0695</c:v>
                </c:pt>
                <c:pt idx="714">
                  <c:v>1.071</c:v>
                </c:pt>
                <c:pt idx="715">
                  <c:v>1.0725</c:v>
                </c:pt>
                <c:pt idx="716">
                  <c:v>1.074</c:v>
                </c:pt>
                <c:pt idx="717">
                  <c:v>1.0755</c:v>
                </c:pt>
                <c:pt idx="718">
                  <c:v>1.077</c:v>
                </c:pt>
                <c:pt idx="719">
                  <c:v>1.0785</c:v>
                </c:pt>
                <c:pt idx="720">
                  <c:v>1.08</c:v>
                </c:pt>
                <c:pt idx="721">
                  <c:v>1.0815</c:v>
                </c:pt>
                <c:pt idx="722">
                  <c:v>1.083</c:v>
                </c:pt>
                <c:pt idx="723">
                  <c:v>1.0845</c:v>
                </c:pt>
                <c:pt idx="724">
                  <c:v>1.086</c:v>
                </c:pt>
                <c:pt idx="725">
                  <c:v>1.0875</c:v>
                </c:pt>
                <c:pt idx="726">
                  <c:v>1.089</c:v>
                </c:pt>
                <c:pt idx="727">
                  <c:v>1.0905</c:v>
                </c:pt>
                <c:pt idx="728">
                  <c:v>1.092</c:v>
                </c:pt>
                <c:pt idx="729">
                  <c:v>1.0935</c:v>
                </c:pt>
                <c:pt idx="730">
                  <c:v>1.095</c:v>
                </c:pt>
                <c:pt idx="731">
                  <c:v>1.0965</c:v>
                </c:pt>
                <c:pt idx="732">
                  <c:v>1.098</c:v>
                </c:pt>
                <c:pt idx="733">
                  <c:v>1.0995</c:v>
                </c:pt>
                <c:pt idx="734">
                  <c:v>1.101</c:v>
                </c:pt>
                <c:pt idx="735">
                  <c:v>1.1025</c:v>
                </c:pt>
                <c:pt idx="736">
                  <c:v>1.104</c:v>
                </c:pt>
                <c:pt idx="737">
                  <c:v>1.1055</c:v>
                </c:pt>
                <c:pt idx="738">
                  <c:v>1.107</c:v>
                </c:pt>
                <c:pt idx="739">
                  <c:v>1.1085</c:v>
                </c:pt>
                <c:pt idx="740">
                  <c:v>1.11</c:v>
                </c:pt>
                <c:pt idx="741">
                  <c:v>1.1115</c:v>
                </c:pt>
                <c:pt idx="742">
                  <c:v>1.113</c:v>
                </c:pt>
                <c:pt idx="743">
                  <c:v>1.1145</c:v>
                </c:pt>
                <c:pt idx="744">
                  <c:v>1.116</c:v>
                </c:pt>
                <c:pt idx="745">
                  <c:v>1.1175</c:v>
                </c:pt>
                <c:pt idx="746">
                  <c:v>1.119</c:v>
                </c:pt>
                <c:pt idx="747">
                  <c:v>1.1205</c:v>
                </c:pt>
                <c:pt idx="748">
                  <c:v>1.122</c:v>
                </c:pt>
                <c:pt idx="749">
                  <c:v>1.1235</c:v>
                </c:pt>
                <c:pt idx="750">
                  <c:v>1.125</c:v>
                </c:pt>
                <c:pt idx="751">
                  <c:v>1.1265</c:v>
                </c:pt>
                <c:pt idx="752">
                  <c:v>1.128</c:v>
                </c:pt>
                <c:pt idx="753">
                  <c:v>1.1295</c:v>
                </c:pt>
                <c:pt idx="754">
                  <c:v>1.131</c:v>
                </c:pt>
                <c:pt idx="755">
                  <c:v>1.1325</c:v>
                </c:pt>
                <c:pt idx="756">
                  <c:v>1.134</c:v>
                </c:pt>
                <c:pt idx="757">
                  <c:v>1.1355</c:v>
                </c:pt>
                <c:pt idx="758">
                  <c:v>1.137</c:v>
                </c:pt>
                <c:pt idx="759">
                  <c:v>1.1385</c:v>
                </c:pt>
                <c:pt idx="760">
                  <c:v>1.14</c:v>
                </c:pt>
                <c:pt idx="761">
                  <c:v>1.1415</c:v>
                </c:pt>
                <c:pt idx="762">
                  <c:v>1.143</c:v>
                </c:pt>
                <c:pt idx="763">
                  <c:v>1.1445</c:v>
                </c:pt>
                <c:pt idx="764">
                  <c:v>1.146</c:v>
                </c:pt>
                <c:pt idx="765">
                  <c:v>1.1475</c:v>
                </c:pt>
                <c:pt idx="766">
                  <c:v>1.149</c:v>
                </c:pt>
                <c:pt idx="767">
                  <c:v>1.1505</c:v>
                </c:pt>
                <c:pt idx="768">
                  <c:v>1.152</c:v>
                </c:pt>
                <c:pt idx="769">
                  <c:v>1.1535</c:v>
                </c:pt>
                <c:pt idx="770">
                  <c:v>1.155</c:v>
                </c:pt>
                <c:pt idx="771">
                  <c:v>1.1565</c:v>
                </c:pt>
                <c:pt idx="772">
                  <c:v>1.158</c:v>
                </c:pt>
                <c:pt idx="773">
                  <c:v>1.1595</c:v>
                </c:pt>
                <c:pt idx="774">
                  <c:v>1.161</c:v>
                </c:pt>
                <c:pt idx="775">
                  <c:v>1.1625</c:v>
                </c:pt>
                <c:pt idx="776">
                  <c:v>1.164</c:v>
                </c:pt>
                <c:pt idx="777">
                  <c:v>1.1655</c:v>
                </c:pt>
                <c:pt idx="778">
                  <c:v>1.167</c:v>
                </c:pt>
                <c:pt idx="779">
                  <c:v>1.1685</c:v>
                </c:pt>
                <c:pt idx="780">
                  <c:v>1.17</c:v>
                </c:pt>
                <c:pt idx="781">
                  <c:v>1.1715</c:v>
                </c:pt>
                <c:pt idx="782">
                  <c:v>1.173</c:v>
                </c:pt>
                <c:pt idx="783">
                  <c:v>1.1745</c:v>
                </c:pt>
                <c:pt idx="784">
                  <c:v>1.176</c:v>
                </c:pt>
                <c:pt idx="785">
                  <c:v>1.1775</c:v>
                </c:pt>
                <c:pt idx="786">
                  <c:v>1.179</c:v>
                </c:pt>
                <c:pt idx="787">
                  <c:v>1.1805</c:v>
                </c:pt>
                <c:pt idx="788">
                  <c:v>1.182</c:v>
                </c:pt>
                <c:pt idx="789">
                  <c:v>1.1835</c:v>
                </c:pt>
                <c:pt idx="790">
                  <c:v>1.185</c:v>
                </c:pt>
                <c:pt idx="791">
                  <c:v>1.1865</c:v>
                </c:pt>
                <c:pt idx="792">
                  <c:v>1.188</c:v>
                </c:pt>
                <c:pt idx="793">
                  <c:v>1.1895</c:v>
                </c:pt>
                <c:pt idx="794">
                  <c:v>1.191</c:v>
                </c:pt>
                <c:pt idx="795">
                  <c:v>1.1925</c:v>
                </c:pt>
                <c:pt idx="796">
                  <c:v>1.194</c:v>
                </c:pt>
                <c:pt idx="797">
                  <c:v>1.1955</c:v>
                </c:pt>
                <c:pt idx="798">
                  <c:v>1.197</c:v>
                </c:pt>
                <c:pt idx="799">
                  <c:v>1.1985</c:v>
                </c:pt>
                <c:pt idx="800">
                  <c:v>1.2</c:v>
                </c:pt>
                <c:pt idx="801">
                  <c:v>1.2015</c:v>
                </c:pt>
                <c:pt idx="802">
                  <c:v>1.203</c:v>
                </c:pt>
                <c:pt idx="803">
                  <c:v>1.2045</c:v>
                </c:pt>
                <c:pt idx="804">
                  <c:v>1.206</c:v>
                </c:pt>
                <c:pt idx="805">
                  <c:v>1.2075</c:v>
                </c:pt>
                <c:pt idx="806">
                  <c:v>1.209</c:v>
                </c:pt>
                <c:pt idx="807">
                  <c:v>1.2105</c:v>
                </c:pt>
                <c:pt idx="808">
                  <c:v>1.212</c:v>
                </c:pt>
                <c:pt idx="809">
                  <c:v>1.2135</c:v>
                </c:pt>
                <c:pt idx="810">
                  <c:v>1.215</c:v>
                </c:pt>
                <c:pt idx="811">
                  <c:v>1.2165</c:v>
                </c:pt>
                <c:pt idx="812">
                  <c:v>1.218</c:v>
                </c:pt>
                <c:pt idx="813">
                  <c:v>1.2195</c:v>
                </c:pt>
                <c:pt idx="814">
                  <c:v>1.221</c:v>
                </c:pt>
                <c:pt idx="815">
                  <c:v>1.2225</c:v>
                </c:pt>
                <c:pt idx="816">
                  <c:v>1.224</c:v>
                </c:pt>
                <c:pt idx="817">
                  <c:v>1.2255</c:v>
                </c:pt>
                <c:pt idx="818">
                  <c:v>1.227</c:v>
                </c:pt>
                <c:pt idx="819">
                  <c:v>1.2285</c:v>
                </c:pt>
                <c:pt idx="820">
                  <c:v>1.23</c:v>
                </c:pt>
                <c:pt idx="821">
                  <c:v>1.2315</c:v>
                </c:pt>
                <c:pt idx="822">
                  <c:v>1.233</c:v>
                </c:pt>
                <c:pt idx="823">
                  <c:v>1.2345</c:v>
                </c:pt>
                <c:pt idx="824">
                  <c:v>1.236</c:v>
                </c:pt>
                <c:pt idx="825">
                  <c:v>1.2375</c:v>
                </c:pt>
                <c:pt idx="826">
                  <c:v>1.239</c:v>
                </c:pt>
                <c:pt idx="827">
                  <c:v>1.2405</c:v>
                </c:pt>
                <c:pt idx="828">
                  <c:v>1.242</c:v>
                </c:pt>
                <c:pt idx="829">
                  <c:v>1.2435</c:v>
                </c:pt>
                <c:pt idx="830">
                  <c:v>1.245</c:v>
                </c:pt>
                <c:pt idx="831">
                  <c:v>1.2465</c:v>
                </c:pt>
                <c:pt idx="832">
                  <c:v>1.248</c:v>
                </c:pt>
                <c:pt idx="833">
                  <c:v>1.2495</c:v>
                </c:pt>
                <c:pt idx="834">
                  <c:v>1.251</c:v>
                </c:pt>
                <c:pt idx="835">
                  <c:v>1.2525</c:v>
                </c:pt>
                <c:pt idx="836">
                  <c:v>1.254</c:v>
                </c:pt>
                <c:pt idx="837">
                  <c:v>1.2555</c:v>
                </c:pt>
                <c:pt idx="838">
                  <c:v>1.257</c:v>
                </c:pt>
                <c:pt idx="839">
                  <c:v>1.2585</c:v>
                </c:pt>
                <c:pt idx="840">
                  <c:v>1.26</c:v>
                </c:pt>
                <c:pt idx="841">
                  <c:v>1.2615</c:v>
                </c:pt>
                <c:pt idx="842">
                  <c:v>1.263</c:v>
                </c:pt>
                <c:pt idx="843">
                  <c:v>1.2645</c:v>
                </c:pt>
                <c:pt idx="844">
                  <c:v>1.266</c:v>
                </c:pt>
                <c:pt idx="845">
                  <c:v>1.2675</c:v>
                </c:pt>
                <c:pt idx="846">
                  <c:v>1.269</c:v>
                </c:pt>
                <c:pt idx="847">
                  <c:v>1.2705</c:v>
                </c:pt>
                <c:pt idx="848">
                  <c:v>1.272</c:v>
                </c:pt>
                <c:pt idx="849">
                  <c:v>1.2735</c:v>
                </c:pt>
                <c:pt idx="850">
                  <c:v>1.275</c:v>
                </c:pt>
                <c:pt idx="851">
                  <c:v>1.2765</c:v>
                </c:pt>
                <c:pt idx="852">
                  <c:v>1.278</c:v>
                </c:pt>
                <c:pt idx="853">
                  <c:v>1.2795</c:v>
                </c:pt>
                <c:pt idx="854">
                  <c:v>1.281</c:v>
                </c:pt>
                <c:pt idx="855">
                  <c:v>1.2825</c:v>
                </c:pt>
                <c:pt idx="856">
                  <c:v>1.284</c:v>
                </c:pt>
                <c:pt idx="857">
                  <c:v>1.2855</c:v>
                </c:pt>
                <c:pt idx="858">
                  <c:v>1.287</c:v>
                </c:pt>
                <c:pt idx="859">
                  <c:v>1.2885</c:v>
                </c:pt>
                <c:pt idx="860">
                  <c:v>1.29</c:v>
                </c:pt>
                <c:pt idx="861">
                  <c:v>1.2915</c:v>
                </c:pt>
                <c:pt idx="862">
                  <c:v>1.293</c:v>
                </c:pt>
                <c:pt idx="863">
                  <c:v>1.2945</c:v>
                </c:pt>
                <c:pt idx="864">
                  <c:v>1.296</c:v>
                </c:pt>
                <c:pt idx="865">
                  <c:v>1.2975</c:v>
                </c:pt>
                <c:pt idx="866">
                  <c:v>1.299</c:v>
                </c:pt>
                <c:pt idx="867">
                  <c:v>1.3005</c:v>
                </c:pt>
                <c:pt idx="868">
                  <c:v>1.302</c:v>
                </c:pt>
                <c:pt idx="869">
                  <c:v>1.3035</c:v>
                </c:pt>
                <c:pt idx="870">
                  <c:v>1.305</c:v>
                </c:pt>
                <c:pt idx="871">
                  <c:v>1.3065</c:v>
                </c:pt>
                <c:pt idx="872">
                  <c:v>1.308</c:v>
                </c:pt>
                <c:pt idx="873">
                  <c:v>1.3095</c:v>
                </c:pt>
                <c:pt idx="874">
                  <c:v>1.311</c:v>
                </c:pt>
                <c:pt idx="875">
                  <c:v>1.3125</c:v>
                </c:pt>
                <c:pt idx="876">
                  <c:v>1.314</c:v>
                </c:pt>
                <c:pt idx="877">
                  <c:v>1.3155</c:v>
                </c:pt>
                <c:pt idx="878">
                  <c:v>1.317</c:v>
                </c:pt>
                <c:pt idx="879">
                  <c:v>1.3185</c:v>
                </c:pt>
                <c:pt idx="880">
                  <c:v>1.32</c:v>
                </c:pt>
                <c:pt idx="881">
                  <c:v>1.3215</c:v>
                </c:pt>
                <c:pt idx="882">
                  <c:v>1.323</c:v>
                </c:pt>
                <c:pt idx="883">
                  <c:v>1.3245</c:v>
                </c:pt>
                <c:pt idx="884">
                  <c:v>1.326</c:v>
                </c:pt>
                <c:pt idx="885">
                  <c:v>1.3275</c:v>
                </c:pt>
                <c:pt idx="886">
                  <c:v>1.329</c:v>
                </c:pt>
                <c:pt idx="887">
                  <c:v>1.3305</c:v>
                </c:pt>
                <c:pt idx="888">
                  <c:v>1.332</c:v>
                </c:pt>
                <c:pt idx="889">
                  <c:v>1.3335</c:v>
                </c:pt>
                <c:pt idx="890">
                  <c:v>1.335</c:v>
                </c:pt>
                <c:pt idx="891">
                  <c:v>1.3365</c:v>
                </c:pt>
                <c:pt idx="892">
                  <c:v>1.338</c:v>
                </c:pt>
                <c:pt idx="893">
                  <c:v>1.3395</c:v>
                </c:pt>
                <c:pt idx="894">
                  <c:v>1.341</c:v>
                </c:pt>
                <c:pt idx="895">
                  <c:v>1.3425</c:v>
                </c:pt>
                <c:pt idx="896">
                  <c:v>1.344</c:v>
                </c:pt>
                <c:pt idx="897">
                  <c:v>1.3455</c:v>
                </c:pt>
                <c:pt idx="898">
                  <c:v>1.347</c:v>
                </c:pt>
                <c:pt idx="899">
                  <c:v>1.3485</c:v>
                </c:pt>
                <c:pt idx="900">
                  <c:v>1.35</c:v>
                </c:pt>
                <c:pt idx="901">
                  <c:v>1.3515</c:v>
                </c:pt>
                <c:pt idx="902">
                  <c:v>1.353</c:v>
                </c:pt>
                <c:pt idx="903">
                  <c:v>1.3545</c:v>
                </c:pt>
                <c:pt idx="904">
                  <c:v>1.356</c:v>
                </c:pt>
                <c:pt idx="905">
                  <c:v>1.3575</c:v>
                </c:pt>
                <c:pt idx="906">
                  <c:v>1.359</c:v>
                </c:pt>
                <c:pt idx="907">
                  <c:v>1.3605</c:v>
                </c:pt>
                <c:pt idx="908">
                  <c:v>1.362</c:v>
                </c:pt>
                <c:pt idx="909">
                  <c:v>1.3635</c:v>
                </c:pt>
                <c:pt idx="910">
                  <c:v>1.365</c:v>
                </c:pt>
                <c:pt idx="911">
                  <c:v>1.3665</c:v>
                </c:pt>
                <c:pt idx="912">
                  <c:v>1.368</c:v>
                </c:pt>
                <c:pt idx="913">
                  <c:v>1.3695</c:v>
                </c:pt>
                <c:pt idx="914">
                  <c:v>1.371</c:v>
                </c:pt>
                <c:pt idx="915">
                  <c:v>1.3725</c:v>
                </c:pt>
                <c:pt idx="916">
                  <c:v>1.374</c:v>
                </c:pt>
                <c:pt idx="917">
                  <c:v>1.3755</c:v>
                </c:pt>
                <c:pt idx="918">
                  <c:v>1.377</c:v>
                </c:pt>
                <c:pt idx="919">
                  <c:v>1.3785</c:v>
                </c:pt>
                <c:pt idx="920">
                  <c:v>1.38</c:v>
                </c:pt>
                <c:pt idx="921">
                  <c:v>1.3815</c:v>
                </c:pt>
                <c:pt idx="922">
                  <c:v>1.383</c:v>
                </c:pt>
                <c:pt idx="923">
                  <c:v>1.3845</c:v>
                </c:pt>
                <c:pt idx="924">
                  <c:v>1.386</c:v>
                </c:pt>
                <c:pt idx="925">
                  <c:v>1.3875</c:v>
                </c:pt>
                <c:pt idx="926">
                  <c:v>1.389</c:v>
                </c:pt>
                <c:pt idx="927">
                  <c:v>1.3905</c:v>
                </c:pt>
                <c:pt idx="928">
                  <c:v>1.392</c:v>
                </c:pt>
                <c:pt idx="929">
                  <c:v>1.3935</c:v>
                </c:pt>
                <c:pt idx="930">
                  <c:v>1.395</c:v>
                </c:pt>
                <c:pt idx="931">
                  <c:v>1.3965</c:v>
                </c:pt>
                <c:pt idx="932">
                  <c:v>1.398</c:v>
                </c:pt>
                <c:pt idx="933">
                  <c:v>1.3995</c:v>
                </c:pt>
                <c:pt idx="934">
                  <c:v>1.401</c:v>
                </c:pt>
                <c:pt idx="935">
                  <c:v>1.4025</c:v>
                </c:pt>
                <c:pt idx="936">
                  <c:v>1.404</c:v>
                </c:pt>
                <c:pt idx="937">
                  <c:v>1.4055</c:v>
                </c:pt>
                <c:pt idx="938">
                  <c:v>1.407</c:v>
                </c:pt>
                <c:pt idx="939">
                  <c:v>1.4085</c:v>
                </c:pt>
                <c:pt idx="940">
                  <c:v>1.41</c:v>
                </c:pt>
                <c:pt idx="941">
                  <c:v>1.4115</c:v>
                </c:pt>
                <c:pt idx="942">
                  <c:v>1.413</c:v>
                </c:pt>
                <c:pt idx="943">
                  <c:v>1.4145</c:v>
                </c:pt>
                <c:pt idx="944">
                  <c:v>1.416</c:v>
                </c:pt>
                <c:pt idx="945">
                  <c:v>1.4175</c:v>
                </c:pt>
                <c:pt idx="946">
                  <c:v>1.419</c:v>
                </c:pt>
                <c:pt idx="947">
                  <c:v>1.4205</c:v>
                </c:pt>
                <c:pt idx="948">
                  <c:v>1.422</c:v>
                </c:pt>
                <c:pt idx="949">
                  <c:v>1.4235</c:v>
                </c:pt>
                <c:pt idx="950">
                  <c:v>1.425</c:v>
                </c:pt>
                <c:pt idx="951">
                  <c:v>1.4265</c:v>
                </c:pt>
                <c:pt idx="952">
                  <c:v>1.428</c:v>
                </c:pt>
                <c:pt idx="953">
                  <c:v>1.4295</c:v>
                </c:pt>
                <c:pt idx="954">
                  <c:v>1.431</c:v>
                </c:pt>
                <c:pt idx="955">
                  <c:v>1.4325</c:v>
                </c:pt>
                <c:pt idx="956">
                  <c:v>1.434</c:v>
                </c:pt>
                <c:pt idx="957">
                  <c:v>1.4355</c:v>
                </c:pt>
                <c:pt idx="958">
                  <c:v>1.437</c:v>
                </c:pt>
                <c:pt idx="959">
                  <c:v>1.4385</c:v>
                </c:pt>
                <c:pt idx="960">
                  <c:v>1.44</c:v>
                </c:pt>
                <c:pt idx="961">
                  <c:v>1.4415</c:v>
                </c:pt>
                <c:pt idx="962">
                  <c:v>1.443</c:v>
                </c:pt>
                <c:pt idx="963">
                  <c:v>1.4445</c:v>
                </c:pt>
                <c:pt idx="964">
                  <c:v>1.446</c:v>
                </c:pt>
                <c:pt idx="965">
                  <c:v>1.4475</c:v>
                </c:pt>
                <c:pt idx="966">
                  <c:v>1.449</c:v>
                </c:pt>
                <c:pt idx="967">
                  <c:v>1.4505</c:v>
                </c:pt>
                <c:pt idx="968">
                  <c:v>1.452</c:v>
                </c:pt>
                <c:pt idx="969">
                  <c:v>1.4535</c:v>
                </c:pt>
                <c:pt idx="970">
                  <c:v>1.455</c:v>
                </c:pt>
                <c:pt idx="971">
                  <c:v>1.4565</c:v>
                </c:pt>
                <c:pt idx="972">
                  <c:v>1.458</c:v>
                </c:pt>
                <c:pt idx="973">
                  <c:v>1.4595</c:v>
                </c:pt>
                <c:pt idx="974">
                  <c:v>1.461</c:v>
                </c:pt>
                <c:pt idx="975">
                  <c:v>1.4625</c:v>
                </c:pt>
                <c:pt idx="976">
                  <c:v>1.464</c:v>
                </c:pt>
                <c:pt idx="977">
                  <c:v>1.4655</c:v>
                </c:pt>
                <c:pt idx="978">
                  <c:v>1.467</c:v>
                </c:pt>
                <c:pt idx="979">
                  <c:v>1.4685</c:v>
                </c:pt>
                <c:pt idx="980">
                  <c:v>1.47</c:v>
                </c:pt>
                <c:pt idx="981">
                  <c:v>1.4715</c:v>
                </c:pt>
                <c:pt idx="982">
                  <c:v>1.473</c:v>
                </c:pt>
                <c:pt idx="983">
                  <c:v>1.4745</c:v>
                </c:pt>
                <c:pt idx="984">
                  <c:v>1.476</c:v>
                </c:pt>
                <c:pt idx="985">
                  <c:v>1.4775</c:v>
                </c:pt>
                <c:pt idx="986">
                  <c:v>1.479</c:v>
                </c:pt>
                <c:pt idx="987">
                  <c:v>1.4805</c:v>
                </c:pt>
                <c:pt idx="988">
                  <c:v>1.482</c:v>
                </c:pt>
                <c:pt idx="989">
                  <c:v>1.4835</c:v>
                </c:pt>
                <c:pt idx="990">
                  <c:v>1.485</c:v>
                </c:pt>
                <c:pt idx="991">
                  <c:v>1.4865</c:v>
                </c:pt>
                <c:pt idx="992">
                  <c:v>1.488</c:v>
                </c:pt>
                <c:pt idx="993">
                  <c:v>1.4895</c:v>
                </c:pt>
                <c:pt idx="994">
                  <c:v>1.491</c:v>
                </c:pt>
                <c:pt idx="995">
                  <c:v>1.4925</c:v>
                </c:pt>
                <c:pt idx="996">
                  <c:v>1.494</c:v>
                </c:pt>
                <c:pt idx="997">
                  <c:v>1.4955</c:v>
                </c:pt>
                <c:pt idx="998">
                  <c:v>1.497</c:v>
                </c:pt>
                <c:pt idx="999">
                  <c:v>1.4985</c:v>
                </c:pt>
                <c:pt idx="1000">
                  <c:v>1.5</c:v>
                </c:pt>
                <c:pt idx="1001">
                  <c:v>1.5015</c:v>
                </c:pt>
                <c:pt idx="1002">
                  <c:v>1.503</c:v>
                </c:pt>
                <c:pt idx="1003">
                  <c:v>1.5045</c:v>
                </c:pt>
                <c:pt idx="1004">
                  <c:v>1.506</c:v>
                </c:pt>
                <c:pt idx="1005">
                  <c:v>1.5075</c:v>
                </c:pt>
                <c:pt idx="1006">
                  <c:v>1.509</c:v>
                </c:pt>
                <c:pt idx="1007">
                  <c:v>1.5105</c:v>
                </c:pt>
                <c:pt idx="1008">
                  <c:v>1.512</c:v>
                </c:pt>
                <c:pt idx="1009">
                  <c:v>1.5135</c:v>
                </c:pt>
                <c:pt idx="1010">
                  <c:v>1.515</c:v>
                </c:pt>
                <c:pt idx="1011">
                  <c:v>1.5165</c:v>
                </c:pt>
                <c:pt idx="1012">
                  <c:v>1.518</c:v>
                </c:pt>
                <c:pt idx="1013">
                  <c:v>1.5195</c:v>
                </c:pt>
                <c:pt idx="1014">
                  <c:v>1.521</c:v>
                </c:pt>
                <c:pt idx="1015">
                  <c:v>1.5225</c:v>
                </c:pt>
                <c:pt idx="1016">
                  <c:v>1.524</c:v>
                </c:pt>
                <c:pt idx="1017">
                  <c:v>1.5255</c:v>
                </c:pt>
                <c:pt idx="1018">
                  <c:v>1.527</c:v>
                </c:pt>
                <c:pt idx="1019">
                  <c:v>1.5285</c:v>
                </c:pt>
                <c:pt idx="1020">
                  <c:v>1.53</c:v>
                </c:pt>
                <c:pt idx="1021">
                  <c:v>1.5315</c:v>
                </c:pt>
                <c:pt idx="1022">
                  <c:v>1.533</c:v>
                </c:pt>
                <c:pt idx="1023">
                  <c:v>1.5345</c:v>
                </c:pt>
                <c:pt idx="1024">
                  <c:v>1.536</c:v>
                </c:pt>
                <c:pt idx="1025">
                  <c:v>1.5375</c:v>
                </c:pt>
                <c:pt idx="1026">
                  <c:v>1.539</c:v>
                </c:pt>
                <c:pt idx="1027">
                  <c:v>1.5405</c:v>
                </c:pt>
                <c:pt idx="1028">
                  <c:v>1.542</c:v>
                </c:pt>
                <c:pt idx="1029">
                  <c:v>1.5435</c:v>
                </c:pt>
                <c:pt idx="1030">
                  <c:v>1.545</c:v>
                </c:pt>
                <c:pt idx="1031">
                  <c:v>1.5465</c:v>
                </c:pt>
                <c:pt idx="1032">
                  <c:v>1.548</c:v>
                </c:pt>
                <c:pt idx="1033">
                  <c:v>1.5495</c:v>
                </c:pt>
                <c:pt idx="1034">
                  <c:v>1.551</c:v>
                </c:pt>
                <c:pt idx="1035">
                  <c:v>1.5525</c:v>
                </c:pt>
                <c:pt idx="1036">
                  <c:v>1.554</c:v>
                </c:pt>
                <c:pt idx="1037">
                  <c:v>1.5555</c:v>
                </c:pt>
                <c:pt idx="1038">
                  <c:v>1.557</c:v>
                </c:pt>
                <c:pt idx="1039">
                  <c:v>1.5585</c:v>
                </c:pt>
                <c:pt idx="1040">
                  <c:v>1.56</c:v>
                </c:pt>
                <c:pt idx="1041">
                  <c:v>1.5615</c:v>
                </c:pt>
                <c:pt idx="1042">
                  <c:v>1.563</c:v>
                </c:pt>
                <c:pt idx="1043">
                  <c:v>1.5645</c:v>
                </c:pt>
                <c:pt idx="1044">
                  <c:v>1.566</c:v>
                </c:pt>
                <c:pt idx="1045">
                  <c:v>1.5675</c:v>
                </c:pt>
                <c:pt idx="1046">
                  <c:v>1.569</c:v>
                </c:pt>
                <c:pt idx="1047">
                  <c:v>1.5705</c:v>
                </c:pt>
                <c:pt idx="1048">
                  <c:v>1.572</c:v>
                </c:pt>
                <c:pt idx="1049">
                  <c:v>1.5735</c:v>
                </c:pt>
                <c:pt idx="1050">
                  <c:v>1.575</c:v>
                </c:pt>
                <c:pt idx="1051">
                  <c:v>1.5765</c:v>
                </c:pt>
                <c:pt idx="1052">
                  <c:v>1.578</c:v>
                </c:pt>
                <c:pt idx="1053">
                  <c:v>1.5795</c:v>
                </c:pt>
                <c:pt idx="1054">
                  <c:v>1.581</c:v>
                </c:pt>
                <c:pt idx="1055">
                  <c:v>1.5825</c:v>
                </c:pt>
                <c:pt idx="1056">
                  <c:v>1.584</c:v>
                </c:pt>
                <c:pt idx="1057">
                  <c:v>1.5855</c:v>
                </c:pt>
                <c:pt idx="1058">
                  <c:v>1.587</c:v>
                </c:pt>
                <c:pt idx="1059">
                  <c:v>1.5885</c:v>
                </c:pt>
                <c:pt idx="1060">
                  <c:v>1.59</c:v>
                </c:pt>
                <c:pt idx="1061">
                  <c:v>1.5915</c:v>
                </c:pt>
                <c:pt idx="1062">
                  <c:v>1.593</c:v>
                </c:pt>
                <c:pt idx="1063">
                  <c:v>1.5945</c:v>
                </c:pt>
                <c:pt idx="1064">
                  <c:v>1.596</c:v>
                </c:pt>
                <c:pt idx="1065">
                  <c:v>1.5975</c:v>
                </c:pt>
                <c:pt idx="1066">
                  <c:v>1.599</c:v>
                </c:pt>
                <c:pt idx="1067">
                  <c:v>1.6005</c:v>
                </c:pt>
                <c:pt idx="1068">
                  <c:v>1.602</c:v>
                </c:pt>
                <c:pt idx="1069">
                  <c:v>1.6035</c:v>
                </c:pt>
                <c:pt idx="1070">
                  <c:v>1.605</c:v>
                </c:pt>
                <c:pt idx="1071">
                  <c:v>1.6065</c:v>
                </c:pt>
                <c:pt idx="1072">
                  <c:v>1.608</c:v>
                </c:pt>
                <c:pt idx="1073">
                  <c:v>1.6095</c:v>
                </c:pt>
                <c:pt idx="1074">
                  <c:v>1.611</c:v>
                </c:pt>
                <c:pt idx="1075">
                  <c:v>1.6125</c:v>
                </c:pt>
                <c:pt idx="1076">
                  <c:v>1.614</c:v>
                </c:pt>
                <c:pt idx="1077">
                  <c:v>1.6155</c:v>
                </c:pt>
                <c:pt idx="1078">
                  <c:v>1.617</c:v>
                </c:pt>
                <c:pt idx="1079">
                  <c:v>1.6185</c:v>
                </c:pt>
                <c:pt idx="1080">
                  <c:v>1.62</c:v>
                </c:pt>
                <c:pt idx="1081">
                  <c:v>1.6215</c:v>
                </c:pt>
                <c:pt idx="1082">
                  <c:v>1.623</c:v>
                </c:pt>
                <c:pt idx="1083">
                  <c:v>1.6245</c:v>
                </c:pt>
                <c:pt idx="1084">
                  <c:v>1.626</c:v>
                </c:pt>
                <c:pt idx="1085">
                  <c:v>1.6275</c:v>
                </c:pt>
                <c:pt idx="1086">
                  <c:v>1.629</c:v>
                </c:pt>
                <c:pt idx="1087">
                  <c:v>1.6305</c:v>
                </c:pt>
                <c:pt idx="1088">
                  <c:v>1.632</c:v>
                </c:pt>
                <c:pt idx="1089">
                  <c:v>1.6335</c:v>
                </c:pt>
                <c:pt idx="1090">
                  <c:v>1.635</c:v>
                </c:pt>
                <c:pt idx="1091">
                  <c:v>1.6365</c:v>
                </c:pt>
                <c:pt idx="1092">
                  <c:v>1.638</c:v>
                </c:pt>
                <c:pt idx="1093">
                  <c:v>1.6395</c:v>
                </c:pt>
                <c:pt idx="1094">
                  <c:v>1.641</c:v>
                </c:pt>
                <c:pt idx="1095">
                  <c:v>1.6425</c:v>
                </c:pt>
                <c:pt idx="1096">
                  <c:v>1.644</c:v>
                </c:pt>
                <c:pt idx="1097">
                  <c:v>1.6455</c:v>
                </c:pt>
                <c:pt idx="1098">
                  <c:v>1.647</c:v>
                </c:pt>
                <c:pt idx="1099">
                  <c:v>1.6485</c:v>
                </c:pt>
                <c:pt idx="1100">
                  <c:v>1.65</c:v>
                </c:pt>
                <c:pt idx="1101">
                  <c:v>1.6515</c:v>
                </c:pt>
                <c:pt idx="1102">
                  <c:v>1.653</c:v>
                </c:pt>
                <c:pt idx="1103">
                  <c:v>1.6545</c:v>
                </c:pt>
                <c:pt idx="1104">
                  <c:v>1.656</c:v>
                </c:pt>
                <c:pt idx="1105">
                  <c:v>1.6575</c:v>
                </c:pt>
                <c:pt idx="1106">
                  <c:v>1.659</c:v>
                </c:pt>
                <c:pt idx="1107">
                  <c:v>1.6605</c:v>
                </c:pt>
                <c:pt idx="1108">
                  <c:v>1.662</c:v>
                </c:pt>
                <c:pt idx="1109">
                  <c:v>1.6635</c:v>
                </c:pt>
                <c:pt idx="1110">
                  <c:v>1.665</c:v>
                </c:pt>
                <c:pt idx="1111">
                  <c:v>1.6665</c:v>
                </c:pt>
                <c:pt idx="1112">
                  <c:v>1.668</c:v>
                </c:pt>
                <c:pt idx="1113">
                  <c:v>1.6695</c:v>
                </c:pt>
                <c:pt idx="1114">
                  <c:v>1.671</c:v>
                </c:pt>
                <c:pt idx="1115">
                  <c:v>1.6725</c:v>
                </c:pt>
                <c:pt idx="1116">
                  <c:v>1.674</c:v>
                </c:pt>
                <c:pt idx="1117">
                  <c:v>1.6755</c:v>
                </c:pt>
                <c:pt idx="1118">
                  <c:v>1.677</c:v>
                </c:pt>
                <c:pt idx="1119">
                  <c:v>1.6785</c:v>
                </c:pt>
                <c:pt idx="1120">
                  <c:v>1.68</c:v>
                </c:pt>
                <c:pt idx="1121">
                  <c:v>1.6815</c:v>
                </c:pt>
                <c:pt idx="1122">
                  <c:v>1.683</c:v>
                </c:pt>
                <c:pt idx="1123">
                  <c:v>1.6845</c:v>
                </c:pt>
                <c:pt idx="1124">
                  <c:v>1.686</c:v>
                </c:pt>
                <c:pt idx="1125">
                  <c:v>1.6875</c:v>
                </c:pt>
                <c:pt idx="1126">
                  <c:v>1.689</c:v>
                </c:pt>
                <c:pt idx="1127">
                  <c:v>1.6905</c:v>
                </c:pt>
                <c:pt idx="1128">
                  <c:v>1.692</c:v>
                </c:pt>
                <c:pt idx="1129">
                  <c:v>1.6935</c:v>
                </c:pt>
                <c:pt idx="1130">
                  <c:v>1.695</c:v>
                </c:pt>
                <c:pt idx="1131">
                  <c:v>1.6965</c:v>
                </c:pt>
                <c:pt idx="1132">
                  <c:v>1.698</c:v>
                </c:pt>
                <c:pt idx="1133">
                  <c:v>1.6995</c:v>
                </c:pt>
                <c:pt idx="1134">
                  <c:v>1.701</c:v>
                </c:pt>
                <c:pt idx="1135">
                  <c:v>1.7025</c:v>
                </c:pt>
                <c:pt idx="1136">
                  <c:v>1.704</c:v>
                </c:pt>
                <c:pt idx="1137">
                  <c:v>1.7055</c:v>
                </c:pt>
                <c:pt idx="1138">
                  <c:v>1.707</c:v>
                </c:pt>
                <c:pt idx="1139">
                  <c:v>1.7085</c:v>
                </c:pt>
                <c:pt idx="1140">
                  <c:v>1.71</c:v>
                </c:pt>
                <c:pt idx="1141">
                  <c:v>1.7115</c:v>
                </c:pt>
                <c:pt idx="1142">
                  <c:v>1.713</c:v>
                </c:pt>
                <c:pt idx="1143">
                  <c:v>1.7145</c:v>
                </c:pt>
                <c:pt idx="1144">
                  <c:v>1.716</c:v>
                </c:pt>
                <c:pt idx="1145">
                  <c:v>1.7175</c:v>
                </c:pt>
                <c:pt idx="1146">
                  <c:v>1.719</c:v>
                </c:pt>
                <c:pt idx="1147">
                  <c:v>1.7205</c:v>
                </c:pt>
                <c:pt idx="1148">
                  <c:v>1.722</c:v>
                </c:pt>
                <c:pt idx="1149">
                  <c:v>1.7235</c:v>
                </c:pt>
                <c:pt idx="1150">
                  <c:v>1.725</c:v>
                </c:pt>
                <c:pt idx="1151">
                  <c:v>1.7265</c:v>
                </c:pt>
                <c:pt idx="1152">
                  <c:v>1.728</c:v>
                </c:pt>
                <c:pt idx="1153">
                  <c:v>1.7295</c:v>
                </c:pt>
                <c:pt idx="1154">
                  <c:v>1.731</c:v>
                </c:pt>
                <c:pt idx="1155">
                  <c:v>1.7325</c:v>
                </c:pt>
                <c:pt idx="1156">
                  <c:v>1.734</c:v>
                </c:pt>
                <c:pt idx="1157">
                  <c:v>1.7355</c:v>
                </c:pt>
                <c:pt idx="1158">
                  <c:v>1.737</c:v>
                </c:pt>
                <c:pt idx="1159">
                  <c:v>1.7385</c:v>
                </c:pt>
                <c:pt idx="1160">
                  <c:v>1.74</c:v>
                </c:pt>
                <c:pt idx="1161">
                  <c:v>1.7415</c:v>
                </c:pt>
                <c:pt idx="1162">
                  <c:v>1.743</c:v>
                </c:pt>
                <c:pt idx="1163">
                  <c:v>1.7445</c:v>
                </c:pt>
                <c:pt idx="1164">
                  <c:v>1.746</c:v>
                </c:pt>
                <c:pt idx="1165">
                  <c:v>1.7475</c:v>
                </c:pt>
                <c:pt idx="1166">
                  <c:v>1.749</c:v>
                </c:pt>
                <c:pt idx="1167">
                  <c:v>1.7505</c:v>
                </c:pt>
                <c:pt idx="1168">
                  <c:v>1.752</c:v>
                </c:pt>
                <c:pt idx="1169">
                  <c:v>1.7535</c:v>
                </c:pt>
                <c:pt idx="1170">
                  <c:v>1.755</c:v>
                </c:pt>
                <c:pt idx="1171">
                  <c:v>1.7565</c:v>
                </c:pt>
                <c:pt idx="1172">
                  <c:v>1.758</c:v>
                </c:pt>
                <c:pt idx="1173">
                  <c:v>1.7595</c:v>
                </c:pt>
                <c:pt idx="1174">
                  <c:v>1.761</c:v>
                </c:pt>
                <c:pt idx="1175">
                  <c:v>1.7625</c:v>
                </c:pt>
                <c:pt idx="1176">
                  <c:v>1.764</c:v>
                </c:pt>
                <c:pt idx="1177">
                  <c:v>1.7655</c:v>
                </c:pt>
                <c:pt idx="1178">
                  <c:v>1.767</c:v>
                </c:pt>
                <c:pt idx="1179">
                  <c:v>1.7685</c:v>
                </c:pt>
                <c:pt idx="1180">
                  <c:v>1.77</c:v>
                </c:pt>
                <c:pt idx="1181">
                  <c:v>1.7715</c:v>
                </c:pt>
                <c:pt idx="1182">
                  <c:v>1.773</c:v>
                </c:pt>
                <c:pt idx="1183">
                  <c:v>1.7745</c:v>
                </c:pt>
                <c:pt idx="1184">
                  <c:v>1.776</c:v>
                </c:pt>
                <c:pt idx="1185">
                  <c:v>1.7775</c:v>
                </c:pt>
                <c:pt idx="1186">
                  <c:v>1.779</c:v>
                </c:pt>
                <c:pt idx="1187">
                  <c:v>1.7805</c:v>
                </c:pt>
                <c:pt idx="1188">
                  <c:v>1.782</c:v>
                </c:pt>
                <c:pt idx="1189">
                  <c:v>1.7835</c:v>
                </c:pt>
                <c:pt idx="1190">
                  <c:v>1.785</c:v>
                </c:pt>
                <c:pt idx="1191">
                  <c:v>1.7865</c:v>
                </c:pt>
                <c:pt idx="1192">
                  <c:v>1.788</c:v>
                </c:pt>
                <c:pt idx="1193">
                  <c:v>1.7895</c:v>
                </c:pt>
                <c:pt idx="1194">
                  <c:v>1.791</c:v>
                </c:pt>
                <c:pt idx="1195">
                  <c:v>1.7925</c:v>
                </c:pt>
                <c:pt idx="1196">
                  <c:v>1.794</c:v>
                </c:pt>
                <c:pt idx="1197">
                  <c:v>1.7955</c:v>
                </c:pt>
                <c:pt idx="1198">
                  <c:v>1.797</c:v>
                </c:pt>
                <c:pt idx="1199">
                  <c:v>1.7985</c:v>
                </c:pt>
                <c:pt idx="1200">
                  <c:v>1.8</c:v>
                </c:pt>
                <c:pt idx="1201">
                  <c:v>1.8015</c:v>
                </c:pt>
                <c:pt idx="1202">
                  <c:v>1.803</c:v>
                </c:pt>
                <c:pt idx="1203">
                  <c:v>1.8045</c:v>
                </c:pt>
                <c:pt idx="1204">
                  <c:v>1.806</c:v>
                </c:pt>
                <c:pt idx="1205">
                  <c:v>1.8075</c:v>
                </c:pt>
                <c:pt idx="1206">
                  <c:v>1.809</c:v>
                </c:pt>
                <c:pt idx="1207">
                  <c:v>1.8105</c:v>
                </c:pt>
                <c:pt idx="1208">
                  <c:v>1.812</c:v>
                </c:pt>
                <c:pt idx="1209">
                  <c:v>1.8135</c:v>
                </c:pt>
                <c:pt idx="1210">
                  <c:v>1.815</c:v>
                </c:pt>
                <c:pt idx="1211">
                  <c:v>1.8165</c:v>
                </c:pt>
                <c:pt idx="1212">
                  <c:v>1.818</c:v>
                </c:pt>
                <c:pt idx="1213">
                  <c:v>1.8195</c:v>
                </c:pt>
                <c:pt idx="1214">
                  <c:v>1.821</c:v>
                </c:pt>
                <c:pt idx="1215">
                  <c:v>1.8225</c:v>
                </c:pt>
                <c:pt idx="1216">
                  <c:v>1.824</c:v>
                </c:pt>
                <c:pt idx="1217">
                  <c:v>1.8255</c:v>
                </c:pt>
                <c:pt idx="1218">
                  <c:v>1.827</c:v>
                </c:pt>
                <c:pt idx="1219">
                  <c:v>1.8285</c:v>
                </c:pt>
                <c:pt idx="1220">
                  <c:v>1.83</c:v>
                </c:pt>
                <c:pt idx="1221">
                  <c:v>1.8315</c:v>
                </c:pt>
                <c:pt idx="1222">
                  <c:v>1.833</c:v>
                </c:pt>
                <c:pt idx="1223">
                  <c:v>1.8345</c:v>
                </c:pt>
                <c:pt idx="1224">
                  <c:v>1.836</c:v>
                </c:pt>
                <c:pt idx="1225">
                  <c:v>1.8375</c:v>
                </c:pt>
                <c:pt idx="1226">
                  <c:v>1.839</c:v>
                </c:pt>
                <c:pt idx="1227">
                  <c:v>1.8405</c:v>
                </c:pt>
                <c:pt idx="1228">
                  <c:v>1.842</c:v>
                </c:pt>
                <c:pt idx="1229">
                  <c:v>1.8435</c:v>
                </c:pt>
                <c:pt idx="1230">
                  <c:v>1.845</c:v>
                </c:pt>
                <c:pt idx="1231">
                  <c:v>1.8465</c:v>
                </c:pt>
                <c:pt idx="1232">
                  <c:v>1.848</c:v>
                </c:pt>
                <c:pt idx="1233">
                  <c:v>1.8495</c:v>
                </c:pt>
                <c:pt idx="1234">
                  <c:v>1.851</c:v>
                </c:pt>
                <c:pt idx="1235">
                  <c:v>1.8525</c:v>
                </c:pt>
                <c:pt idx="1236">
                  <c:v>1.854</c:v>
                </c:pt>
                <c:pt idx="1237">
                  <c:v>1.8555</c:v>
                </c:pt>
                <c:pt idx="1238">
                  <c:v>1.857</c:v>
                </c:pt>
                <c:pt idx="1239">
                  <c:v>1.8585</c:v>
                </c:pt>
                <c:pt idx="1240">
                  <c:v>1.86</c:v>
                </c:pt>
                <c:pt idx="1241">
                  <c:v>1.8615</c:v>
                </c:pt>
                <c:pt idx="1242">
                  <c:v>1.863</c:v>
                </c:pt>
                <c:pt idx="1243">
                  <c:v>1.8645</c:v>
                </c:pt>
                <c:pt idx="1244">
                  <c:v>1.866</c:v>
                </c:pt>
                <c:pt idx="1245">
                  <c:v>1.8675</c:v>
                </c:pt>
                <c:pt idx="1246">
                  <c:v>1.869</c:v>
                </c:pt>
                <c:pt idx="1247">
                  <c:v>1.8705</c:v>
                </c:pt>
                <c:pt idx="1248">
                  <c:v>1.872</c:v>
                </c:pt>
                <c:pt idx="1249">
                  <c:v>1.8735</c:v>
                </c:pt>
                <c:pt idx="1250">
                  <c:v>1.875</c:v>
                </c:pt>
                <c:pt idx="1251">
                  <c:v>1.8765</c:v>
                </c:pt>
                <c:pt idx="1252">
                  <c:v>1.878</c:v>
                </c:pt>
                <c:pt idx="1253">
                  <c:v>1.8795</c:v>
                </c:pt>
                <c:pt idx="1254">
                  <c:v>1.881</c:v>
                </c:pt>
                <c:pt idx="1255">
                  <c:v>1.8825</c:v>
                </c:pt>
                <c:pt idx="1256">
                  <c:v>1.884</c:v>
                </c:pt>
                <c:pt idx="1257">
                  <c:v>1.8855</c:v>
                </c:pt>
                <c:pt idx="1258">
                  <c:v>1.887</c:v>
                </c:pt>
                <c:pt idx="1259">
                  <c:v>1.8885</c:v>
                </c:pt>
                <c:pt idx="1260">
                  <c:v>1.89</c:v>
                </c:pt>
                <c:pt idx="1261">
                  <c:v>1.8915</c:v>
                </c:pt>
                <c:pt idx="1262">
                  <c:v>1.893</c:v>
                </c:pt>
                <c:pt idx="1263">
                  <c:v>1.8945</c:v>
                </c:pt>
                <c:pt idx="1264">
                  <c:v>1.896</c:v>
                </c:pt>
                <c:pt idx="1265">
                  <c:v>1.8975</c:v>
                </c:pt>
                <c:pt idx="1266">
                  <c:v>1.899</c:v>
                </c:pt>
                <c:pt idx="1267">
                  <c:v>1.9005</c:v>
                </c:pt>
                <c:pt idx="1268">
                  <c:v>1.902</c:v>
                </c:pt>
                <c:pt idx="1269">
                  <c:v>1.9035</c:v>
                </c:pt>
                <c:pt idx="1270">
                  <c:v>1.905</c:v>
                </c:pt>
                <c:pt idx="1271">
                  <c:v>1.9065</c:v>
                </c:pt>
                <c:pt idx="1272">
                  <c:v>1.908</c:v>
                </c:pt>
                <c:pt idx="1273">
                  <c:v>1.9095</c:v>
                </c:pt>
                <c:pt idx="1274">
                  <c:v>1.911</c:v>
                </c:pt>
                <c:pt idx="1275">
                  <c:v>1.9125</c:v>
                </c:pt>
                <c:pt idx="1276">
                  <c:v>1.914</c:v>
                </c:pt>
                <c:pt idx="1277">
                  <c:v>1.9155</c:v>
                </c:pt>
                <c:pt idx="1278">
                  <c:v>1.917</c:v>
                </c:pt>
                <c:pt idx="1279">
                  <c:v>1.9185</c:v>
                </c:pt>
                <c:pt idx="1280">
                  <c:v>1.92</c:v>
                </c:pt>
                <c:pt idx="1281">
                  <c:v>1.9215</c:v>
                </c:pt>
                <c:pt idx="1282">
                  <c:v>1.923</c:v>
                </c:pt>
                <c:pt idx="1283">
                  <c:v>1.9245</c:v>
                </c:pt>
                <c:pt idx="1284">
                  <c:v>1.926</c:v>
                </c:pt>
                <c:pt idx="1285">
                  <c:v>1.9275</c:v>
                </c:pt>
                <c:pt idx="1286">
                  <c:v>1.929</c:v>
                </c:pt>
                <c:pt idx="1287">
                  <c:v>1.9305</c:v>
                </c:pt>
                <c:pt idx="1288">
                  <c:v>1.932</c:v>
                </c:pt>
                <c:pt idx="1289">
                  <c:v>1.9335</c:v>
                </c:pt>
                <c:pt idx="1290">
                  <c:v>1.935</c:v>
                </c:pt>
                <c:pt idx="1291">
                  <c:v>1.9365</c:v>
                </c:pt>
                <c:pt idx="1292">
                  <c:v>1.938</c:v>
                </c:pt>
                <c:pt idx="1293">
                  <c:v>1.9395</c:v>
                </c:pt>
                <c:pt idx="1294">
                  <c:v>1.941</c:v>
                </c:pt>
                <c:pt idx="1295">
                  <c:v>1.9425</c:v>
                </c:pt>
                <c:pt idx="1296">
                  <c:v>1.944</c:v>
                </c:pt>
                <c:pt idx="1297">
                  <c:v>1.9455</c:v>
                </c:pt>
                <c:pt idx="1298">
                  <c:v>1.947</c:v>
                </c:pt>
                <c:pt idx="1299">
                  <c:v>1.9485</c:v>
                </c:pt>
                <c:pt idx="1300">
                  <c:v>1.95</c:v>
                </c:pt>
                <c:pt idx="1301">
                  <c:v>1.9515</c:v>
                </c:pt>
                <c:pt idx="1302">
                  <c:v>1.953</c:v>
                </c:pt>
                <c:pt idx="1303">
                  <c:v>1.9545</c:v>
                </c:pt>
                <c:pt idx="1304">
                  <c:v>1.956</c:v>
                </c:pt>
                <c:pt idx="1305">
                  <c:v>1.9575</c:v>
                </c:pt>
                <c:pt idx="1306">
                  <c:v>1.959</c:v>
                </c:pt>
                <c:pt idx="1307">
                  <c:v>1.9605</c:v>
                </c:pt>
                <c:pt idx="1308">
                  <c:v>1.962</c:v>
                </c:pt>
                <c:pt idx="1309">
                  <c:v>1.9635</c:v>
                </c:pt>
                <c:pt idx="1310">
                  <c:v>1.965</c:v>
                </c:pt>
                <c:pt idx="1311">
                  <c:v>1.9665</c:v>
                </c:pt>
                <c:pt idx="1312">
                  <c:v>1.968</c:v>
                </c:pt>
                <c:pt idx="1313">
                  <c:v>1.9695</c:v>
                </c:pt>
                <c:pt idx="1314">
                  <c:v>1.971</c:v>
                </c:pt>
                <c:pt idx="1315">
                  <c:v>1.9725</c:v>
                </c:pt>
                <c:pt idx="1316">
                  <c:v>1.974</c:v>
                </c:pt>
                <c:pt idx="1317">
                  <c:v>1.9755</c:v>
                </c:pt>
                <c:pt idx="1318">
                  <c:v>1.977</c:v>
                </c:pt>
                <c:pt idx="1319">
                  <c:v>1.9785</c:v>
                </c:pt>
                <c:pt idx="1320">
                  <c:v>1.98</c:v>
                </c:pt>
                <c:pt idx="1321">
                  <c:v>1.9815</c:v>
                </c:pt>
                <c:pt idx="1322">
                  <c:v>1.983</c:v>
                </c:pt>
                <c:pt idx="1323">
                  <c:v>1.9845</c:v>
                </c:pt>
                <c:pt idx="1324">
                  <c:v>1.986</c:v>
                </c:pt>
                <c:pt idx="1325">
                  <c:v>1.9875</c:v>
                </c:pt>
                <c:pt idx="1326">
                  <c:v>1.989</c:v>
                </c:pt>
                <c:pt idx="1327">
                  <c:v>1.9905</c:v>
                </c:pt>
                <c:pt idx="1328">
                  <c:v>1.992</c:v>
                </c:pt>
                <c:pt idx="1329">
                  <c:v>1.9935</c:v>
                </c:pt>
                <c:pt idx="1330">
                  <c:v>1.995</c:v>
                </c:pt>
                <c:pt idx="1331">
                  <c:v>1.9965</c:v>
                </c:pt>
                <c:pt idx="1332">
                  <c:v>1.998</c:v>
                </c:pt>
                <c:pt idx="1333">
                  <c:v>1.9995</c:v>
                </c:pt>
                <c:pt idx="1334">
                  <c:v>2.001</c:v>
                </c:pt>
                <c:pt idx="1335">
                  <c:v>2.0025</c:v>
                </c:pt>
                <c:pt idx="1336">
                  <c:v>2.004</c:v>
                </c:pt>
                <c:pt idx="1337">
                  <c:v>2.0055</c:v>
                </c:pt>
                <c:pt idx="1338">
                  <c:v>2.007</c:v>
                </c:pt>
                <c:pt idx="1339">
                  <c:v>2.0085</c:v>
                </c:pt>
                <c:pt idx="1340">
                  <c:v>2.01</c:v>
                </c:pt>
                <c:pt idx="1341">
                  <c:v>2.0115</c:v>
                </c:pt>
                <c:pt idx="1342">
                  <c:v>2.013</c:v>
                </c:pt>
                <c:pt idx="1343">
                  <c:v>2.0145</c:v>
                </c:pt>
                <c:pt idx="1344">
                  <c:v>2.016</c:v>
                </c:pt>
                <c:pt idx="1345">
                  <c:v>2.0175</c:v>
                </c:pt>
                <c:pt idx="1346">
                  <c:v>2.019</c:v>
                </c:pt>
                <c:pt idx="1347">
                  <c:v>2.0205</c:v>
                </c:pt>
                <c:pt idx="1348">
                  <c:v>2.022</c:v>
                </c:pt>
                <c:pt idx="1349">
                  <c:v>2.0235</c:v>
                </c:pt>
                <c:pt idx="1350">
                  <c:v>2.025</c:v>
                </c:pt>
                <c:pt idx="1351">
                  <c:v>2.0265</c:v>
                </c:pt>
                <c:pt idx="1352">
                  <c:v>2.028</c:v>
                </c:pt>
                <c:pt idx="1353">
                  <c:v>2.0295</c:v>
                </c:pt>
                <c:pt idx="1354">
                  <c:v>2.031</c:v>
                </c:pt>
                <c:pt idx="1355">
                  <c:v>2.0325</c:v>
                </c:pt>
                <c:pt idx="1356">
                  <c:v>2.034</c:v>
                </c:pt>
                <c:pt idx="1357">
                  <c:v>2.0355</c:v>
                </c:pt>
                <c:pt idx="1358">
                  <c:v>2.037</c:v>
                </c:pt>
                <c:pt idx="1359">
                  <c:v>2.0385</c:v>
                </c:pt>
                <c:pt idx="1360">
                  <c:v>2.04</c:v>
                </c:pt>
                <c:pt idx="1361">
                  <c:v>2.0415</c:v>
                </c:pt>
                <c:pt idx="1362">
                  <c:v>2.043</c:v>
                </c:pt>
                <c:pt idx="1363">
                  <c:v>2.0445</c:v>
                </c:pt>
                <c:pt idx="1364">
                  <c:v>2.046</c:v>
                </c:pt>
                <c:pt idx="1365">
                  <c:v>2.0475</c:v>
                </c:pt>
                <c:pt idx="1366">
                  <c:v>2.049</c:v>
                </c:pt>
                <c:pt idx="1367">
                  <c:v>2.0505</c:v>
                </c:pt>
                <c:pt idx="1368">
                  <c:v>2.052</c:v>
                </c:pt>
                <c:pt idx="1369">
                  <c:v>2.0535</c:v>
                </c:pt>
                <c:pt idx="1370">
                  <c:v>2.055</c:v>
                </c:pt>
                <c:pt idx="1371">
                  <c:v>2.0565</c:v>
                </c:pt>
                <c:pt idx="1372">
                  <c:v>2.058</c:v>
                </c:pt>
                <c:pt idx="1373">
                  <c:v>2.0595</c:v>
                </c:pt>
                <c:pt idx="1374">
                  <c:v>2.061</c:v>
                </c:pt>
                <c:pt idx="1375">
                  <c:v>2.0625</c:v>
                </c:pt>
                <c:pt idx="1376">
                  <c:v>2.064</c:v>
                </c:pt>
                <c:pt idx="1377">
                  <c:v>2.0655</c:v>
                </c:pt>
                <c:pt idx="1378">
                  <c:v>2.067</c:v>
                </c:pt>
                <c:pt idx="1379">
                  <c:v>2.0685</c:v>
                </c:pt>
                <c:pt idx="1380">
                  <c:v>2.07</c:v>
                </c:pt>
                <c:pt idx="1381">
                  <c:v>2.0715</c:v>
                </c:pt>
                <c:pt idx="1382">
                  <c:v>2.073</c:v>
                </c:pt>
                <c:pt idx="1383">
                  <c:v>2.0745</c:v>
                </c:pt>
                <c:pt idx="1384">
                  <c:v>2.076</c:v>
                </c:pt>
                <c:pt idx="1385">
                  <c:v>2.0775</c:v>
                </c:pt>
                <c:pt idx="1386">
                  <c:v>2.079</c:v>
                </c:pt>
                <c:pt idx="1387">
                  <c:v>2.0805</c:v>
                </c:pt>
                <c:pt idx="1388">
                  <c:v>2.082</c:v>
                </c:pt>
                <c:pt idx="1389">
                  <c:v>2.0835</c:v>
                </c:pt>
                <c:pt idx="1390">
                  <c:v>2.085</c:v>
                </c:pt>
                <c:pt idx="1391">
                  <c:v>2.0865</c:v>
                </c:pt>
                <c:pt idx="1392">
                  <c:v>2.088</c:v>
                </c:pt>
                <c:pt idx="1393">
                  <c:v>2.0895</c:v>
                </c:pt>
                <c:pt idx="1394">
                  <c:v>2.091</c:v>
                </c:pt>
                <c:pt idx="1395">
                  <c:v>2.0925</c:v>
                </c:pt>
                <c:pt idx="1396">
                  <c:v>2.094</c:v>
                </c:pt>
                <c:pt idx="1397">
                  <c:v>2.0955</c:v>
                </c:pt>
                <c:pt idx="1398">
                  <c:v>2.097</c:v>
                </c:pt>
                <c:pt idx="1399">
                  <c:v>2.0985</c:v>
                </c:pt>
                <c:pt idx="1400">
                  <c:v>2.1</c:v>
                </c:pt>
                <c:pt idx="1401">
                  <c:v>2.1015</c:v>
                </c:pt>
                <c:pt idx="1402">
                  <c:v>2.103</c:v>
                </c:pt>
                <c:pt idx="1403">
                  <c:v>2.1045</c:v>
                </c:pt>
                <c:pt idx="1404">
                  <c:v>2.106</c:v>
                </c:pt>
                <c:pt idx="1405">
                  <c:v>2.1075</c:v>
                </c:pt>
                <c:pt idx="1406">
                  <c:v>2.109</c:v>
                </c:pt>
                <c:pt idx="1407">
                  <c:v>2.1105</c:v>
                </c:pt>
                <c:pt idx="1408">
                  <c:v>2.112</c:v>
                </c:pt>
                <c:pt idx="1409">
                  <c:v>2.1135</c:v>
                </c:pt>
                <c:pt idx="1410">
                  <c:v>2.115</c:v>
                </c:pt>
                <c:pt idx="1411">
                  <c:v>2.1165</c:v>
                </c:pt>
                <c:pt idx="1412">
                  <c:v>2.118</c:v>
                </c:pt>
                <c:pt idx="1413">
                  <c:v>2.1195</c:v>
                </c:pt>
                <c:pt idx="1414">
                  <c:v>2.121</c:v>
                </c:pt>
                <c:pt idx="1415">
                  <c:v>2.1225</c:v>
                </c:pt>
                <c:pt idx="1416">
                  <c:v>2.124</c:v>
                </c:pt>
                <c:pt idx="1417">
                  <c:v>2.1255</c:v>
                </c:pt>
                <c:pt idx="1418">
                  <c:v>2.127</c:v>
                </c:pt>
                <c:pt idx="1419">
                  <c:v>2.1285</c:v>
                </c:pt>
                <c:pt idx="1420">
                  <c:v>2.13</c:v>
                </c:pt>
                <c:pt idx="1421">
                  <c:v>2.1315</c:v>
                </c:pt>
                <c:pt idx="1422">
                  <c:v>2.133</c:v>
                </c:pt>
                <c:pt idx="1423">
                  <c:v>2.1345</c:v>
                </c:pt>
                <c:pt idx="1424">
                  <c:v>2.136</c:v>
                </c:pt>
                <c:pt idx="1425">
                  <c:v>2.1375</c:v>
                </c:pt>
                <c:pt idx="1426">
                  <c:v>2.139</c:v>
                </c:pt>
                <c:pt idx="1427">
                  <c:v>2.1405</c:v>
                </c:pt>
                <c:pt idx="1428">
                  <c:v>2.142</c:v>
                </c:pt>
                <c:pt idx="1429">
                  <c:v>2.1435</c:v>
                </c:pt>
                <c:pt idx="1430">
                  <c:v>2.145</c:v>
                </c:pt>
                <c:pt idx="1431">
                  <c:v>2.1465</c:v>
                </c:pt>
                <c:pt idx="1432">
                  <c:v>2.148</c:v>
                </c:pt>
                <c:pt idx="1433">
                  <c:v>2.1495</c:v>
                </c:pt>
                <c:pt idx="1434">
                  <c:v>2.151</c:v>
                </c:pt>
                <c:pt idx="1435">
                  <c:v>2.1525</c:v>
                </c:pt>
                <c:pt idx="1436">
                  <c:v>2.154</c:v>
                </c:pt>
                <c:pt idx="1437">
                  <c:v>2.1555</c:v>
                </c:pt>
                <c:pt idx="1438">
                  <c:v>2.157</c:v>
                </c:pt>
                <c:pt idx="1439">
                  <c:v>2.1585</c:v>
                </c:pt>
                <c:pt idx="1440">
                  <c:v>2.16</c:v>
                </c:pt>
                <c:pt idx="1441">
                  <c:v>2.1615</c:v>
                </c:pt>
                <c:pt idx="1442">
                  <c:v>2.163</c:v>
                </c:pt>
                <c:pt idx="1443">
                  <c:v>2.1645</c:v>
                </c:pt>
                <c:pt idx="1444">
                  <c:v>2.166</c:v>
                </c:pt>
                <c:pt idx="1445">
                  <c:v>2.1675</c:v>
                </c:pt>
                <c:pt idx="1446">
                  <c:v>2.169</c:v>
                </c:pt>
                <c:pt idx="1447">
                  <c:v>2.1705</c:v>
                </c:pt>
                <c:pt idx="1448">
                  <c:v>2.172</c:v>
                </c:pt>
                <c:pt idx="1449">
                  <c:v>2.1735</c:v>
                </c:pt>
                <c:pt idx="1450">
                  <c:v>2.175</c:v>
                </c:pt>
                <c:pt idx="1451">
                  <c:v>2.1765</c:v>
                </c:pt>
                <c:pt idx="1452">
                  <c:v>2.178</c:v>
                </c:pt>
                <c:pt idx="1453">
                  <c:v>2.1795</c:v>
                </c:pt>
                <c:pt idx="1454">
                  <c:v>2.181</c:v>
                </c:pt>
                <c:pt idx="1455">
                  <c:v>2.1825</c:v>
                </c:pt>
                <c:pt idx="1456">
                  <c:v>2.184</c:v>
                </c:pt>
                <c:pt idx="1457">
                  <c:v>2.1855</c:v>
                </c:pt>
                <c:pt idx="1458">
                  <c:v>2.187</c:v>
                </c:pt>
                <c:pt idx="1459">
                  <c:v>2.1885</c:v>
                </c:pt>
                <c:pt idx="1460">
                  <c:v>2.19</c:v>
                </c:pt>
                <c:pt idx="1461">
                  <c:v>2.1915</c:v>
                </c:pt>
                <c:pt idx="1462">
                  <c:v>2.193</c:v>
                </c:pt>
                <c:pt idx="1463">
                  <c:v>2.1945</c:v>
                </c:pt>
                <c:pt idx="1464">
                  <c:v>2.196</c:v>
                </c:pt>
                <c:pt idx="1465">
                  <c:v>2.1975</c:v>
                </c:pt>
                <c:pt idx="1466">
                  <c:v>2.199</c:v>
                </c:pt>
                <c:pt idx="1467">
                  <c:v>2.2005</c:v>
                </c:pt>
                <c:pt idx="1468">
                  <c:v>2.202</c:v>
                </c:pt>
                <c:pt idx="1469">
                  <c:v>2.2035</c:v>
                </c:pt>
                <c:pt idx="1470">
                  <c:v>2.205</c:v>
                </c:pt>
                <c:pt idx="1471">
                  <c:v>2.2065</c:v>
                </c:pt>
                <c:pt idx="1472">
                  <c:v>2.208</c:v>
                </c:pt>
                <c:pt idx="1473">
                  <c:v>2.2095</c:v>
                </c:pt>
                <c:pt idx="1474">
                  <c:v>2.211</c:v>
                </c:pt>
                <c:pt idx="1475">
                  <c:v>2.2125</c:v>
                </c:pt>
                <c:pt idx="1476">
                  <c:v>2.214</c:v>
                </c:pt>
                <c:pt idx="1477">
                  <c:v>2.2155</c:v>
                </c:pt>
                <c:pt idx="1478">
                  <c:v>2.217</c:v>
                </c:pt>
                <c:pt idx="1479">
                  <c:v>2.2185</c:v>
                </c:pt>
                <c:pt idx="1480">
                  <c:v>2.22</c:v>
                </c:pt>
                <c:pt idx="1481">
                  <c:v>2.2215</c:v>
                </c:pt>
                <c:pt idx="1482">
                  <c:v>2.223</c:v>
                </c:pt>
                <c:pt idx="1483">
                  <c:v>2.2245</c:v>
                </c:pt>
                <c:pt idx="1484">
                  <c:v>2.226</c:v>
                </c:pt>
                <c:pt idx="1485">
                  <c:v>2.2275</c:v>
                </c:pt>
                <c:pt idx="1486">
                  <c:v>2.229</c:v>
                </c:pt>
                <c:pt idx="1487">
                  <c:v>2.2305</c:v>
                </c:pt>
                <c:pt idx="1488">
                  <c:v>2.232</c:v>
                </c:pt>
                <c:pt idx="1489">
                  <c:v>2.2335</c:v>
                </c:pt>
                <c:pt idx="1490">
                  <c:v>2.235</c:v>
                </c:pt>
                <c:pt idx="1491">
                  <c:v>2.2365</c:v>
                </c:pt>
                <c:pt idx="1492">
                  <c:v>2.238</c:v>
                </c:pt>
                <c:pt idx="1493">
                  <c:v>2.2395</c:v>
                </c:pt>
                <c:pt idx="1494">
                  <c:v>2.241</c:v>
                </c:pt>
                <c:pt idx="1495">
                  <c:v>2.2425</c:v>
                </c:pt>
                <c:pt idx="1496">
                  <c:v>2.244</c:v>
                </c:pt>
                <c:pt idx="1497">
                  <c:v>2.2455</c:v>
                </c:pt>
                <c:pt idx="1498">
                  <c:v>2.247</c:v>
                </c:pt>
                <c:pt idx="1499">
                  <c:v>2.2485</c:v>
                </c:pt>
                <c:pt idx="1500">
                  <c:v>2.25</c:v>
                </c:pt>
                <c:pt idx="1501">
                  <c:v>2.2515</c:v>
                </c:pt>
                <c:pt idx="1502">
                  <c:v>2.253</c:v>
                </c:pt>
                <c:pt idx="1503">
                  <c:v>2.2545</c:v>
                </c:pt>
                <c:pt idx="1504">
                  <c:v>2.256</c:v>
                </c:pt>
                <c:pt idx="1505">
                  <c:v>2.2575</c:v>
                </c:pt>
                <c:pt idx="1506">
                  <c:v>2.259</c:v>
                </c:pt>
                <c:pt idx="1507">
                  <c:v>2.2605</c:v>
                </c:pt>
                <c:pt idx="1508">
                  <c:v>2.262</c:v>
                </c:pt>
                <c:pt idx="1509">
                  <c:v>2.2635</c:v>
                </c:pt>
                <c:pt idx="1510">
                  <c:v>2.265</c:v>
                </c:pt>
                <c:pt idx="1511">
                  <c:v>2.2665</c:v>
                </c:pt>
                <c:pt idx="1512">
                  <c:v>2.268</c:v>
                </c:pt>
                <c:pt idx="1513">
                  <c:v>2.2695</c:v>
                </c:pt>
                <c:pt idx="1514">
                  <c:v>2.271</c:v>
                </c:pt>
                <c:pt idx="1515">
                  <c:v>2.2725</c:v>
                </c:pt>
                <c:pt idx="1516">
                  <c:v>2.274</c:v>
                </c:pt>
                <c:pt idx="1517">
                  <c:v>2.2755</c:v>
                </c:pt>
                <c:pt idx="1518">
                  <c:v>2.277</c:v>
                </c:pt>
                <c:pt idx="1519">
                  <c:v>2.2785</c:v>
                </c:pt>
                <c:pt idx="1520">
                  <c:v>2.28</c:v>
                </c:pt>
                <c:pt idx="1521">
                  <c:v>2.2815</c:v>
                </c:pt>
                <c:pt idx="1522">
                  <c:v>2.283</c:v>
                </c:pt>
                <c:pt idx="1523">
                  <c:v>2.2845</c:v>
                </c:pt>
                <c:pt idx="1524">
                  <c:v>2.286</c:v>
                </c:pt>
                <c:pt idx="1525">
                  <c:v>2.2875</c:v>
                </c:pt>
                <c:pt idx="1526">
                  <c:v>2.289</c:v>
                </c:pt>
                <c:pt idx="1527">
                  <c:v>2.2905</c:v>
                </c:pt>
                <c:pt idx="1528">
                  <c:v>2.292</c:v>
                </c:pt>
                <c:pt idx="1529">
                  <c:v>2.2935</c:v>
                </c:pt>
                <c:pt idx="1530">
                  <c:v>2.295</c:v>
                </c:pt>
                <c:pt idx="1531">
                  <c:v>2.2965</c:v>
                </c:pt>
                <c:pt idx="1532">
                  <c:v>2.298</c:v>
                </c:pt>
                <c:pt idx="1533">
                  <c:v>2.2995</c:v>
                </c:pt>
                <c:pt idx="1534">
                  <c:v>2.301</c:v>
                </c:pt>
                <c:pt idx="1535">
                  <c:v>2.3025</c:v>
                </c:pt>
                <c:pt idx="1536">
                  <c:v>2.304</c:v>
                </c:pt>
                <c:pt idx="1537">
                  <c:v>2.3055</c:v>
                </c:pt>
                <c:pt idx="1538">
                  <c:v>2.307</c:v>
                </c:pt>
                <c:pt idx="1539">
                  <c:v>2.3085</c:v>
                </c:pt>
                <c:pt idx="1540">
                  <c:v>2.31</c:v>
                </c:pt>
                <c:pt idx="1541">
                  <c:v>2.3115</c:v>
                </c:pt>
                <c:pt idx="1542">
                  <c:v>2.313</c:v>
                </c:pt>
                <c:pt idx="1543">
                  <c:v>2.3145</c:v>
                </c:pt>
                <c:pt idx="1544">
                  <c:v>2.316</c:v>
                </c:pt>
                <c:pt idx="1545">
                  <c:v>2.3175</c:v>
                </c:pt>
                <c:pt idx="1546">
                  <c:v>2.319</c:v>
                </c:pt>
                <c:pt idx="1547">
                  <c:v>2.3205</c:v>
                </c:pt>
                <c:pt idx="1548">
                  <c:v>2.322</c:v>
                </c:pt>
                <c:pt idx="1549">
                  <c:v>2.3235</c:v>
                </c:pt>
                <c:pt idx="1550">
                  <c:v>2.325</c:v>
                </c:pt>
                <c:pt idx="1551">
                  <c:v>2.3265</c:v>
                </c:pt>
                <c:pt idx="1552">
                  <c:v>2.328</c:v>
                </c:pt>
                <c:pt idx="1553">
                  <c:v>2.3295</c:v>
                </c:pt>
                <c:pt idx="1554">
                  <c:v>2.331</c:v>
                </c:pt>
                <c:pt idx="1555">
                  <c:v>2.3325</c:v>
                </c:pt>
                <c:pt idx="1556">
                  <c:v>2.334</c:v>
                </c:pt>
                <c:pt idx="1557">
                  <c:v>2.3355</c:v>
                </c:pt>
                <c:pt idx="1558">
                  <c:v>2.337</c:v>
                </c:pt>
                <c:pt idx="1559">
                  <c:v>2.3385</c:v>
                </c:pt>
                <c:pt idx="1560">
                  <c:v>2.34</c:v>
                </c:pt>
                <c:pt idx="1561">
                  <c:v>2.3415</c:v>
                </c:pt>
                <c:pt idx="1562">
                  <c:v>2.343</c:v>
                </c:pt>
                <c:pt idx="1563">
                  <c:v>2.3445</c:v>
                </c:pt>
                <c:pt idx="1564">
                  <c:v>2.346</c:v>
                </c:pt>
                <c:pt idx="1565">
                  <c:v>2.3475</c:v>
                </c:pt>
                <c:pt idx="1566">
                  <c:v>2.349</c:v>
                </c:pt>
                <c:pt idx="1567">
                  <c:v>2.3505</c:v>
                </c:pt>
                <c:pt idx="1568">
                  <c:v>2.352</c:v>
                </c:pt>
                <c:pt idx="1569">
                  <c:v>2.3535</c:v>
                </c:pt>
                <c:pt idx="1570">
                  <c:v>2.355</c:v>
                </c:pt>
                <c:pt idx="1571">
                  <c:v>2.3565</c:v>
                </c:pt>
                <c:pt idx="1572">
                  <c:v>2.358</c:v>
                </c:pt>
                <c:pt idx="1573">
                  <c:v>2.3595</c:v>
                </c:pt>
                <c:pt idx="1574">
                  <c:v>2.361</c:v>
                </c:pt>
                <c:pt idx="1575">
                  <c:v>2.3625</c:v>
                </c:pt>
                <c:pt idx="1576">
                  <c:v>2.364</c:v>
                </c:pt>
                <c:pt idx="1577">
                  <c:v>2.3655</c:v>
                </c:pt>
                <c:pt idx="1578">
                  <c:v>2.367</c:v>
                </c:pt>
                <c:pt idx="1579">
                  <c:v>2.3685</c:v>
                </c:pt>
                <c:pt idx="1580">
                  <c:v>2.37</c:v>
                </c:pt>
                <c:pt idx="1581">
                  <c:v>2.3715</c:v>
                </c:pt>
                <c:pt idx="1582">
                  <c:v>2.373</c:v>
                </c:pt>
                <c:pt idx="1583">
                  <c:v>2.3745</c:v>
                </c:pt>
                <c:pt idx="1584">
                  <c:v>2.376</c:v>
                </c:pt>
                <c:pt idx="1585">
                  <c:v>2.3775</c:v>
                </c:pt>
                <c:pt idx="1586">
                  <c:v>2.379</c:v>
                </c:pt>
                <c:pt idx="1587">
                  <c:v>2.3805</c:v>
                </c:pt>
                <c:pt idx="1588">
                  <c:v>2.382</c:v>
                </c:pt>
                <c:pt idx="1589">
                  <c:v>2.3835</c:v>
                </c:pt>
                <c:pt idx="1590">
                  <c:v>2.385</c:v>
                </c:pt>
                <c:pt idx="1591">
                  <c:v>2.3865</c:v>
                </c:pt>
                <c:pt idx="1592">
                  <c:v>2.388</c:v>
                </c:pt>
                <c:pt idx="1593">
                  <c:v>2.3895</c:v>
                </c:pt>
                <c:pt idx="1594">
                  <c:v>2.391</c:v>
                </c:pt>
                <c:pt idx="1595">
                  <c:v>2.3925</c:v>
                </c:pt>
                <c:pt idx="1596">
                  <c:v>2.394</c:v>
                </c:pt>
                <c:pt idx="1597">
                  <c:v>2.3955</c:v>
                </c:pt>
                <c:pt idx="1598">
                  <c:v>2.397</c:v>
                </c:pt>
                <c:pt idx="1599">
                  <c:v>2.3985</c:v>
                </c:pt>
                <c:pt idx="1600">
                  <c:v>2.4</c:v>
                </c:pt>
                <c:pt idx="1601">
                  <c:v>2.4015</c:v>
                </c:pt>
                <c:pt idx="1602">
                  <c:v>2.403</c:v>
                </c:pt>
                <c:pt idx="1603">
                  <c:v>2.4045</c:v>
                </c:pt>
                <c:pt idx="1604">
                  <c:v>2.406</c:v>
                </c:pt>
                <c:pt idx="1605">
                  <c:v>2.4075</c:v>
                </c:pt>
                <c:pt idx="1606">
                  <c:v>2.409</c:v>
                </c:pt>
                <c:pt idx="1607">
                  <c:v>2.4105</c:v>
                </c:pt>
                <c:pt idx="1608">
                  <c:v>2.412</c:v>
                </c:pt>
                <c:pt idx="1609">
                  <c:v>2.4135</c:v>
                </c:pt>
                <c:pt idx="1610">
                  <c:v>2.415</c:v>
                </c:pt>
                <c:pt idx="1611">
                  <c:v>2.4165</c:v>
                </c:pt>
                <c:pt idx="1612">
                  <c:v>2.418</c:v>
                </c:pt>
                <c:pt idx="1613">
                  <c:v>2.4195</c:v>
                </c:pt>
                <c:pt idx="1614">
                  <c:v>2.421</c:v>
                </c:pt>
                <c:pt idx="1615">
                  <c:v>2.4225</c:v>
                </c:pt>
                <c:pt idx="1616">
                  <c:v>2.424</c:v>
                </c:pt>
                <c:pt idx="1617">
                  <c:v>2.4255</c:v>
                </c:pt>
                <c:pt idx="1618">
                  <c:v>2.427</c:v>
                </c:pt>
                <c:pt idx="1619">
                  <c:v>2.4285</c:v>
                </c:pt>
                <c:pt idx="1620">
                  <c:v>2.43</c:v>
                </c:pt>
                <c:pt idx="1621">
                  <c:v>2.4315</c:v>
                </c:pt>
                <c:pt idx="1622">
                  <c:v>2.433</c:v>
                </c:pt>
                <c:pt idx="1623">
                  <c:v>2.4345</c:v>
                </c:pt>
                <c:pt idx="1624">
                  <c:v>2.436</c:v>
                </c:pt>
                <c:pt idx="1625">
                  <c:v>2.4375</c:v>
                </c:pt>
                <c:pt idx="1626">
                  <c:v>2.439</c:v>
                </c:pt>
                <c:pt idx="1627">
                  <c:v>2.4405</c:v>
                </c:pt>
                <c:pt idx="1628">
                  <c:v>2.442</c:v>
                </c:pt>
                <c:pt idx="1629">
                  <c:v>2.4435</c:v>
                </c:pt>
                <c:pt idx="1630">
                  <c:v>2.445</c:v>
                </c:pt>
                <c:pt idx="1631">
                  <c:v>2.4465</c:v>
                </c:pt>
                <c:pt idx="1632">
                  <c:v>2.448</c:v>
                </c:pt>
                <c:pt idx="1633">
                  <c:v>2.4495</c:v>
                </c:pt>
                <c:pt idx="1634">
                  <c:v>2.451</c:v>
                </c:pt>
                <c:pt idx="1635">
                  <c:v>2.4525</c:v>
                </c:pt>
                <c:pt idx="1636">
                  <c:v>2.454</c:v>
                </c:pt>
                <c:pt idx="1637">
                  <c:v>2.4555</c:v>
                </c:pt>
                <c:pt idx="1638">
                  <c:v>2.457</c:v>
                </c:pt>
                <c:pt idx="1639">
                  <c:v>2.4585</c:v>
                </c:pt>
                <c:pt idx="1640">
                  <c:v>2.46</c:v>
                </c:pt>
                <c:pt idx="1641">
                  <c:v>2.4615</c:v>
                </c:pt>
                <c:pt idx="1642">
                  <c:v>2.463</c:v>
                </c:pt>
                <c:pt idx="1643">
                  <c:v>2.4645</c:v>
                </c:pt>
                <c:pt idx="1644">
                  <c:v>2.466</c:v>
                </c:pt>
                <c:pt idx="1645">
                  <c:v>2.4675</c:v>
                </c:pt>
                <c:pt idx="1646">
                  <c:v>2.469</c:v>
                </c:pt>
                <c:pt idx="1647">
                  <c:v>2.4705</c:v>
                </c:pt>
                <c:pt idx="1648">
                  <c:v>2.472</c:v>
                </c:pt>
                <c:pt idx="1649">
                  <c:v>2.4735</c:v>
                </c:pt>
                <c:pt idx="1650">
                  <c:v>2.475</c:v>
                </c:pt>
                <c:pt idx="1651">
                  <c:v>2.4765</c:v>
                </c:pt>
                <c:pt idx="1652">
                  <c:v>2.478</c:v>
                </c:pt>
                <c:pt idx="1653">
                  <c:v>2.4795</c:v>
                </c:pt>
                <c:pt idx="1654">
                  <c:v>2.481</c:v>
                </c:pt>
                <c:pt idx="1655">
                  <c:v>2.4825</c:v>
                </c:pt>
                <c:pt idx="1656">
                  <c:v>2.484</c:v>
                </c:pt>
                <c:pt idx="1657">
                  <c:v>2.4855</c:v>
                </c:pt>
                <c:pt idx="1658">
                  <c:v>2.487</c:v>
                </c:pt>
                <c:pt idx="1659">
                  <c:v>2.4885</c:v>
                </c:pt>
                <c:pt idx="1660">
                  <c:v>2.49</c:v>
                </c:pt>
                <c:pt idx="1661">
                  <c:v>2.4915</c:v>
                </c:pt>
                <c:pt idx="1662">
                  <c:v>2.493</c:v>
                </c:pt>
                <c:pt idx="1663">
                  <c:v>2.4945</c:v>
                </c:pt>
                <c:pt idx="1664">
                  <c:v>2.496</c:v>
                </c:pt>
                <c:pt idx="1665">
                  <c:v>2.4975</c:v>
                </c:pt>
                <c:pt idx="1666">
                  <c:v>2.499</c:v>
                </c:pt>
                <c:pt idx="1667">
                  <c:v>2.5005</c:v>
                </c:pt>
                <c:pt idx="1668">
                  <c:v>2.502</c:v>
                </c:pt>
                <c:pt idx="1669">
                  <c:v>2.5035</c:v>
                </c:pt>
                <c:pt idx="1670">
                  <c:v>2.505</c:v>
                </c:pt>
                <c:pt idx="1671">
                  <c:v>2.5065</c:v>
                </c:pt>
                <c:pt idx="1672">
                  <c:v>2.508</c:v>
                </c:pt>
                <c:pt idx="1673">
                  <c:v>2.5095</c:v>
                </c:pt>
                <c:pt idx="1674">
                  <c:v>2.511</c:v>
                </c:pt>
                <c:pt idx="1675">
                  <c:v>2.5125</c:v>
                </c:pt>
                <c:pt idx="1676">
                  <c:v>2.514</c:v>
                </c:pt>
                <c:pt idx="1677">
                  <c:v>2.5155</c:v>
                </c:pt>
                <c:pt idx="1678">
                  <c:v>2.517</c:v>
                </c:pt>
                <c:pt idx="1679">
                  <c:v>2.5185</c:v>
                </c:pt>
                <c:pt idx="1680">
                  <c:v>2.52</c:v>
                </c:pt>
                <c:pt idx="1681">
                  <c:v>2.5215</c:v>
                </c:pt>
                <c:pt idx="1682">
                  <c:v>2.523</c:v>
                </c:pt>
                <c:pt idx="1683">
                  <c:v>2.5245</c:v>
                </c:pt>
                <c:pt idx="1684">
                  <c:v>2.526</c:v>
                </c:pt>
                <c:pt idx="1685">
                  <c:v>2.5275</c:v>
                </c:pt>
                <c:pt idx="1686">
                  <c:v>2.529</c:v>
                </c:pt>
                <c:pt idx="1687">
                  <c:v>2.5305</c:v>
                </c:pt>
                <c:pt idx="1688">
                  <c:v>2.532</c:v>
                </c:pt>
                <c:pt idx="1689">
                  <c:v>2.5335</c:v>
                </c:pt>
                <c:pt idx="1690">
                  <c:v>2.535</c:v>
                </c:pt>
                <c:pt idx="1691">
                  <c:v>2.5365</c:v>
                </c:pt>
                <c:pt idx="1692">
                  <c:v>2.538</c:v>
                </c:pt>
                <c:pt idx="1693">
                  <c:v>2.5395</c:v>
                </c:pt>
                <c:pt idx="1694">
                  <c:v>2.541</c:v>
                </c:pt>
                <c:pt idx="1695">
                  <c:v>2.5425</c:v>
                </c:pt>
                <c:pt idx="1696">
                  <c:v>2.544</c:v>
                </c:pt>
                <c:pt idx="1697">
                  <c:v>2.5455</c:v>
                </c:pt>
                <c:pt idx="1698">
                  <c:v>2.547</c:v>
                </c:pt>
                <c:pt idx="1699">
                  <c:v>2.5485</c:v>
                </c:pt>
                <c:pt idx="1700">
                  <c:v>2.55</c:v>
                </c:pt>
                <c:pt idx="1701">
                  <c:v>2.5515</c:v>
                </c:pt>
                <c:pt idx="1702">
                  <c:v>2.553</c:v>
                </c:pt>
                <c:pt idx="1703">
                  <c:v>2.5545</c:v>
                </c:pt>
                <c:pt idx="1704">
                  <c:v>2.556</c:v>
                </c:pt>
                <c:pt idx="1705">
                  <c:v>2.5575</c:v>
                </c:pt>
                <c:pt idx="1706">
                  <c:v>2.559</c:v>
                </c:pt>
                <c:pt idx="1707">
                  <c:v>2.5605</c:v>
                </c:pt>
                <c:pt idx="1708">
                  <c:v>2.562</c:v>
                </c:pt>
                <c:pt idx="1709">
                  <c:v>2.5635</c:v>
                </c:pt>
                <c:pt idx="1710">
                  <c:v>2.565</c:v>
                </c:pt>
                <c:pt idx="1711">
                  <c:v>2.5665</c:v>
                </c:pt>
                <c:pt idx="1712">
                  <c:v>2.568</c:v>
                </c:pt>
                <c:pt idx="1713">
                  <c:v>2.5695</c:v>
                </c:pt>
                <c:pt idx="1714">
                  <c:v>2.571</c:v>
                </c:pt>
                <c:pt idx="1715">
                  <c:v>2.5725</c:v>
                </c:pt>
                <c:pt idx="1716">
                  <c:v>2.574</c:v>
                </c:pt>
                <c:pt idx="1717">
                  <c:v>2.5755</c:v>
                </c:pt>
                <c:pt idx="1718">
                  <c:v>2.577</c:v>
                </c:pt>
                <c:pt idx="1719">
                  <c:v>2.5785</c:v>
                </c:pt>
                <c:pt idx="1720">
                  <c:v>2.58</c:v>
                </c:pt>
                <c:pt idx="1721">
                  <c:v>2.5815</c:v>
                </c:pt>
                <c:pt idx="1722">
                  <c:v>2.583</c:v>
                </c:pt>
                <c:pt idx="1723">
                  <c:v>2.5845</c:v>
                </c:pt>
                <c:pt idx="1724">
                  <c:v>2.586</c:v>
                </c:pt>
                <c:pt idx="1725">
                  <c:v>2.5875</c:v>
                </c:pt>
                <c:pt idx="1726">
                  <c:v>2.589</c:v>
                </c:pt>
                <c:pt idx="1727">
                  <c:v>2.5905</c:v>
                </c:pt>
                <c:pt idx="1728">
                  <c:v>2.592</c:v>
                </c:pt>
                <c:pt idx="1729">
                  <c:v>2.5935</c:v>
                </c:pt>
                <c:pt idx="1730">
                  <c:v>2.595</c:v>
                </c:pt>
                <c:pt idx="1731">
                  <c:v>2.5965</c:v>
                </c:pt>
                <c:pt idx="1732">
                  <c:v>2.598</c:v>
                </c:pt>
                <c:pt idx="1733">
                  <c:v>2.5995</c:v>
                </c:pt>
                <c:pt idx="1734">
                  <c:v>2.601</c:v>
                </c:pt>
                <c:pt idx="1735">
                  <c:v>2.6025</c:v>
                </c:pt>
                <c:pt idx="1736">
                  <c:v>2.604</c:v>
                </c:pt>
                <c:pt idx="1737">
                  <c:v>2.6055</c:v>
                </c:pt>
                <c:pt idx="1738">
                  <c:v>2.607</c:v>
                </c:pt>
                <c:pt idx="1739">
                  <c:v>2.6085</c:v>
                </c:pt>
                <c:pt idx="1740">
                  <c:v>2.61</c:v>
                </c:pt>
                <c:pt idx="1741">
                  <c:v>2.6115</c:v>
                </c:pt>
                <c:pt idx="1742">
                  <c:v>2.613</c:v>
                </c:pt>
                <c:pt idx="1743">
                  <c:v>2.6145</c:v>
                </c:pt>
                <c:pt idx="1744">
                  <c:v>2.616</c:v>
                </c:pt>
                <c:pt idx="1745">
                  <c:v>2.6175</c:v>
                </c:pt>
                <c:pt idx="1746">
                  <c:v>2.619</c:v>
                </c:pt>
                <c:pt idx="1747">
                  <c:v>2.6205</c:v>
                </c:pt>
                <c:pt idx="1748">
                  <c:v>2.622</c:v>
                </c:pt>
                <c:pt idx="1749">
                  <c:v>2.6235</c:v>
                </c:pt>
                <c:pt idx="1750">
                  <c:v>2.625</c:v>
                </c:pt>
                <c:pt idx="1751">
                  <c:v>2.6265</c:v>
                </c:pt>
                <c:pt idx="1752">
                  <c:v>2.628</c:v>
                </c:pt>
                <c:pt idx="1753">
                  <c:v>2.6295</c:v>
                </c:pt>
                <c:pt idx="1754">
                  <c:v>2.631</c:v>
                </c:pt>
                <c:pt idx="1755">
                  <c:v>2.6325</c:v>
                </c:pt>
                <c:pt idx="1756">
                  <c:v>2.634</c:v>
                </c:pt>
                <c:pt idx="1757">
                  <c:v>2.6355</c:v>
                </c:pt>
                <c:pt idx="1758">
                  <c:v>2.637</c:v>
                </c:pt>
                <c:pt idx="1759">
                  <c:v>2.6385</c:v>
                </c:pt>
                <c:pt idx="1760">
                  <c:v>2.64</c:v>
                </c:pt>
                <c:pt idx="1761">
                  <c:v>2.6415</c:v>
                </c:pt>
                <c:pt idx="1762">
                  <c:v>2.643</c:v>
                </c:pt>
                <c:pt idx="1763">
                  <c:v>2.6445</c:v>
                </c:pt>
                <c:pt idx="1764">
                  <c:v>2.646</c:v>
                </c:pt>
                <c:pt idx="1765">
                  <c:v>2.6475</c:v>
                </c:pt>
                <c:pt idx="1766">
                  <c:v>2.649</c:v>
                </c:pt>
                <c:pt idx="1767">
                  <c:v>2.6505</c:v>
                </c:pt>
                <c:pt idx="1768">
                  <c:v>2.652</c:v>
                </c:pt>
                <c:pt idx="1769">
                  <c:v>2.6535</c:v>
                </c:pt>
                <c:pt idx="1770">
                  <c:v>2.655</c:v>
                </c:pt>
                <c:pt idx="1771">
                  <c:v>2.6565</c:v>
                </c:pt>
                <c:pt idx="1772">
                  <c:v>2.658</c:v>
                </c:pt>
                <c:pt idx="1773">
                  <c:v>2.6595</c:v>
                </c:pt>
                <c:pt idx="1774">
                  <c:v>2.661</c:v>
                </c:pt>
                <c:pt idx="1775">
                  <c:v>2.6625</c:v>
                </c:pt>
                <c:pt idx="1776">
                  <c:v>2.664</c:v>
                </c:pt>
                <c:pt idx="1777">
                  <c:v>2.6655</c:v>
                </c:pt>
                <c:pt idx="1778">
                  <c:v>2.667</c:v>
                </c:pt>
                <c:pt idx="1779">
                  <c:v>2.6685</c:v>
                </c:pt>
                <c:pt idx="1780">
                  <c:v>2.67</c:v>
                </c:pt>
                <c:pt idx="1781">
                  <c:v>2.6715</c:v>
                </c:pt>
                <c:pt idx="1782">
                  <c:v>2.673</c:v>
                </c:pt>
                <c:pt idx="1783">
                  <c:v>2.6745</c:v>
                </c:pt>
                <c:pt idx="1784">
                  <c:v>2.676</c:v>
                </c:pt>
                <c:pt idx="1785">
                  <c:v>2.6775</c:v>
                </c:pt>
                <c:pt idx="1786">
                  <c:v>2.679</c:v>
                </c:pt>
                <c:pt idx="1787">
                  <c:v>2.6805</c:v>
                </c:pt>
                <c:pt idx="1788">
                  <c:v>2.682</c:v>
                </c:pt>
                <c:pt idx="1789">
                  <c:v>2.6835</c:v>
                </c:pt>
                <c:pt idx="1790">
                  <c:v>2.685</c:v>
                </c:pt>
                <c:pt idx="1791">
                  <c:v>2.6865</c:v>
                </c:pt>
                <c:pt idx="1792">
                  <c:v>2.688</c:v>
                </c:pt>
                <c:pt idx="1793">
                  <c:v>2.6895</c:v>
                </c:pt>
                <c:pt idx="1794">
                  <c:v>2.691</c:v>
                </c:pt>
                <c:pt idx="1795">
                  <c:v>2.6925</c:v>
                </c:pt>
                <c:pt idx="1796">
                  <c:v>2.694</c:v>
                </c:pt>
                <c:pt idx="1797">
                  <c:v>2.6955</c:v>
                </c:pt>
                <c:pt idx="1798">
                  <c:v>2.697</c:v>
                </c:pt>
                <c:pt idx="1799">
                  <c:v>2.6985</c:v>
                </c:pt>
                <c:pt idx="1800">
                  <c:v>2.7</c:v>
                </c:pt>
                <c:pt idx="1801">
                  <c:v>2.7015</c:v>
                </c:pt>
                <c:pt idx="1802">
                  <c:v>2.703</c:v>
                </c:pt>
                <c:pt idx="1803">
                  <c:v>2.7045</c:v>
                </c:pt>
                <c:pt idx="1804">
                  <c:v>2.706</c:v>
                </c:pt>
                <c:pt idx="1805">
                  <c:v>2.7075</c:v>
                </c:pt>
                <c:pt idx="1806">
                  <c:v>2.709</c:v>
                </c:pt>
                <c:pt idx="1807">
                  <c:v>2.7105</c:v>
                </c:pt>
                <c:pt idx="1808">
                  <c:v>2.712</c:v>
                </c:pt>
                <c:pt idx="1809">
                  <c:v>2.7135</c:v>
                </c:pt>
                <c:pt idx="1810">
                  <c:v>2.715</c:v>
                </c:pt>
                <c:pt idx="1811">
                  <c:v>2.7165</c:v>
                </c:pt>
                <c:pt idx="1812">
                  <c:v>2.718</c:v>
                </c:pt>
                <c:pt idx="1813">
                  <c:v>2.7195</c:v>
                </c:pt>
                <c:pt idx="1814">
                  <c:v>2.721</c:v>
                </c:pt>
                <c:pt idx="1815">
                  <c:v>2.7225</c:v>
                </c:pt>
                <c:pt idx="1816">
                  <c:v>2.724</c:v>
                </c:pt>
                <c:pt idx="1817">
                  <c:v>2.7255</c:v>
                </c:pt>
                <c:pt idx="1818">
                  <c:v>2.727</c:v>
                </c:pt>
                <c:pt idx="1819">
                  <c:v>2.7285</c:v>
                </c:pt>
                <c:pt idx="1820">
                  <c:v>2.73</c:v>
                </c:pt>
                <c:pt idx="1821">
                  <c:v>2.7315</c:v>
                </c:pt>
                <c:pt idx="1822">
                  <c:v>2.733</c:v>
                </c:pt>
                <c:pt idx="1823">
                  <c:v>2.7345</c:v>
                </c:pt>
                <c:pt idx="1824">
                  <c:v>2.736</c:v>
                </c:pt>
                <c:pt idx="1825">
                  <c:v>2.7375</c:v>
                </c:pt>
                <c:pt idx="1826">
                  <c:v>2.739</c:v>
                </c:pt>
                <c:pt idx="1827">
                  <c:v>2.7405</c:v>
                </c:pt>
                <c:pt idx="1828">
                  <c:v>2.742</c:v>
                </c:pt>
                <c:pt idx="1829">
                  <c:v>2.7435</c:v>
                </c:pt>
                <c:pt idx="1830">
                  <c:v>2.745</c:v>
                </c:pt>
                <c:pt idx="1831">
                  <c:v>2.7465</c:v>
                </c:pt>
                <c:pt idx="1832">
                  <c:v>2.748</c:v>
                </c:pt>
                <c:pt idx="1833">
                  <c:v>2.7495</c:v>
                </c:pt>
                <c:pt idx="1834">
                  <c:v>2.751</c:v>
                </c:pt>
                <c:pt idx="1835">
                  <c:v>2.7525</c:v>
                </c:pt>
                <c:pt idx="1836">
                  <c:v>2.754</c:v>
                </c:pt>
                <c:pt idx="1837">
                  <c:v>2.7555</c:v>
                </c:pt>
                <c:pt idx="1838">
                  <c:v>2.757</c:v>
                </c:pt>
                <c:pt idx="1839">
                  <c:v>2.7585</c:v>
                </c:pt>
                <c:pt idx="1840">
                  <c:v>2.76</c:v>
                </c:pt>
                <c:pt idx="1841">
                  <c:v>2.7615</c:v>
                </c:pt>
                <c:pt idx="1842">
                  <c:v>2.763</c:v>
                </c:pt>
                <c:pt idx="1843">
                  <c:v>2.7645</c:v>
                </c:pt>
                <c:pt idx="1844">
                  <c:v>2.766</c:v>
                </c:pt>
                <c:pt idx="1845">
                  <c:v>2.7675</c:v>
                </c:pt>
                <c:pt idx="1846">
                  <c:v>2.769</c:v>
                </c:pt>
                <c:pt idx="1847">
                  <c:v>2.7705</c:v>
                </c:pt>
                <c:pt idx="1848">
                  <c:v>2.772</c:v>
                </c:pt>
                <c:pt idx="1849">
                  <c:v>2.7735</c:v>
                </c:pt>
                <c:pt idx="1850">
                  <c:v>2.775</c:v>
                </c:pt>
                <c:pt idx="1851">
                  <c:v>2.7765</c:v>
                </c:pt>
                <c:pt idx="1852">
                  <c:v>2.778</c:v>
                </c:pt>
                <c:pt idx="1853">
                  <c:v>2.7795</c:v>
                </c:pt>
                <c:pt idx="1854">
                  <c:v>2.781</c:v>
                </c:pt>
                <c:pt idx="1855">
                  <c:v>2.7825</c:v>
                </c:pt>
                <c:pt idx="1856">
                  <c:v>2.784</c:v>
                </c:pt>
                <c:pt idx="1857">
                  <c:v>2.7855</c:v>
                </c:pt>
                <c:pt idx="1858">
                  <c:v>2.787</c:v>
                </c:pt>
                <c:pt idx="1859">
                  <c:v>2.7885</c:v>
                </c:pt>
                <c:pt idx="1860">
                  <c:v>2.79</c:v>
                </c:pt>
                <c:pt idx="1861">
                  <c:v>2.7915</c:v>
                </c:pt>
                <c:pt idx="1862">
                  <c:v>2.793</c:v>
                </c:pt>
                <c:pt idx="1863">
                  <c:v>2.7945</c:v>
                </c:pt>
                <c:pt idx="1864">
                  <c:v>2.796</c:v>
                </c:pt>
                <c:pt idx="1865">
                  <c:v>2.7975</c:v>
                </c:pt>
                <c:pt idx="1866">
                  <c:v>2.799</c:v>
                </c:pt>
              </c:numCache>
            </c:numRef>
          </c:xVal>
          <c:yVal>
            <c:numRef>
              <c:f>'Chart Data'!$B$2:$B$1868</c:f>
              <c:numCache>
                <c:formatCode>0.0</c:formatCode>
                <c:ptCount val="1867"/>
                <c:pt idx="0">
                  <c:v>-0.000107538444994</c:v>
                </c:pt>
                <c:pt idx="1">
                  <c:v>-0.000215076889988</c:v>
                </c:pt>
                <c:pt idx="2">
                  <c:v>-0.000107538444994</c:v>
                </c:pt>
                <c:pt idx="3">
                  <c:v>-0.000107538444994</c:v>
                </c:pt>
                <c:pt idx="4">
                  <c:v>-0.000215076889988</c:v>
                </c:pt>
                <c:pt idx="5">
                  <c:v>-0.000215076889988</c:v>
                </c:pt>
                <c:pt idx="6">
                  <c:v>-0.000107538444994</c:v>
                </c:pt>
                <c:pt idx="7">
                  <c:v>-0.000107538444994</c:v>
                </c:pt>
                <c:pt idx="8">
                  <c:v>-0.000107538444994</c:v>
                </c:pt>
                <c:pt idx="9">
                  <c:v>-0.000107538444994</c:v>
                </c:pt>
                <c:pt idx="10">
                  <c:v>-0.000215076889988</c:v>
                </c:pt>
                <c:pt idx="11">
                  <c:v>-0.000215076889988</c:v>
                </c:pt>
                <c:pt idx="12">
                  <c:v>-0.000107538444994</c:v>
                </c:pt>
                <c:pt idx="13">
                  <c:v>0</c:v>
                </c:pt>
                <c:pt idx="14">
                  <c:v>0</c:v>
                </c:pt>
                <c:pt idx="15">
                  <c:v>0</c:v>
                </c:pt>
                <c:pt idx="16">
                  <c:v>-0.000107538444994</c:v>
                </c:pt>
                <c:pt idx="17">
                  <c:v>0</c:v>
                </c:pt>
                <c:pt idx="18">
                  <c:v>-0.000107538444994</c:v>
                </c:pt>
                <c:pt idx="19">
                  <c:v>-0.000107538444994</c:v>
                </c:pt>
                <c:pt idx="20">
                  <c:v>-0.000107538444994</c:v>
                </c:pt>
                <c:pt idx="21">
                  <c:v>0</c:v>
                </c:pt>
                <c:pt idx="22">
                  <c:v>-0.000107538444994</c:v>
                </c:pt>
                <c:pt idx="23">
                  <c:v>-0.000107538444994</c:v>
                </c:pt>
                <c:pt idx="24">
                  <c:v>-0.000107538444994</c:v>
                </c:pt>
                <c:pt idx="25">
                  <c:v>-0.000215076889988</c:v>
                </c:pt>
                <c:pt idx="26">
                  <c:v>-0.000107538444994</c:v>
                </c:pt>
                <c:pt idx="27">
                  <c:v>0</c:v>
                </c:pt>
                <c:pt idx="28">
                  <c:v>-0.000107538444994</c:v>
                </c:pt>
                <c:pt idx="29">
                  <c:v>-0.000322615334982</c:v>
                </c:pt>
                <c:pt idx="30">
                  <c:v>-0.000215076889988</c:v>
                </c:pt>
                <c:pt idx="31">
                  <c:v>-0.000107538444994</c:v>
                </c:pt>
                <c:pt idx="32">
                  <c:v>0.000107538444994</c:v>
                </c:pt>
                <c:pt idx="33">
                  <c:v>-0.000215076889988</c:v>
                </c:pt>
                <c:pt idx="34">
                  <c:v>0</c:v>
                </c:pt>
                <c:pt idx="35">
                  <c:v>0.000107538444994</c:v>
                </c:pt>
                <c:pt idx="36">
                  <c:v>0.000215076889988</c:v>
                </c:pt>
                <c:pt idx="37">
                  <c:v>0.000645230669965</c:v>
                </c:pt>
                <c:pt idx="38">
                  <c:v>-0.00053769222497</c:v>
                </c:pt>
                <c:pt idx="39">
                  <c:v>-0.000967846004947</c:v>
                </c:pt>
                <c:pt idx="40">
                  <c:v>-0.00053769222497</c:v>
                </c:pt>
                <c:pt idx="41">
                  <c:v>0.000215076889988</c:v>
                </c:pt>
                <c:pt idx="42">
                  <c:v>0.000322615334982</c:v>
                </c:pt>
                <c:pt idx="43">
                  <c:v>0.000430153779976</c:v>
                </c:pt>
                <c:pt idx="44">
                  <c:v>0.00107538444994</c:v>
                </c:pt>
                <c:pt idx="45">
                  <c:v>-0.000322615334982</c:v>
                </c:pt>
                <c:pt idx="46">
                  <c:v>0.000215076889988</c:v>
                </c:pt>
                <c:pt idx="47">
                  <c:v>0.000430153779976</c:v>
                </c:pt>
                <c:pt idx="48">
                  <c:v>0.000107538444994</c:v>
                </c:pt>
                <c:pt idx="49">
                  <c:v>0.00107538444994</c:v>
                </c:pt>
                <c:pt idx="50">
                  <c:v>0.00139799978492</c:v>
                </c:pt>
                <c:pt idx="51">
                  <c:v>-0.000967846004947</c:v>
                </c:pt>
                <c:pt idx="52">
                  <c:v>-0.00236584578987</c:v>
                </c:pt>
                <c:pt idx="53">
                  <c:v>0.00118292289493</c:v>
                </c:pt>
                <c:pt idx="54">
                  <c:v>0.00677492203463</c:v>
                </c:pt>
                <c:pt idx="55">
                  <c:v>0.0018281535649</c:v>
                </c:pt>
                <c:pt idx="56">
                  <c:v>-0.00483923002473</c:v>
                </c:pt>
                <c:pt idx="57">
                  <c:v>-0.00333369179482</c:v>
                </c:pt>
                <c:pt idx="58">
                  <c:v>0.0106463060544</c:v>
                </c:pt>
                <c:pt idx="59">
                  <c:v>0.0131196902893</c:v>
                </c:pt>
                <c:pt idx="60">
                  <c:v>0.00957092160447</c:v>
                </c:pt>
                <c:pt idx="61">
                  <c:v>-0.0117216905044</c:v>
                </c:pt>
                <c:pt idx="62">
                  <c:v>-0.0104312291644</c:v>
                </c:pt>
                <c:pt idx="63">
                  <c:v>-0.00785030648457</c:v>
                </c:pt>
                <c:pt idx="64">
                  <c:v>0.00698999892462</c:v>
                </c:pt>
                <c:pt idx="65">
                  <c:v>0.0105387676094</c:v>
                </c:pt>
                <c:pt idx="66">
                  <c:v>0.0130121518443</c:v>
                </c:pt>
                <c:pt idx="67">
                  <c:v>0.00881815248952</c:v>
                </c:pt>
                <c:pt idx="68">
                  <c:v>0.00193569200989</c:v>
                </c:pt>
                <c:pt idx="69">
                  <c:v>-0.0148403054092</c:v>
                </c:pt>
                <c:pt idx="70">
                  <c:v>-0.0165609205291</c:v>
                </c:pt>
                <c:pt idx="71">
                  <c:v>0.0119367673943</c:v>
                </c:pt>
                <c:pt idx="72">
                  <c:v>0.0155930745241</c:v>
                </c:pt>
                <c:pt idx="73">
                  <c:v>0.0121518442843</c:v>
                </c:pt>
                <c:pt idx="74">
                  <c:v>0.000322615334982</c:v>
                </c:pt>
                <c:pt idx="75">
                  <c:v>0.00677492203463</c:v>
                </c:pt>
                <c:pt idx="76">
                  <c:v>-0.0162383051941</c:v>
                </c:pt>
                <c:pt idx="77">
                  <c:v>0.000322615334982</c:v>
                </c:pt>
                <c:pt idx="78">
                  <c:v>-0.00419399935477</c:v>
                </c:pt>
                <c:pt idx="79">
                  <c:v>0.00279599956985</c:v>
                </c:pt>
                <c:pt idx="80">
                  <c:v>0.00129046133993</c:v>
                </c:pt>
                <c:pt idx="81">
                  <c:v>0.00344123023981</c:v>
                </c:pt>
                <c:pt idx="82">
                  <c:v>-0.0129046133993</c:v>
                </c:pt>
                <c:pt idx="83">
                  <c:v>0.00655984514464</c:v>
                </c:pt>
                <c:pt idx="84">
                  <c:v>-0.00258092267986</c:v>
                </c:pt>
                <c:pt idx="85">
                  <c:v>0.00053769222497</c:v>
                </c:pt>
                <c:pt idx="86">
                  <c:v>0.00645230669965</c:v>
                </c:pt>
                <c:pt idx="87">
                  <c:v>0.0165609205291</c:v>
                </c:pt>
                <c:pt idx="88">
                  <c:v>-0.00258092267986</c:v>
                </c:pt>
                <c:pt idx="89">
                  <c:v>-0.00634476825465</c:v>
                </c:pt>
                <c:pt idx="90">
                  <c:v>-0.0090332293795</c:v>
                </c:pt>
                <c:pt idx="91">
                  <c:v>0.00666738358963</c:v>
                </c:pt>
                <c:pt idx="92">
                  <c:v>-0.00451661468975</c:v>
                </c:pt>
                <c:pt idx="93">
                  <c:v>-0.00849553715453</c:v>
                </c:pt>
                <c:pt idx="94">
                  <c:v>-0.000645230669965</c:v>
                </c:pt>
                <c:pt idx="95">
                  <c:v>0.00118292289493</c:v>
                </c:pt>
                <c:pt idx="96">
                  <c:v>0.0127970749543</c:v>
                </c:pt>
                <c:pt idx="97">
                  <c:v>-0.0227981503387</c:v>
                </c:pt>
                <c:pt idx="98">
                  <c:v>-0.0117216905044</c:v>
                </c:pt>
                <c:pt idx="99">
                  <c:v>0.00204323045489</c:v>
                </c:pt>
                <c:pt idx="100">
                  <c:v>0.00709753736961</c:v>
                </c:pt>
                <c:pt idx="101">
                  <c:v>-0.000967846004947</c:v>
                </c:pt>
                <c:pt idx="102">
                  <c:v>-0.00430153779976</c:v>
                </c:pt>
                <c:pt idx="103">
                  <c:v>0.0116141520594</c:v>
                </c:pt>
                <c:pt idx="104">
                  <c:v>0.0116141520594</c:v>
                </c:pt>
                <c:pt idx="105">
                  <c:v>0.017743843424</c:v>
                </c:pt>
                <c:pt idx="106">
                  <c:v>-0.00742015270459</c:v>
                </c:pt>
                <c:pt idx="107">
                  <c:v>-0.0134423056243</c:v>
                </c:pt>
                <c:pt idx="108">
                  <c:v>0.000860307559953</c:v>
                </c:pt>
                <c:pt idx="109">
                  <c:v>0.0018281535649</c:v>
                </c:pt>
                <c:pt idx="110">
                  <c:v>0.00677492203463</c:v>
                </c:pt>
                <c:pt idx="111">
                  <c:v>-0.017313689644</c:v>
                </c:pt>
                <c:pt idx="112">
                  <c:v>0.00623722980966</c:v>
                </c:pt>
                <c:pt idx="113">
                  <c:v>-0.00709753736961</c:v>
                </c:pt>
                <c:pt idx="114">
                  <c:v>0.0208624583289</c:v>
                </c:pt>
                <c:pt idx="115">
                  <c:v>0.000967846004947</c:v>
                </c:pt>
                <c:pt idx="116">
                  <c:v>-0.00602215291967</c:v>
                </c:pt>
                <c:pt idx="117">
                  <c:v>0.00419399935477</c:v>
                </c:pt>
                <c:pt idx="118">
                  <c:v>0.0035487686848</c:v>
                </c:pt>
                <c:pt idx="119">
                  <c:v>0.00559199913969</c:v>
                </c:pt>
                <c:pt idx="120">
                  <c:v>-0.00279599956985</c:v>
                </c:pt>
                <c:pt idx="121">
                  <c:v>-0.0054844606947</c:v>
                </c:pt>
                <c:pt idx="122">
                  <c:v>0.00322615334982</c:v>
                </c:pt>
                <c:pt idx="123">
                  <c:v>0.0122593827293</c:v>
                </c:pt>
                <c:pt idx="124">
                  <c:v>0.00268846112485</c:v>
                </c:pt>
                <c:pt idx="125">
                  <c:v>-0.00634476825465</c:v>
                </c:pt>
                <c:pt idx="126">
                  <c:v>-0.00430153779976</c:v>
                </c:pt>
                <c:pt idx="127">
                  <c:v>0.00193569200989</c:v>
                </c:pt>
                <c:pt idx="128">
                  <c:v>-0.000215076889988</c:v>
                </c:pt>
                <c:pt idx="129">
                  <c:v>-0.00419399935477</c:v>
                </c:pt>
                <c:pt idx="130">
                  <c:v>0.0116141520594</c:v>
                </c:pt>
                <c:pt idx="131">
                  <c:v>0.0073126142596</c:v>
                </c:pt>
                <c:pt idx="132">
                  <c:v>-0.00462415313475</c:v>
                </c:pt>
                <c:pt idx="133">
                  <c:v>-0.00236584578987</c:v>
                </c:pt>
                <c:pt idx="134">
                  <c:v>-0.00526938380471</c:v>
                </c:pt>
                <c:pt idx="135">
                  <c:v>0.0118292289493</c:v>
                </c:pt>
                <c:pt idx="136">
                  <c:v>0.0107538444994</c:v>
                </c:pt>
                <c:pt idx="137">
                  <c:v>0.0127970749543</c:v>
                </c:pt>
                <c:pt idx="138">
                  <c:v>-0.00268846112485</c:v>
                </c:pt>
                <c:pt idx="139">
                  <c:v>-0.00742015270459</c:v>
                </c:pt>
                <c:pt idx="140">
                  <c:v>-0.0233358425637</c:v>
                </c:pt>
                <c:pt idx="141">
                  <c:v>-0.000967846004947</c:v>
                </c:pt>
                <c:pt idx="142">
                  <c:v>0.00602215291967</c:v>
                </c:pt>
                <c:pt idx="143">
                  <c:v>0.0118292289493</c:v>
                </c:pt>
                <c:pt idx="144">
                  <c:v>0.00559199913969</c:v>
                </c:pt>
                <c:pt idx="145">
                  <c:v>0.000322615334982</c:v>
                </c:pt>
                <c:pt idx="146">
                  <c:v>-0.00645230669965</c:v>
                </c:pt>
                <c:pt idx="147">
                  <c:v>-0.00397892246478</c:v>
                </c:pt>
                <c:pt idx="148">
                  <c:v>-0.00430153779976</c:v>
                </c:pt>
                <c:pt idx="149">
                  <c:v>-0.000967846004947</c:v>
                </c:pt>
                <c:pt idx="150">
                  <c:v>0.0146252285192</c:v>
                </c:pt>
                <c:pt idx="151">
                  <c:v>0.0104312291644</c:v>
                </c:pt>
                <c:pt idx="152">
                  <c:v>-0.00774276803957</c:v>
                </c:pt>
                <c:pt idx="153">
                  <c:v>0.00419399935477</c:v>
                </c:pt>
                <c:pt idx="154">
                  <c:v>-0.00172061511991</c:v>
                </c:pt>
                <c:pt idx="155">
                  <c:v>0.0091407678245</c:v>
                </c:pt>
                <c:pt idx="156">
                  <c:v>0.00989353693946</c:v>
                </c:pt>
                <c:pt idx="157">
                  <c:v>0.0036563071298</c:v>
                </c:pt>
                <c:pt idx="158">
                  <c:v>0.00892569093451</c:v>
                </c:pt>
                <c:pt idx="159">
                  <c:v>-0.00333369179482</c:v>
                </c:pt>
                <c:pt idx="160">
                  <c:v>0.00247338423486</c:v>
                </c:pt>
                <c:pt idx="161">
                  <c:v>0.000860307559953</c:v>
                </c:pt>
                <c:pt idx="162">
                  <c:v>0.00387138401979</c:v>
                </c:pt>
                <c:pt idx="163">
                  <c:v>0.00215076889988</c:v>
                </c:pt>
                <c:pt idx="164">
                  <c:v>0.00172061511991</c:v>
                </c:pt>
                <c:pt idx="165">
                  <c:v>-0.0106463060544</c:v>
                </c:pt>
                <c:pt idx="166">
                  <c:v>-0.0018281535649</c:v>
                </c:pt>
                <c:pt idx="167">
                  <c:v>0.00440907624476</c:v>
                </c:pt>
                <c:pt idx="168">
                  <c:v>-0.00408646090978</c:v>
                </c:pt>
                <c:pt idx="169">
                  <c:v>0.00505430691472</c:v>
                </c:pt>
                <c:pt idx="170">
                  <c:v>-0.00569953758469</c:v>
                </c:pt>
                <c:pt idx="171">
                  <c:v>-0.00892569093451</c:v>
                </c:pt>
                <c:pt idx="172">
                  <c:v>-0.00172061511991</c:v>
                </c:pt>
                <c:pt idx="173">
                  <c:v>0.0121518442843</c:v>
                </c:pt>
                <c:pt idx="174">
                  <c:v>0.00559199913969</c:v>
                </c:pt>
                <c:pt idx="175">
                  <c:v>0.00161307667491</c:v>
                </c:pt>
                <c:pt idx="176">
                  <c:v>-0.0131196902893</c:v>
                </c:pt>
                <c:pt idx="177">
                  <c:v>-0.00247338423486</c:v>
                </c:pt>
                <c:pt idx="178">
                  <c:v>-0.00430153779976</c:v>
                </c:pt>
                <c:pt idx="179">
                  <c:v>0.0104312291644</c:v>
                </c:pt>
                <c:pt idx="180">
                  <c:v>0.00236584578987</c:v>
                </c:pt>
                <c:pt idx="181">
                  <c:v>0.00053769222497</c:v>
                </c:pt>
                <c:pt idx="182">
                  <c:v>-0.00623722980966</c:v>
                </c:pt>
                <c:pt idx="183">
                  <c:v>-0.0117216905044</c:v>
                </c:pt>
                <c:pt idx="184">
                  <c:v>0.0035487686848</c:v>
                </c:pt>
                <c:pt idx="185">
                  <c:v>0.00236584578987</c:v>
                </c:pt>
                <c:pt idx="186">
                  <c:v>0.00742015270459</c:v>
                </c:pt>
                <c:pt idx="187">
                  <c:v>0.0109689213894</c:v>
                </c:pt>
                <c:pt idx="188">
                  <c:v>0.000107538444994</c:v>
                </c:pt>
                <c:pt idx="189">
                  <c:v>-0.00236584578987</c:v>
                </c:pt>
                <c:pt idx="190">
                  <c:v>-0.0100010753844</c:v>
                </c:pt>
                <c:pt idx="191">
                  <c:v>-0.00279599956985</c:v>
                </c:pt>
                <c:pt idx="192">
                  <c:v>-0.00817292181955</c:v>
                </c:pt>
                <c:pt idx="193">
                  <c:v>0.00107538444994</c:v>
                </c:pt>
                <c:pt idx="194">
                  <c:v>-0.00580707602968</c:v>
                </c:pt>
                <c:pt idx="195">
                  <c:v>-0.000860307559953</c:v>
                </c:pt>
                <c:pt idx="196">
                  <c:v>0.000215076889988</c:v>
                </c:pt>
                <c:pt idx="197">
                  <c:v>-0.00698999892462</c:v>
                </c:pt>
                <c:pt idx="198">
                  <c:v>-0.00376384557479</c:v>
                </c:pt>
                <c:pt idx="199">
                  <c:v>0.000752769114959</c:v>
                </c:pt>
                <c:pt idx="200">
                  <c:v>-0.00569953758469</c:v>
                </c:pt>
                <c:pt idx="201">
                  <c:v>0.00785030648457</c:v>
                </c:pt>
                <c:pt idx="202">
                  <c:v>-0.0106463060544</c:v>
                </c:pt>
                <c:pt idx="203">
                  <c:v>0.00279599956985</c:v>
                </c:pt>
                <c:pt idx="204">
                  <c:v>-0.00494676846973</c:v>
                </c:pt>
                <c:pt idx="205">
                  <c:v>0.00311861490483</c:v>
                </c:pt>
                <c:pt idx="206">
                  <c:v>0.00602215291967</c:v>
                </c:pt>
                <c:pt idx="207">
                  <c:v>-0.000967846004947</c:v>
                </c:pt>
                <c:pt idx="208">
                  <c:v>0.00150553822992</c:v>
                </c:pt>
                <c:pt idx="209">
                  <c:v>-0.017421228089</c:v>
                </c:pt>
                <c:pt idx="210">
                  <c:v>-0.00645230669965</c:v>
                </c:pt>
                <c:pt idx="211">
                  <c:v>0.00430153779976</c:v>
                </c:pt>
                <c:pt idx="212">
                  <c:v>-0.000645230669965</c:v>
                </c:pt>
                <c:pt idx="213">
                  <c:v>-0.00301107645983</c:v>
                </c:pt>
                <c:pt idx="214">
                  <c:v>0.0072050758146</c:v>
                </c:pt>
                <c:pt idx="215">
                  <c:v>0.00924830626949</c:v>
                </c:pt>
                <c:pt idx="216">
                  <c:v>-0.00580707602968</c:v>
                </c:pt>
                <c:pt idx="217">
                  <c:v>0.00301107645983</c:v>
                </c:pt>
                <c:pt idx="218">
                  <c:v>-0.00462415313475</c:v>
                </c:pt>
                <c:pt idx="219">
                  <c:v>0.00591461447467</c:v>
                </c:pt>
                <c:pt idx="220">
                  <c:v>0.00559199913969</c:v>
                </c:pt>
                <c:pt idx="221">
                  <c:v>-0.00677492203463</c:v>
                </c:pt>
                <c:pt idx="222">
                  <c:v>-0.0125819980643</c:v>
                </c:pt>
                <c:pt idx="223">
                  <c:v>-0.00204323045489</c:v>
                </c:pt>
                <c:pt idx="224">
                  <c:v>-0.00107538444994</c:v>
                </c:pt>
                <c:pt idx="225">
                  <c:v>0.00322615334982</c:v>
                </c:pt>
                <c:pt idx="226">
                  <c:v>-0.00440907624476</c:v>
                </c:pt>
                <c:pt idx="227">
                  <c:v>0.00569953758469</c:v>
                </c:pt>
                <c:pt idx="228">
                  <c:v>-0.00612969136466</c:v>
                </c:pt>
                <c:pt idx="229">
                  <c:v>0.00430153779976</c:v>
                </c:pt>
                <c:pt idx="230">
                  <c:v>-0.00935584471449</c:v>
                </c:pt>
                <c:pt idx="231">
                  <c:v>0.0111839982794</c:v>
                </c:pt>
                <c:pt idx="232">
                  <c:v>0.00247338423486</c:v>
                </c:pt>
                <c:pt idx="233">
                  <c:v>0.0170986127541</c:v>
                </c:pt>
                <c:pt idx="234">
                  <c:v>-0.00376384557479</c:v>
                </c:pt>
                <c:pt idx="235">
                  <c:v>-0.0104312291644</c:v>
                </c:pt>
                <c:pt idx="236">
                  <c:v>0.000645230669965</c:v>
                </c:pt>
                <c:pt idx="237">
                  <c:v>-0.00236584578987</c:v>
                </c:pt>
                <c:pt idx="238">
                  <c:v>0.00204323045489</c:v>
                </c:pt>
                <c:pt idx="239">
                  <c:v>0.0072050758146</c:v>
                </c:pt>
                <c:pt idx="240">
                  <c:v>-0.00440907624476</c:v>
                </c:pt>
                <c:pt idx="241">
                  <c:v>0.00225830734488</c:v>
                </c:pt>
                <c:pt idx="242">
                  <c:v>0.0090332293795</c:v>
                </c:pt>
                <c:pt idx="243">
                  <c:v>0.00655984514464</c:v>
                </c:pt>
                <c:pt idx="244">
                  <c:v>0.00376384557479</c:v>
                </c:pt>
                <c:pt idx="245">
                  <c:v>-0.00817292181955</c:v>
                </c:pt>
                <c:pt idx="246">
                  <c:v>-0.0124744596193</c:v>
                </c:pt>
                <c:pt idx="247">
                  <c:v>-0.00473169157974</c:v>
                </c:pt>
                <c:pt idx="248">
                  <c:v>0.0122593827293</c:v>
                </c:pt>
                <c:pt idx="249">
                  <c:v>0.00483923002473</c:v>
                </c:pt>
                <c:pt idx="250">
                  <c:v>0.00376384557479</c:v>
                </c:pt>
                <c:pt idx="251">
                  <c:v>-0.00053769222497</c:v>
                </c:pt>
                <c:pt idx="252">
                  <c:v>0.000645230669965</c:v>
                </c:pt>
                <c:pt idx="253">
                  <c:v>-0.00677492203463</c:v>
                </c:pt>
                <c:pt idx="254">
                  <c:v>-0.00924830626949</c:v>
                </c:pt>
                <c:pt idx="255">
                  <c:v>-0.00397892246478</c:v>
                </c:pt>
                <c:pt idx="256">
                  <c:v>0.000430153779976</c:v>
                </c:pt>
                <c:pt idx="257">
                  <c:v>0.0111839982794</c:v>
                </c:pt>
                <c:pt idx="258">
                  <c:v>0.00505430691472</c:v>
                </c:pt>
                <c:pt idx="259">
                  <c:v>0.00763522959458</c:v>
                </c:pt>
                <c:pt idx="260">
                  <c:v>0.00129046133993</c:v>
                </c:pt>
                <c:pt idx="261">
                  <c:v>0.018604150984</c:v>
                </c:pt>
                <c:pt idx="262">
                  <c:v>-0.00473169157974</c:v>
                </c:pt>
                <c:pt idx="263">
                  <c:v>-0.0115066136144</c:v>
                </c:pt>
                <c:pt idx="264">
                  <c:v>-0.00236584578987</c:v>
                </c:pt>
                <c:pt idx="265">
                  <c:v>0.00763522959458</c:v>
                </c:pt>
                <c:pt idx="266">
                  <c:v>0.000107538444994</c:v>
                </c:pt>
                <c:pt idx="267">
                  <c:v>0.0115066136144</c:v>
                </c:pt>
                <c:pt idx="268">
                  <c:v>-0.0139799978492</c:v>
                </c:pt>
                <c:pt idx="269">
                  <c:v>0.00301107645983</c:v>
                </c:pt>
                <c:pt idx="270">
                  <c:v>0.00204323045489</c:v>
                </c:pt>
                <c:pt idx="271">
                  <c:v>0.00473169157974</c:v>
                </c:pt>
                <c:pt idx="272">
                  <c:v>0.0107538444994</c:v>
                </c:pt>
                <c:pt idx="273">
                  <c:v>0.00483923002473</c:v>
                </c:pt>
                <c:pt idx="274">
                  <c:v>-0.00333369179482</c:v>
                </c:pt>
                <c:pt idx="275">
                  <c:v>-0.00516184535972</c:v>
                </c:pt>
                <c:pt idx="276">
                  <c:v>-0.00129046133993</c:v>
                </c:pt>
                <c:pt idx="277">
                  <c:v>0.0018281535649</c:v>
                </c:pt>
                <c:pt idx="278">
                  <c:v>-0.00408646090978</c:v>
                </c:pt>
                <c:pt idx="279">
                  <c:v>-0.00677492203463</c:v>
                </c:pt>
                <c:pt idx="280">
                  <c:v>-0.00645230669965</c:v>
                </c:pt>
                <c:pt idx="281">
                  <c:v>0.00473169157974</c:v>
                </c:pt>
                <c:pt idx="282">
                  <c:v>0.00387138401979</c:v>
                </c:pt>
                <c:pt idx="283">
                  <c:v>-0.00419399935477</c:v>
                </c:pt>
                <c:pt idx="284">
                  <c:v>-0.0035487686848</c:v>
                </c:pt>
                <c:pt idx="285">
                  <c:v>0.00118292289493</c:v>
                </c:pt>
                <c:pt idx="286">
                  <c:v>-0.00215076889988</c:v>
                </c:pt>
                <c:pt idx="287">
                  <c:v>0</c:v>
                </c:pt>
                <c:pt idx="288">
                  <c:v>0.00612969136466</c:v>
                </c:pt>
                <c:pt idx="289">
                  <c:v>0.00655984514464</c:v>
                </c:pt>
                <c:pt idx="290">
                  <c:v>-0.00311861490483</c:v>
                </c:pt>
                <c:pt idx="291">
                  <c:v>-0.00785030648457</c:v>
                </c:pt>
                <c:pt idx="292">
                  <c:v>0.00161307667491</c:v>
                </c:pt>
                <c:pt idx="293">
                  <c:v>0.000430153779976</c:v>
                </c:pt>
                <c:pt idx="294">
                  <c:v>-0.0116141520594</c:v>
                </c:pt>
                <c:pt idx="295">
                  <c:v>0.00161307667491</c:v>
                </c:pt>
                <c:pt idx="296">
                  <c:v>0.00139799978492</c:v>
                </c:pt>
                <c:pt idx="297">
                  <c:v>-0.0036563071298</c:v>
                </c:pt>
                <c:pt idx="298">
                  <c:v>-0.000860307559953</c:v>
                </c:pt>
                <c:pt idx="299">
                  <c:v>-0.0144101516292</c:v>
                </c:pt>
                <c:pt idx="300">
                  <c:v>0.0036563071298</c:v>
                </c:pt>
                <c:pt idx="301">
                  <c:v>-0.00397892246478</c:v>
                </c:pt>
                <c:pt idx="302">
                  <c:v>0.00129046133993</c:v>
                </c:pt>
                <c:pt idx="303">
                  <c:v>0.00322615334982</c:v>
                </c:pt>
                <c:pt idx="304">
                  <c:v>0.00193569200989</c:v>
                </c:pt>
                <c:pt idx="305">
                  <c:v>0.0053769222497</c:v>
                </c:pt>
                <c:pt idx="306">
                  <c:v>-0.00408646090978</c:v>
                </c:pt>
                <c:pt idx="307">
                  <c:v>-0.00505430691472</c:v>
                </c:pt>
                <c:pt idx="308">
                  <c:v>-0.00451661468975</c:v>
                </c:pt>
                <c:pt idx="309">
                  <c:v>-0.00709753736961</c:v>
                </c:pt>
                <c:pt idx="310">
                  <c:v>0.00344123023981</c:v>
                </c:pt>
                <c:pt idx="311">
                  <c:v>0.0100010753844</c:v>
                </c:pt>
                <c:pt idx="312">
                  <c:v>0.00225830734488</c:v>
                </c:pt>
                <c:pt idx="313">
                  <c:v>-0.000645230669965</c:v>
                </c:pt>
                <c:pt idx="314">
                  <c:v>0.0100010753844</c:v>
                </c:pt>
                <c:pt idx="315">
                  <c:v>-0.00526938380471</c:v>
                </c:pt>
                <c:pt idx="316">
                  <c:v>-0.00440907624476</c:v>
                </c:pt>
                <c:pt idx="317">
                  <c:v>0.00236584578987</c:v>
                </c:pt>
                <c:pt idx="318">
                  <c:v>-0.00430153779976</c:v>
                </c:pt>
                <c:pt idx="319">
                  <c:v>0.00344123023981</c:v>
                </c:pt>
                <c:pt idx="320">
                  <c:v>-0.00161307667491</c:v>
                </c:pt>
                <c:pt idx="321">
                  <c:v>0.0104312291644</c:v>
                </c:pt>
                <c:pt idx="322">
                  <c:v>0.00419399935477</c:v>
                </c:pt>
                <c:pt idx="323">
                  <c:v>-0.0091407678245</c:v>
                </c:pt>
                <c:pt idx="324">
                  <c:v>-0.00989353693946</c:v>
                </c:pt>
                <c:pt idx="325">
                  <c:v>-0.00430153779976</c:v>
                </c:pt>
                <c:pt idx="326">
                  <c:v>0.0035487686848</c:v>
                </c:pt>
                <c:pt idx="327">
                  <c:v>0.00236584578987</c:v>
                </c:pt>
                <c:pt idx="328">
                  <c:v>-0.0149478438542</c:v>
                </c:pt>
                <c:pt idx="329">
                  <c:v>-0.00225830734488</c:v>
                </c:pt>
                <c:pt idx="330">
                  <c:v>-0.00204323045489</c:v>
                </c:pt>
                <c:pt idx="331">
                  <c:v>0.00333369179482</c:v>
                </c:pt>
                <c:pt idx="332">
                  <c:v>-0.000860307559953</c:v>
                </c:pt>
                <c:pt idx="333">
                  <c:v>-0.0053769222497</c:v>
                </c:pt>
                <c:pt idx="334">
                  <c:v>0.0101086138294</c:v>
                </c:pt>
                <c:pt idx="335">
                  <c:v>0.00516184535972</c:v>
                </c:pt>
                <c:pt idx="336">
                  <c:v>-0.000967846004947</c:v>
                </c:pt>
                <c:pt idx="337">
                  <c:v>-0.0090332293795</c:v>
                </c:pt>
                <c:pt idx="338">
                  <c:v>0.00193569200989</c:v>
                </c:pt>
                <c:pt idx="339">
                  <c:v>-0.00118292289493</c:v>
                </c:pt>
                <c:pt idx="340">
                  <c:v>0.0104312291644</c:v>
                </c:pt>
                <c:pt idx="341">
                  <c:v>0</c:v>
                </c:pt>
                <c:pt idx="342">
                  <c:v>0.0035487686848</c:v>
                </c:pt>
                <c:pt idx="343">
                  <c:v>-0.00344123023981</c:v>
                </c:pt>
                <c:pt idx="344">
                  <c:v>-0.00709753736961</c:v>
                </c:pt>
                <c:pt idx="345">
                  <c:v>0.00204323045489</c:v>
                </c:pt>
                <c:pt idx="346">
                  <c:v>0.000967846004947</c:v>
                </c:pt>
                <c:pt idx="347">
                  <c:v>0.00150553822992</c:v>
                </c:pt>
                <c:pt idx="348">
                  <c:v>-0.00053769222497</c:v>
                </c:pt>
                <c:pt idx="349">
                  <c:v>0.0053769222497</c:v>
                </c:pt>
                <c:pt idx="350">
                  <c:v>-0.000860307559953</c:v>
                </c:pt>
                <c:pt idx="351">
                  <c:v>0.00419399935477</c:v>
                </c:pt>
                <c:pt idx="352">
                  <c:v>-0.00580707602968</c:v>
                </c:pt>
                <c:pt idx="353">
                  <c:v>0.00150553822992</c:v>
                </c:pt>
                <c:pt idx="354">
                  <c:v>-0.00419399935477</c:v>
                </c:pt>
                <c:pt idx="355">
                  <c:v>0.018496612539</c:v>
                </c:pt>
                <c:pt idx="356">
                  <c:v>-0.00785030648457</c:v>
                </c:pt>
                <c:pt idx="357">
                  <c:v>-0.00569953758469</c:v>
                </c:pt>
                <c:pt idx="358">
                  <c:v>-0.018389074094</c:v>
                </c:pt>
                <c:pt idx="359">
                  <c:v>0.0498978384773</c:v>
                </c:pt>
                <c:pt idx="360">
                  <c:v>0.0459189160125</c:v>
                </c:pt>
                <c:pt idx="361">
                  <c:v>-0.00688246047962</c:v>
                </c:pt>
                <c:pt idx="362">
                  <c:v>-0.119367673943</c:v>
                </c:pt>
                <c:pt idx="363">
                  <c:v>-0.017528766534</c:v>
                </c:pt>
                <c:pt idx="364">
                  <c:v>0.197763200344</c:v>
                </c:pt>
                <c:pt idx="365">
                  <c:v>-0.0401118399828</c:v>
                </c:pt>
                <c:pt idx="366">
                  <c:v>-0.160554898376</c:v>
                </c:pt>
                <c:pt idx="367">
                  <c:v>-0.0431229164426</c:v>
                </c:pt>
                <c:pt idx="368">
                  <c:v>0.179696741585</c:v>
                </c:pt>
                <c:pt idx="369">
                  <c:v>0.0270996881385</c:v>
                </c:pt>
                <c:pt idx="370">
                  <c:v>0.0317238412733</c:v>
                </c:pt>
                <c:pt idx="371">
                  <c:v>-0.215722120658</c:v>
                </c:pt>
                <c:pt idx="372">
                  <c:v>0.131196902893</c:v>
                </c:pt>
                <c:pt idx="373">
                  <c:v>0.0390364555329</c:v>
                </c:pt>
                <c:pt idx="374">
                  <c:v>0.0503279922572</c:v>
                </c:pt>
                <c:pt idx="375">
                  <c:v>0.000215076889988</c:v>
                </c:pt>
                <c:pt idx="376">
                  <c:v>-0.27239488117</c:v>
                </c:pt>
                <c:pt idx="377">
                  <c:v>0.298311646414</c:v>
                </c:pt>
                <c:pt idx="378">
                  <c:v>-0.0667813743413</c:v>
                </c:pt>
                <c:pt idx="379">
                  <c:v>0.0922679858049</c:v>
                </c:pt>
                <c:pt idx="380">
                  <c:v>-0.123239057963</c:v>
                </c:pt>
                <c:pt idx="381">
                  <c:v>-0.279599956985</c:v>
                </c:pt>
                <c:pt idx="382">
                  <c:v>0.35724271427</c:v>
                </c:pt>
                <c:pt idx="383">
                  <c:v>-0.0557049145069</c:v>
                </c:pt>
                <c:pt idx="384">
                  <c:v>0.072588450371</c:v>
                </c:pt>
                <c:pt idx="385">
                  <c:v>-0.18410581783</c:v>
                </c:pt>
                <c:pt idx="386">
                  <c:v>-0.105387676094</c:v>
                </c:pt>
                <c:pt idx="387">
                  <c:v>0.301967953543</c:v>
                </c:pt>
                <c:pt idx="388">
                  <c:v>-0.0331218410582</c:v>
                </c:pt>
                <c:pt idx="389">
                  <c:v>0.00387138401979</c:v>
                </c:pt>
                <c:pt idx="390">
                  <c:v>-0.294117647059</c:v>
                </c:pt>
                <c:pt idx="391">
                  <c:v>0.18303043338</c:v>
                </c:pt>
                <c:pt idx="392">
                  <c:v>0.0472093773524</c:v>
                </c:pt>
                <c:pt idx="393">
                  <c:v>0.0837724486504</c:v>
                </c:pt>
                <c:pt idx="394">
                  <c:v>-0.0443058393376</c:v>
                </c:pt>
                <c:pt idx="395">
                  <c:v>-0.317345951178</c:v>
                </c:pt>
                <c:pt idx="396">
                  <c:v>0.395311323798</c:v>
                </c:pt>
                <c:pt idx="397">
                  <c:v>-0.154962899236</c:v>
                </c:pt>
                <c:pt idx="398">
                  <c:v>0.156360899021</c:v>
                </c:pt>
                <c:pt idx="399">
                  <c:v>-0.0647381438864</c:v>
                </c:pt>
                <c:pt idx="400">
                  <c:v>-0.362727174965</c:v>
                </c:pt>
                <c:pt idx="401">
                  <c:v>0.391009785998</c:v>
                </c:pt>
                <c:pt idx="402">
                  <c:v>-0.212818582643</c:v>
                </c:pt>
                <c:pt idx="403">
                  <c:v>0.167975051081</c:v>
                </c:pt>
                <c:pt idx="404">
                  <c:v>-0.194321970104</c:v>
                </c:pt>
                <c:pt idx="405">
                  <c:v>-0.142918593397</c:v>
                </c:pt>
                <c:pt idx="406">
                  <c:v>0.282288418109</c:v>
                </c:pt>
                <c:pt idx="407">
                  <c:v>0.0137649209592</c:v>
                </c:pt>
                <c:pt idx="408">
                  <c:v>0.0414023013227</c:v>
                </c:pt>
                <c:pt idx="409">
                  <c:v>-0.389504247769</c:v>
                </c:pt>
                <c:pt idx="410">
                  <c:v>0.308205183353</c:v>
                </c:pt>
                <c:pt idx="411">
                  <c:v>-0.0159156898591</c:v>
                </c:pt>
                <c:pt idx="412">
                  <c:v>0.28142811055</c:v>
                </c:pt>
                <c:pt idx="413">
                  <c:v>-0.0257016883536</c:v>
                </c:pt>
                <c:pt idx="414">
                  <c:v>-0.551779761265</c:v>
                </c:pt>
                <c:pt idx="415">
                  <c:v>0.761802344338</c:v>
                </c:pt>
                <c:pt idx="416">
                  <c:v>-0.329282718572</c:v>
                </c:pt>
                <c:pt idx="417">
                  <c:v>0.188945047855</c:v>
                </c:pt>
                <c:pt idx="418">
                  <c:v>-0.0237659963437</c:v>
                </c:pt>
                <c:pt idx="419">
                  <c:v>-0.605011291537</c:v>
                </c:pt>
                <c:pt idx="420">
                  <c:v>0.389074093989</c:v>
                </c:pt>
                <c:pt idx="421">
                  <c:v>0.126357672868</c:v>
                </c:pt>
                <c:pt idx="422">
                  <c:v>-0.00752769114959</c:v>
                </c:pt>
                <c:pt idx="423">
                  <c:v>-0.378320249489</c:v>
                </c:pt>
                <c:pt idx="424">
                  <c:v>0.0118292289493</c:v>
                </c:pt>
                <c:pt idx="425">
                  <c:v>-0.28078287988</c:v>
                </c:pt>
                <c:pt idx="426">
                  <c:v>0.498010538768</c:v>
                </c:pt>
                <c:pt idx="427">
                  <c:v>0.0859232175503</c:v>
                </c:pt>
                <c:pt idx="428">
                  <c:v>-0.663834820948</c:v>
                </c:pt>
                <c:pt idx="429">
                  <c:v>0.610925906011</c:v>
                </c:pt>
                <c:pt idx="430">
                  <c:v>-0.263039036456</c:v>
                </c:pt>
                <c:pt idx="431">
                  <c:v>0.148510592537</c:v>
                </c:pt>
                <c:pt idx="432">
                  <c:v>0.0614044520916</c:v>
                </c:pt>
                <c:pt idx="433">
                  <c:v>-0.537154532745</c:v>
                </c:pt>
                <c:pt idx="434">
                  <c:v>0.330358103022</c:v>
                </c:pt>
                <c:pt idx="435">
                  <c:v>0.199268738574</c:v>
                </c:pt>
                <c:pt idx="436">
                  <c:v>0.0125819980643</c:v>
                </c:pt>
                <c:pt idx="437">
                  <c:v>-0.269276266265</c:v>
                </c:pt>
                <c:pt idx="438">
                  <c:v>-0.393590708678</c:v>
                </c:pt>
                <c:pt idx="439">
                  <c:v>0.0121518442843</c:v>
                </c:pt>
                <c:pt idx="440">
                  <c:v>0.256909345091</c:v>
                </c:pt>
                <c:pt idx="441">
                  <c:v>0.18109474137</c:v>
                </c:pt>
                <c:pt idx="442">
                  <c:v>-0.405742552963</c:v>
                </c:pt>
                <c:pt idx="443">
                  <c:v>0.491450693623</c:v>
                </c:pt>
                <c:pt idx="444">
                  <c:v>-0.392515324228</c:v>
                </c:pt>
                <c:pt idx="445">
                  <c:v>0.219163350898</c:v>
                </c:pt>
                <c:pt idx="446">
                  <c:v>0.203462737929</c:v>
                </c:pt>
                <c:pt idx="447">
                  <c:v>-0.300354876868</c:v>
                </c:pt>
                <c:pt idx="448">
                  <c:v>0.579417141628</c:v>
                </c:pt>
                <c:pt idx="449">
                  <c:v>-0.224755350038</c:v>
                </c:pt>
                <c:pt idx="450">
                  <c:v>0.0473169157974</c:v>
                </c:pt>
                <c:pt idx="451">
                  <c:v>-0.036347994408</c:v>
                </c:pt>
                <c:pt idx="452">
                  <c:v>-0.297343800409</c:v>
                </c:pt>
                <c:pt idx="453">
                  <c:v>0.54952145392</c:v>
                </c:pt>
                <c:pt idx="454">
                  <c:v>0.0415098397677</c:v>
                </c:pt>
                <c:pt idx="455">
                  <c:v>0.0255941499086</c:v>
                </c:pt>
                <c:pt idx="456">
                  <c:v>-0.200129046134</c:v>
                </c:pt>
                <c:pt idx="457">
                  <c:v>-0.35595225293</c:v>
                </c:pt>
                <c:pt idx="458">
                  <c:v>0.485966232928</c:v>
                </c:pt>
                <c:pt idx="459">
                  <c:v>0.170986127541</c:v>
                </c:pt>
                <c:pt idx="460">
                  <c:v>0.18991289386</c:v>
                </c:pt>
                <c:pt idx="461">
                  <c:v>-0.199483815464</c:v>
                </c:pt>
                <c:pt idx="462">
                  <c:v>-0.388213786429</c:v>
                </c:pt>
                <c:pt idx="463">
                  <c:v>0.489084847833</c:v>
                </c:pt>
                <c:pt idx="464">
                  <c:v>0.200666738359</c:v>
                </c:pt>
                <c:pt idx="465">
                  <c:v>0.114851059254</c:v>
                </c:pt>
                <c:pt idx="466">
                  <c:v>-0.160554898376</c:v>
                </c:pt>
                <c:pt idx="467">
                  <c:v>-0.381438864394</c:v>
                </c:pt>
                <c:pt idx="468">
                  <c:v>0.577373911173</c:v>
                </c:pt>
                <c:pt idx="469">
                  <c:v>0.128078287988</c:v>
                </c:pt>
                <c:pt idx="470">
                  <c:v>-0.247338423486</c:v>
                </c:pt>
                <c:pt idx="471">
                  <c:v>-0.132057210453</c:v>
                </c:pt>
                <c:pt idx="472">
                  <c:v>-0.288203032584</c:v>
                </c:pt>
                <c:pt idx="473">
                  <c:v>0.631895902785</c:v>
                </c:pt>
                <c:pt idx="474">
                  <c:v>-0.0401118399828</c:v>
                </c:pt>
                <c:pt idx="475">
                  <c:v>-0.297666415744</c:v>
                </c:pt>
                <c:pt idx="476">
                  <c:v>0.0974298311646</c:v>
                </c:pt>
                <c:pt idx="477">
                  <c:v>-0.0665662974513</c:v>
                </c:pt>
                <c:pt idx="478">
                  <c:v>0.072480911926</c:v>
                </c:pt>
                <c:pt idx="479">
                  <c:v>-0.254435960856</c:v>
                </c:pt>
                <c:pt idx="480">
                  <c:v>-0.0390364555329</c:v>
                </c:pt>
                <c:pt idx="481">
                  <c:v>0.288203032584</c:v>
                </c:pt>
                <c:pt idx="482">
                  <c:v>-0.0161307667491</c:v>
                </c:pt>
                <c:pt idx="483">
                  <c:v>-0.27368534251</c:v>
                </c:pt>
                <c:pt idx="484">
                  <c:v>0.0635552209915</c:v>
                </c:pt>
                <c:pt idx="485">
                  <c:v>0.153457361007</c:v>
                </c:pt>
                <c:pt idx="486">
                  <c:v>0.0929132164749</c:v>
                </c:pt>
                <c:pt idx="487">
                  <c:v>-0.036132917518</c:v>
                </c:pt>
                <c:pt idx="488">
                  <c:v>-0.221099042908</c:v>
                </c:pt>
                <c:pt idx="489">
                  <c:v>0.151629207442</c:v>
                </c:pt>
                <c:pt idx="490">
                  <c:v>0.0164533820841</c:v>
                </c:pt>
                <c:pt idx="491">
                  <c:v>0.000215076889988</c:v>
                </c:pt>
                <c:pt idx="492">
                  <c:v>0.165824282181</c:v>
                </c:pt>
                <c:pt idx="493">
                  <c:v>-0.212280890418</c:v>
                </c:pt>
                <c:pt idx="494">
                  <c:v>-0.126250134423</c:v>
                </c:pt>
                <c:pt idx="495">
                  <c:v>0.193139047209</c:v>
                </c:pt>
                <c:pt idx="496">
                  <c:v>-0.0497903000323</c:v>
                </c:pt>
                <c:pt idx="497">
                  <c:v>0.163781051726</c:v>
                </c:pt>
                <c:pt idx="498">
                  <c:v>-0.159909667706</c:v>
                </c:pt>
                <c:pt idx="499">
                  <c:v>-0.165501666846</c:v>
                </c:pt>
                <c:pt idx="500">
                  <c:v>0.298526723304</c:v>
                </c:pt>
                <c:pt idx="501">
                  <c:v>-0.0685019894612</c:v>
                </c:pt>
                <c:pt idx="502">
                  <c:v>0.0647381438864</c:v>
                </c:pt>
                <c:pt idx="503">
                  <c:v>-0.0331218410582</c:v>
                </c:pt>
                <c:pt idx="504">
                  <c:v>-0.198085815679</c:v>
                </c:pt>
                <c:pt idx="505">
                  <c:v>0.213141197978</c:v>
                </c:pt>
                <c:pt idx="506">
                  <c:v>-0.0333369179482</c:v>
                </c:pt>
                <c:pt idx="507">
                  <c:v>-0.0479621464674</c:v>
                </c:pt>
                <c:pt idx="508">
                  <c:v>0.110979675234</c:v>
                </c:pt>
                <c:pt idx="509">
                  <c:v>-0.150016130767</c:v>
                </c:pt>
                <c:pt idx="510">
                  <c:v>-0.101516292074</c:v>
                </c:pt>
                <c:pt idx="511">
                  <c:v>-0.0934509086999</c:v>
                </c:pt>
                <c:pt idx="512">
                  <c:v>-0.1761479729</c:v>
                </c:pt>
                <c:pt idx="513">
                  <c:v>0.17851381869</c:v>
                </c:pt>
                <c:pt idx="514">
                  <c:v>-0.0495752231423</c:v>
                </c:pt>
                <c:pt idx="515">
                  <c:v>-0.245080116142</c:v>
                </c:pt>
                <c:pt idx="516">
                  <c:v>-0.115066136144</c:v>
                </c:pt>
                <c:pt idx="517">
                  <c:v>-0.110226906119</c:v>
                </c:pt>
                <c:pt idx="518">
                  <c:v>0.201742122809</c:v>
                </c:pt>
                <c:pt idx="519">
                  <c:v>-0.0381761479729</c:v>
                </c:pt>
                <c:pt idx="520">
                  <c:v>-0.303903645553</c:v>
                </c:pt>
                <c:pt idx="521">
                  <c:v>0.0497903000323</c:v>
                </c:pt>
                <c:pt idx="522">
                  <c:v>-0.121410904398</c:v>
                </c:pt>
                <c:pt idx="523">
                  <c:v>0.273792880955</c:v>
                </c:pt>
                <c:pt idx="524">
                  <c:v>-0.0897946015701</c:v>
                </c:pt>
                <c:pt idx="525">
                  <c:v>-0.380686095279</c:v>
                </c:pt>
                <c:pt idx="526">
                  <c:v>-0.0261318421336</c:v>
                </c:pt>
                <c:pt idx="527">
                  <c:v>-0.127110441983</c:v>
                </c:pt>
                <c:pt idx="528">
                  <c:v>0.278739649425</c:v>
                </c:pt>
                <c:pt idx="529">
                  <c:v>0.0132272287343</c:v>
                </c:pt>
                <c:pt idx="530">
                  <c:v>-0.336810409721</c:v>
                </c:pt>
                <c:pt idx="531">
                  <c:v>-0.136251209808</c:v>
                </c:pt>
                <c:pt idx="532">
                  <c:v>0.117969674159</c:v>
                </c:pt>
                <c:pt idx="533">
                  <c:v>0.190020432305</c:v>
                </c:pt>
                <c:pt idx="534">
                  <c:v>-0.0287127648134</c:v>
                </c:pt>
                <c:pt idx="535">
                  <c:v>-0.345628562211</c:v>
                </c:pt>
                <c:pt idx="536">
                  <c:v>-0.173029357995</c:v>
                </c:pt>
                <c:pt idx="537">
                  <c:v>0.127863211098</c:v>
                </c:pt>
                <c:pt idx="538">
                  <c:v>0.166684589741</c:v>
                </c:pt>
                <c:pt idx="539">
                  <c:v>-0.018389074094</c:v>
                </c:pt>
                <c:pt idx="540">
                  <c:v>-0.360146252285</c:v>
                </c:pt>
                <c:pt idx="541">
                  <c:v>-0.125067211528</c:v>
                </c:pt>
                <c:pt idx="542">
                  <c:v>0.0609742983116</c:v>
                </c:pt>
                <c:pt idx="543">
                  <c:v>0.166899666631</c:v>
                </c:pt>
                <c:pt idx="544">
                  <c:v>-0.0486073771373</c:v>
                </c:pt>
                <c:pt idx="545">
                  <c:v>-0.341542101301</c:v>
                </c:pt>
                <c:pt idx="546">
                  <c:v>0.0332293795032</c:v>
                </c:pt>
                <c:pt idx="547">
                  <c:v>-0.018604150984</c:v>
                </c:pt>
                <c:pt idx="548">
                  <c:v>0.108506290999</c:v>
                </c:pt>
                <c:pt idx="549">
                  <c:v>-0.112915367244</c:v>
                </c:pt>
                <c:pt idx="550">
                  <c:v>-0.105817829874</c:v>
                </c:pt>
                <c:pt idx="551">
                  <c:v>0.145069362297</c:v>
                </c:pt>
                <c:pt idx="552">
                  <c:v>-0.120658135283</c:v>
                </c:pt>
                <c:pt idx="553">
                  <c:v>0.0830196795354</c:v>
                </c:pt>
                <c:pt idx="554">
                  <c:v>-0.191418432089</c:v>
                </c:pt>
                <c:pt idx="555">
                  <c:v>0.295300569954</c:v>
                </c:pt>
                <c:pt idx="556">
                  <c:v>-0.017421228089</c:v>
                </c:pt>
                <c:pt idx="557">
                  <c:v>-0.0643079901065</c:v>
                </c:pt>
                <c:pt idx="558">
                  <c:v>0.0831272179804</c:v>
                </c:pt>
                <c:pt idx="559">
                  <c:v>-0.312936874933</c:v>
                </c:pt>
                <c:pt idx="560">
                  <c:v>0.239380578557</c:v>
                </c:pt>
                <c:pt idx="561">
                  <c:v>-0.0340896870631</c:v>
                </c:pt>
                <c:pt idx="562">
                  <c:v>0.117324443489</c:v>
                </c:pt>
                <c:pt idx="563">
                  <c:v>-0.133455210238</c:v>
                </c:pt>
                <c:pt idx="564">
                  <c:v>-0.248951500161</c:v>
                </c:pt>
                <c:pt idx="565">
                  <c:v>0.220991504463</c:v>
                </c:pt>
                <c:pt idx="566">
                  <c:v>-0.0830196795354</c:v>
                </c:pt>
                <c:pt idx="567">
                  <c:v>0.158619206366</c:v>
                </c:pt>
                <c:pt idx="568">
                  <c:v>-0.26551242069</c:v>
                </c:pt>
                <c:pt idx="569">
                  <c:v>0.18130981826</c:v>
                </c:pt>
                <c:pt idx="570">
                  <c:v>-0.0204323045489</c:v>
                </c:pt>
                <c:pt idx="571">
                  <c:v>0.0373158404129</c:v>
                </c:pt>
                <c:pt idx="572">
                  <c:v>0.0882890633401</c:v>
                </c:pt>
                <c:pt idx="573">
                  <c:v>-0.36261963652</c:v>
                </c:pt>
                <c:pt idx="574">
                  <c:v>0.26400688246</c:v>
                </c:pt>
                <c:pt idx="575">
                  <c:v>-0.0766749112808</c:v>
                </c:pt>
                <c:pt idx="576">
                  <c:v>0.131627056673</c:v>
                </c:pt>
                <c:pt idx="577">
                  <c:v>-0.167222281966</c:v>
                </c:pt>
                <c:pt idx="578">
                  <c:v>0.0498978384773</c:v>
                </c:pt>
                <c:pt idx="579">
                  <c:v>0.130981826003</c:v>
                </c:pt>
                <c:pt idx="580">
                  <c:v>-0.0833422948704</c:v>
                </c:pt>
                <c:pt idx="581">
                  <c:v>0.113775674804</c:v>
                </c:pt>
                <c:pt idx="582">
                  <c:v>-0.282611033444</c:v>
                </c:pt>
                <c:pt idx="583">
                  <c:v>0.205828583719</c:v>
                </c:pt>
                <c:pt idx="584">
                  <c:v>-0.0690396816862</c:v>
                </c:pt>
                <c:pt idx="585">
                  <c:v>0.0948489084848</c:v>
                </c:pt>
                <c:pt idx="586">
                  <c:v>-0.0817292181955</c:v>
                </c:pt>
                <c:pt idx="587">
                  <c:v>-0.137219055812</c:v>
                </c:pt>
                <c:pt idx="588">
                  <c:v>0.194859662329</c:v>
                </c:pt>
                <c:pt idx="589">
                  <c:v>-0.0774276803957</c:v>
                </c:pt>
                <c:pt idx="590">
                  <c:v>0.0890418324551</c:v>
                </c:pt>
                <c:pt idx="591">
                  <c:v>-0.140122593827</c:v>
                </c:pt>
                <c:pt idx="592">
                  <c:v>0.0572104527369</c:v>
                </c:pt>
                <c:pt idx="593">
                  <c:v>0.0758146037208</c:v>
                </c:pt>
                <c:pt idx="594">
                  <c:v>0.000645230669965</c:v>
                </c:pt>
                <c:pt idx="595">
                  <c:v>0.0339821486181</c:v>
                </c:pt>
                <c:pt idx="596">
                  <c:v>-0.18883750941</c:v>
                </c:pt>
                <c:pt idx="597">
                  <c:v>0.132487364233</c:v>
                </c:pt>
                <c:pt idx="598">
                  <c:v>-0.0935584471449</c:v>
                </c:pt>
                <c:pt idx="599">
                  <c:v>0.0573179911818</c:v>
                </c:pt>
                <c:pt idx="600">
                  <c:v>-0.0689321432412</c:v>
                </c:pt>
                <c:pt idx="601">
                  <c:v>-0.129476287773</c:v>
                </c:pt>
                <c:pt idx="602">
                  <c:v>0.161200129046</c:v>
                </c:pt>
                <c:pt idx="603">
                  <c:v>-0.0575330680718</c:v>
                </c:pt>
                <c:pt idx="604">
                  <c:v>0.0852779868803</c:v>
                </c:pt>
                <c:pt idx="605">
                  <c:v>-0.163135821056</c:v>
                </c:pt>
                <c:pt idx="606">
                  <c:v>-0.0484998386923</c:v>
                </c:pt>
                <c:pt idx="607">
                  <c:v>0.109259060114</c:v>
                </c:pt>
                <c:pt idx="608">
                  <c:v>0.0195719969889</c:v>
                </c:pt>
                <c:pt idx="609">
                  <c:v>0.00860307559953</c:v>
                </c:pt>
                <c:pt idx="610">
                  <c:v>-0.243682116357</c:v>
                </c:pt>
                <c:pt idx="611">
                  <c:v>0.305409183783</c:v>
                </c:pt>
                <c:pt idx="612">
                  <c:v>-0.0819442950855</c:v>
                </c:pt>
                <c:pt idx="613">
                  <c:v>0.169803204646</c:v>
                </c:pt>
                <c:pt idx="614">
                  <c:v>-0.191848585869</c:v>
                </c:pt>
                <c:pt idx="615">
                  <c:v>-0.0686095279062</c:v>
                </c:pt>
                <c:pt idx="616">
                  <c:v>0.197763200344</c:v>
                </c:pt>
                <c:pt idx="617">
                  <c:v>0.101301215184</c:v>
                </c:pt>
                <c:pt idx="618">
                  <c:v>0.0278524572535</c:v>
                </c:pt>
                <c:pt idx="619">
                  <c:v>-0.344338100871</c:v>
                </c:pt>
                <c:pt idx="620">
                  <c:v>0.409398860092</c:v>
                </c:pt>
                <c:pt idx="621">
                  <c:v>-0.121410904398</c:v>
                </c:pt>
                <c:pt idx="622">
                  <c:v>0.18862243252</c:v>
                </c:pt>
                <c:pt idx="623">
                  <c:v>-0.114851059254</c:v>
                </c:pt>
                <c:pt idx="624">
                  <c:v>-0.0302183030433</c:v>
                </c:pt>
                <c:pt idx="625">
                  <c:v>-0.00161307667491</c:v>
                </c:pt>
                <c:pt idx="626">
                  <c:v>0.240993655232</c:v>
                </c:pt>
                <c:pt idx="627">
                  <c:v>0.0323690719432</c:v>
                </c:pt>
                <c:pt idx="628">
                  <c:v>-0.468760081729</c:v>
                </c:pt>
                <c:pt idx="629">
                  <c:v>0.413700397892</c:v>
                </c:pt>
                <c:pt idx="630">
                  <c:v>-0.0132272287343</c:v>
                </c:pt>
                <c:pt idx="631">
                  <c:v>0.00849553715453</c:v>
                </c:pt>
                <c:pt idx="632">
                  <c:v>-0.293257339499</c:v>
                </c:pt>
                <c:pt idx="633">
                  <c:v>0.251532422841</c:v>
                </c:pt>
                <c:pt idx="634">
                  <c:v>-0.0503279922572</c:v>
                </c:pt>
                <c:pt idx="635">
                  <c:v>0.0736638348209</c:v>
                </c:pt>
                <c:pt idx="636">
                  <c:v>0.152059361222</c:v>
                </c:pt>
                <c:pt idx="637">
                  <c:v>-0.414775782342</c:v>
                </c:pt>
                <c:pt idx="638">
                  <c:v>0.244972577697</c:v>
                </c:pt>
                <c:pt idx="639">
                  <c:v>0.193569200989</c:v>
                </c:pt>
                <c:pt idx="640">
                  <c:v>0.0965695236047</c:v>
                </c:pt>
                <c:pt idx="641">
                  <c:v>-0.312936874933</c:v>
                </c:pt>
                <c:pt idx="642">
                  <c:v>0.277234111195</c:v>
                </c:pt>
                <c:pt idx="643">
                  <c:v>-0.0528013764921</c:v>
                </c:pt>
                <c:pt idx="644">
                  <c:v>0.0398967630928</c:v>
                </c:pt>
                <c:pt idx="645">
                  <c:v>-0.0497903000323</c:v>
                </c:pt>
                <c:pt idx="646">
                  <c:v>-0.326809334337</c:v>
                </c:pt>
                <c:pt idx="647">
                  <c:v>0.0261318421336</c:v>
                </c:pt>
                <c:pt idx="648">
                  <c:v>0.113022905689</c:v>
                </c:pt>
                <c:pt idx="649">
                  <c:v>0.113883213249</c:v>
                </c:pt>
                <c:pt idx="650">
                  <c:v>-0.378642864824</c:v>
                </c:pt>
                <c:pt idx="651">
                  <c:v>0.316270566728</c:v>
                </c:pt>
                <c:pt idx="652">
                  <c:v>0.00322615334982</c:v>
                </c:pt>
                <c:pt idx="653">
                  <c:v>-0.0506506075922</c:v>
                </c:pt>
                <c:pt idx="654">
                  <c:v>-0.0940961393698</c:v>
                </c:pt>
                <c:pt idx="655">
                  <c:v>-0.000107538444994</c:v>
                </c:pt>
                <c:pt idx="656">
                  <c:v>0.124959673083</c:v>
                </c:pt>
                <c:pt idx="657">
                  <c:v>0.0254866114636</c:v>
                </c:pt>
                <c:pt idx="658">
                  <c:v>0.00344123023981</c:v>
                </c:pt>
                <c:pt idx="659">
                  <c:v>-0.139369824712</c:v>
                </c:pt>
                <c:pt idx="660">
                  <c:v>0.135928594473</c:v>
                </c:pt>
                <c:pt idx="661">
                  <c:v>0.0374233788579</c:v>
                </c:pt>
                <c:pt idx="662">
                  <c:v>-0.0647381438864</c:v>
                </c:pt>
                <c:pt idx="663">
                  <c:v>-0.103129368749</c:v>
                </c:pt>
                <c:pt idx="664">
                  <c:v>0.103129368749</c:v>
                </c:pt>
                <c:pt idx="665">
                  <c:v>0.0393590708678</c:v>
                </c:pt>
                <c:pt idx="666">
                  <c:v>0.0300032261533</c:v>
                </c:pt>
                <c:pt idx="667">
                  <c:v>-0.0872136788902</c:v>
                </c:pt>
                <c:pt idx="668">
                  <c:v>-0.0838799870954</c:v>
                </c:pt>
                <c:pt idx="669">
                  <c:v>0.199376277019</c:v>
                </c:pt>
                <c:pt idx="670">
                  <c:v>0.0306484568233</c:v>
                </c:pt>
                <c:pt idx="671">
                  <c:v>-0.134960748468</c:v>
                </c:pt>
                <c:pt idx="672">
                  <c:v>-0.151414130552</c:v>
                </c:pt>
                <c:pt idx="673">
                  <c:v>0.165179051511</c:v>
                </c:pt>
                <c:pt idx="674">
                  <c:v>0.0583933756318</c:v>
                </c:pt>
                <c:pt idx="675">
                  <c:v>-0.0606516829767</c:v>
                </c:pt>
                <c:pt idx="676">
                  <c:v>-0.192278739649</c:v>
                </c:pt>
                <c:pt idx="677">
                  <c:v>0.152489515002</c:v>
                </c:pt>
                <c:pt idx="678">
                  <c:v>0.0838799870954</c:v>
                </c:pt>
                <c:pt idx="679">
                  <c:v>0.0101086138294</c:v>
                </c:pt>
                <c:pt idx="680">
                  <c:v>-0.167867512636</c:v>
                </c:pt>
                <c:pt idx="681">
                  <c:v>0.0585009140768</c:v>
                </c:pt>
                <c:pt idx="682">
                  <c:v>0.0742015270459</c:v>
                </c:pt>
                <c:pt idx="683">
                  <c:v>-0.00580707602968</c:v>
                </c:pt>
                <c:pt idx="684">
                  <c:v>-0.0764598343908</c:v>
                </c:pt>
                <c:pt idx="685">
                  <c:v>0.0035487686848</c:v>
                </c:pt>
                <c:pt idx="686">
                  <c:v>0.105602752984</c:v>
                </c:pt>
                <c:pt idx="687">
                  <c:v>0.233035810302</c:v>
                </c:pt>
                <c:pt idx="688">
                  <c:v>-0.0143026131842</c:v>
                </c:pt>
                <c:pt idx="689">
                  <c:v>0.0417249166577</c:v>
                </c:pt>
                <c:pt idx="690">
                  <c:v>0.106032906764</c:v>
                </c:pt>
                <c:pt idx="691">
                  <c:v>0.0789332186257</c:v>
                </c:pt>
                <c:pt idx="692">
                  <c:v>-0.0642004516615</c:v>
                </c:pt>
                <c:pt idx="693">
                  <c:v>-0.018389074094</c:v>
                </c:pt>
                <c:pt idx="694">
                  <c:v>0.0201096892139</c:v>
                </c:pt>
                <c:pt idx="695">
                  <c:v>0.073341219486</c:v>
                </c:pt>
                <c:pt idx="696">
                  <c:v>-0.0220453812238</c:v>
                </c:pt>
                <c:pt idx="697">
                  <c:v>-0.0433379933326</c:v>
                </c:pt>
                <c:pt idx="698">
                  <c:v>-0.00709753736961</c:v>
                </c:pt>
                <c:pt idx="699">
                  <c:v>-0.00301107645983</c:v>
                </c:pt>
                <c:pt idx="700">
                  <c:v>0.0777502957307</c:v>
                </c:pt>
                <c:pt idx="701">
                  <c:v>-0.0404344553178</c:v>
                </c:pt>
                <c:pt idx="702">
                  <c:v>-0.0072050758146</c:v>
                </c:pt>
                <c:pt idx="703">
                  <c:v>0.0112915367244</c:v>
                </c:pt>
                <c:pt idx="704">
                  <c:v>-0.036670609743</c:v>
                </c:pt>
                <c:pt idx="705">
                  <c:v>0.0393590708678</c:v>
                </c:pt>
                <c:pt idx="706">
                  <c:v>-0.0303258414883</c:v>
                </c:pt>
                <c:pt idx="707">
                  <c:v>-0.0141950747392</c:v>
                </c:pt>
                <c:pt idx="708">
                  <c:v>-0.00634476825465</c:v>
                </c:pt>
                <c:pt idx="709">
                  <c:v>0.0478546080224</c:v>
                </c:pt>
                <c:pt idx="710">
                  <c:v>-0.0255941499086</c:v>
                </c:pt>
                <c:pt idx="711">
                  <c:v>-0.0124744596193</c:v>
                </c:pt>
                <c:pt idx="712">
                  <c:v>0.0480696849124</c:v>
                </c:pt>
                <c:pt idx="713">
                  <c:v>-0.0232283041187</c:v>
                </c:pt>
                <c:pt idx="714">
                  <c:v>0.036132917518</c:v>
                </c:pt>
                <c:pt idx="715">
                  <c:v>-0.0333369179482</c:v>
                </c:pt>
                <c:pt idx="716">
                  <c:v>0.0145176900742</c:v>
                </c:pt>
                <c:pt idx="717">
                  <c:v>-0.0378535326379</c:v>
                </c:pt>
                <c:pt idx="718">
                  <c:v>0.0201096892139</c:v>
                </c:pt>
                <c:pt idx="719">
                  <c:v>-0.0237659963437</c:v>
                </c:pt>
                <c:pt idx="720">
                  <c:v>0.0319389181632</c:v>
                </c:pt>
                <c:pt idx="721">
                  <c:v>-0.018066458759</c:v>
                </c:pt>
                <c:pt idx="722">
                  <c:v>0.00666738358963</c:v>
                </c:pt>
                <c:pt idx="723">
                  <c:v>-0.0202172276589</c:v>
                </c:pt>
                <c:pt idx="724">
                  <c:v>-0.0486073771373</c:v>
                </c:pt>
                <c:pt idx="725">
                  <c:v>0.0452736853425</c:v>
                </c:pt>
                <c:pt idx="726">
                  <c:v>-0.018926766319</c:v>
                </c:pt>
                <c:pt idx="727">
                  <c:v>0.0208624583289</c:v>
                </c:pt>
                <c:pt idx="728">
                  <c:v>0.00645230669965</c:v>
                </c:pt>
                <c:pt idx="729">
                  <c:v>-0.0279599956985</c:v>
                </c:pt>
                <c:pt idx="730">
                  <c:v>0.00677492203463</c:v>
                </c:pt>
                <c:pt idx="731">
                  <c:v>0.0520486073771</c:v>
                </c:pt>
                <c:pt idx="732">
                  <c:v>-0.00333369179482</c:v>
                </c:pt>
                <c:pt idx="733">
                  <c:v>-0.0439832240026</c:v>
                </c:pt>
                <c:pt idx="734">
                  <c:v>0.0035487686848</c:v>
                </c:pt>
                <c:pt idx="735">
                  <c:v>-0.0090332293795</c:v>
                </c:pt>
                <c:pt idx="736">
                  <c:v>-0.00376384557479</c:v>
                </c:pt>
                <c:pt idx="737">
                  <c:v>-0.0212926121088</c:v>
                </c:pt>
                <c:pt idx="738">
                  <c:v>0.0254866114636</c:v>
                </c:pt>
                <c:pt idx="739">
                  <c:v>0.00989353693946</c:v>
                </c:pt>
                <c:pt idx="740">
                  <c:v>0.0073126142596</c:v>
                </c:pt>
                <c:pt idx="741">
                  <c:v>-0.0267770728035</c:v>
                </c:pt>
                <c:pt idx="742">
                  <c:v>0.0222604581138</c:v>
                </c:pt>
                <c:pt idx="743">
                  <c:v>0.00806538337456</c:v>
                </c:pt>
                <c:pt idx="744">
                  <c:v>-0.017958920314</c:v>
                </c:pt>
                <c:pt idx="745">
                  <c:v>0.0196795354339</c:v>
                </c:pt>
                <c:pt idx="746">
                  <c:v>0.017958920314</c:v>
                </c:pt>
                <c:pt idx="747">
                  <c:v>0.036132917518</c:v>
                </c:pt>
                <c:pt idx="748">
                  <c:v>-0.181417356705</c:v>
                </c:pt>
                <c:pt idx="749">
                  <c:v>0.411872244327</c:v>
                </c:pt>
                <c:pt idx="750">
                  <c:v>-0.109581675449</c:v>
                </c:pt>
                <c:pt idx="751">
                  <c:v>0.00440907624476</c:v>
                </c:pt>
                <c:pt idx="752">
                  <c:v>0.0877513711152</c:v>
                </c:pt>
                <c:pt idx="753">
                  <c:v>-0.406710398968</c:v>
                </c:pt>
                <c:pt idx="754">
                  <c:v>-0.0420475319927</c:v>
                </c:pt>
                <c:pt idx="755">
                  <c:v>0.231637810517</c:v>
                </c:pt>
                <c:pt idx="756">
                  <c:v>0.0243036885687</c:v>
                </c:pt>
                <c:pt idx="757">
                  <c:v>-0.18238520271</c:v>
                </c:pt>
                <c:pt idx="758">
                  <c:v>0.0575330680718</c:v>
                </c:pt>
                <c:pt idx="759">
                  <c:v>-0.221529196688</c:v>
                </c:pt>
                <c:pt idx="760">
                  <c:v>0.671362512098</c:v>
                </c:pt>
                <c:pt idx="761">
                  <c:v>-0.326809334337</c:v>
                </c:pt>
                <c:pt idx="762">
                  <c:v>-0.150446284547</c:v>
                </c:pt>
                <c:pt idx="763">
                  <c:v>0.215291966878</c:v>
                </c:pt>
                <c:pt idx="764">
                  <c:v>0.354769330035</c:v>
                </c:pt>
                <c:pt idx="765">
                  <c:v>-0.324335950102</c:v>
                </c:pt>
                <c:pt idx="766">
                  <c:v>0.254005807076</c:v>
                </c:pt>
                <c:pt idx="767">
                  <c:v>-0.109151521669</c:v>
                </c:pt>
                <c:pt idx="768">
                  <c:v>-0.0894719862351</c:v>
                </c:pt>
                <c:pt idx="769">
                  <c:v>0.219485966233</c:v>
                </c:pt>
                <c:pt idx="770">
                  <c:v>-0.0495752231423</c:v>
                </c:pt>
                <c:pt idx="771">
                  <c:v>-0.140122593827</c:v>
                </c:pt>
                <c:pt idx="772">
                  <c:v>-0.0218303043338</c:v>
                </c:pt>
                <c:pt idx="773">
                  <c:v>0.535218840736</c:v>
                </c:pt>
                <c:pt idx="774">
                  <c:v>-0.399505323153</c:v>
                </c:pt>
                <c:pt idx="775">
                  <c:v>-0.0431229164426</c:v>
                </c:pt>
                <c:pt idx="776">
                  <c:v>0.185718894505</c:v>
                </c:pt>
                <c:pt idx="777">
                  <c:v>0.036670609743</c:v>
                </c:pt>
                <c:pt idx="778">
                  <c:v>-0.0280675341435</c:v>
                </c:pt>
                <c:pt idx="779">
                  <c:v>-0.110549521454</c:v>
                </c:pt>
                <c:pt idx="780">
                  <c:v>0.141305516722</c:v>
                </c:pt>
                <c:pt idx="781">
                  <c:v>-0.197225508119</c:v>
                </c:pt>
                <c:pt idx="782">
                  <c:v>0.072373373481</c:v>
                </c:pt>
                <c:pt idx="783">
                  <c:v>0.109904290784</c:v>
                </c:pt>
                <c:pt idx="784">
                  <c:v>-0.0749542961609</c:v>
                </c:pt>
                <c:pt idx="785">
                  <c:v>-0.00462415313475</c:v>
                </c:pt>
                <c:pt idx="786">
                  <c:v>-0.0215076889988</c:v>
                </c:pt>
                <c:pt idx="787">
                  <c:v>-0.00967846004947</c:v>
                </c:pt>
                <c:pt idx="788">
                  <c:v>-0.0852779868803</c:v>
                </c:pt>
                <c:pt idx="789">
                  <c:v>-0.0305409183783</c:v>
                </c:pt>
                <c:pt idx="790">
                  <c:v>0.137003978922</c:v>
                </c:pt>
                <c:pt idx="791">
                  <c:v>-0.0110764598344</c:v>
                </c:pt>
                <c:pt idx="792">
                  <c:v>-0.0702226045811</c:v>
                </c:pt>
                <c:pt idx="793">
                  <c:v>0.0233358425637</c:v>
                </c:pt>
                <c:pt idx="794">
                  <c:v>-0.0883966017851</c:v>
                </c:pt>
                <c:pt idx="795">
                  <c:v>0.200774276804</c:v>
                </c:pt>
                <c:pt idx="796">
                  <c:v>-0.103882137864</c:v>
                </c:pt>
                <c:pt idx="797">
                  <c:v>0.0582858371868</c:v>
                </c:pt>
                <c:pt idx="798">
                  <c:v>-0.0407570706528</c:v>
                </c:pt>
                <c:pt idx="799">
                  <c:v>0.0662436821164</c:v>
                </c:pt>
                <c:pt idx="800">
                  <c:v>-0.0683944510162</c:v>
                </c:pt>
                <c:pt idx="801">
                  <c:v>-0.0445209162276</c:v>
                </c:pt>
                <c:pt idx="802">
                  <c:v>0.126572749758</c:v>
                </c:pt>
                <c:pt idx="803">
                  <c:v>-0.0498978384773</c:v>
                </c:pt>
                <c:pt idx="804">
                  <c:v>0.0090332293795</c:v>
                </c:pt>
                <c:pt idx="805">
                  <c:v>0.0711904505861</c:v>
                </c:pt>
                <c:pt idx="806">
                  <c:v>-0.0259167652436</c:v>
                </c:pt>
                <c:pt idx="807">
                  <c:v>-0.0419399935477</c:v>
                </c:pt>
                <c:pt idx="808">
                  <c:v>-0.128723518658</c:v>
                </c:pt>
                <c:pt idx="809">
                  <c:v>0.150768899882</c:v>
                </c:pt>
                <c:pt idx="810">
                  <c:v>-0.0534466071621</c:v>
                </c:pt>
                <c:pt idx="811">
                  <c:v>0.0514033767072</c:v>
                </c:pt>
                <c:pt idx="812">
                  <c:v>0.0692547585762</c:v>
                </c:pt>
                <c:pt idx="813">
                  <c:v>-0.0416173782127</c:v>
                </c:pt>
                <c:pt idx="814">
                  <c:v>-0.131411979783</c:v>
                </c:pt>
                <c:pt idx="815">
                  <c:v>0.0105387676094</c:v>
                </c:pt>
                <c:pt idx="816">
                  <c:v>0.108291214109</c:v>
                </c:pt>
                <c:pt idx="817">
                  <c:v>-0.0709753736961</c:v>
                </c:pt>
                <c:pt idx="818">
                  <c:v>0.120873212173</c:v>
                </c:pt>
                <c:pt idx="819">
                  <c:v>-0.0486073771373</c:v>
                </c:pt>
                <c:pt idx="820">
                  <c:v>-0.0338746101731</c:v>
                </c:pt>
                <c:pt idx="821">
                  <c:v>-0.0581782987418</c:v>
                </c:pt>
                <c:pt idx="822">
                  <c:v>0.0782879879557</c:v>
                </c:pt>
                <c:pt idx="823">
                  <c:v>-0.0105387676094</c:v>
                </c:pt>
                <c:pt idx="824">
                  <c:v>-0.00623722980966</c:v>
                </c:pt>
                <c:pt idx="825">
                  <c:v>0.212926121088</c:v>
                </c:pt>
                <c:pt idx="826">
                  <c:v>-0.0815141413055</c:v>
                </c:pt>
                <c:pt idx="827">
                  <c:v>-0.00344123023981</c:v>
                </c:pt>
                <c:pt idx="828">
                  <c:v>-0.072803527261</c:v>
                </c:pt>
                <c:pt idx="829">
                  <c:v>0.111839982794</c:v>
                </c:pt>
                <c:pt idx="830">
                  <c:v>-0.0158081514141</c:v>
                </c:pt>
                <c:pt idx="831">
                  <c:v>-0.0497903000323</c:v>
                </c:pt>
                <c:pt idx="832">
                  <c:v>-0.00946338315948</c:v>
                </c:pt>
                <c:pt idx="833">
                  <c:v>-0.00247338423486</c:v>
                </c:pt>
                <c:pt idx="834">
                  <c:v>0.0396816862028</c:v>
                </c:pt>
                <c:pt idx="835">
                  <c:v>0.0210775352188</c:v>
                </c:pt>
                <c:pt idx="836">
                  <c:v>0.0160232283041</c:v>
                </c:pt>
                <c:pt idx="837">
                  <c:v>-0.0273147650285</c:v>
                </c:pt>
                <c:pt idx="838">
                  <c:v>-0.0257016883536</c:v>
                </c:pt>
                <c:pt idx="839">
                  <c:v>-0.0265619959135</c:v>
                </c:pt>
                <c:pt idx="840">
                  <c:v>0.0467792235724</c:v>
                </c:pt>
                <c:pt idx="841">
                  <c:v>-0.0249489192386</c:v>
                </c:pt>
                <c:pt idx="842">
                  <c:v>0.0473169157974</c:v>
                </c:pt>
                <c:pt idx="843">
                  <c:v>-0.0054844606947</c:v>
                </c:pt>
                <c:pt idx="844">
                  <c:v>-0.00709753736961</c:v>
                </c:pt>
                <c:pt idx="845">
                  <c:v>-0.0122593827293</c:v>
                </c:pt>
                <c:pt idx="846">
                  <c:v>-0.0461339929025</c:v>
                </c:pt>
                <c:pt idx="847">
                  <c:v>0.0331218410582</c:v>
                </c:pt>
                <c:pt idx="848">
                  <c:v>-0.0389289170879</c:v>
                </c:pt>
                <c:pt idx="849">
                  <c:v>-0.00139799978492</c:v>
                </c:pt>
                <c:pt idx="850">
                  <c:v>0.0493601462523</c:v>
                </c:pt>
                <c:pt idx="851">
                  <c:v>0.00236584578987</c:v>
                </c:pt>
                <c:pt idx="852">
                  <c:v>0.0347349177331</c:v>
                </c:pt>
                <c:pt idx="853">
                  <c:v>-0.0215076889988</c:v>
                </c:pt>
                <c:pt idx="854">
                  <c:v>0.000752769114959</c:v>
                </c:pt>
                <c:pt idx="855">
                  <c:v>0.0353801484031</c:v>
                </c:pt>
                <c:pt idx="856">
                  <c:v>0.00494676846973</c:v>
                </c:pt>
                <c:pt idx="857">
                  <c:v>0.0263469190236</c:v>
                </c:pt>
                <c:pt idx="858">
                  <c:v>-0.0132272287343</c:v>
                </c:pt>
                <c:pt idx="859">
                  <c:v>-0.0702226045811</c:v>
                </c:pt>
                <c:pt idx="860">
                  <c:v>0.0393590708678</c:v>
                </c:pt>
                <c:pt idx="861">
                  <c:v>-0.0209699967738</c:v>
                </c:pt>
                <c:pt idx="862">
                  <c:v>-0.0383912248629</c:v>
                </c:pt>
                <c:pt idx="863">
                  <c:v>0.0832347564254</c:v>
                </c:pt>
                <c:pt idx="864">
                  <c:v>0.0400043015378</c:v>
                </c:pt>
                <c:pt idx="865">
                  <c:v>-0.0291429185934</c:v>
                </c:pt>
                <c:pt idx="866">
                  <c:v>-0.0625873749866</c:v>
                </c:pt>
                <c:pt idx="867">
                  <c:v>-0.0701150661361</c:v>
                </c:pt>
                <c:pt idx="868">
                  <c:v>0.0648456823314</c:v>
                </c:pt>
                <c:pt idx="869">
                  <c:v>0.0287127648134</c:v>
                </c:pt>
                <c:pt idx="870">
                  <c:v>-0.0295730723734</c:v>
                </c:pt>
                <c:pt idx="871">
                  <c:v>-0.0846327562103</c:v>
                </c:pt>
                <c:pt idx="872">
                  <c:v>0.0200021507689</c:v>
                </c:pt>
                <c:pt idx="873">
                  <c:v>0.0662436821164</c:v>
                </c:pt>
                <c:pt idx="874">
                  <c:v>0.000752769114959</c:v>
                </c:pt>
                <c:pt idx="875">
                  <c:v>-0.0383912248629</c:v>
                </c:pt>
                <c:pt idx="876">
                  <c:v>-0.0467792235724</c:v>
                </c:pt>
                <c:pt idx="877">
                  <c:v>-0.0250564576836</c:v>
                </c:pt>
                <c:pt idx="878">
                  <c:v>0.225293042263</c:v>
                </c:pt>
                <c:pt idx="879">
                  <c:v>-0.018926766319</c:v>
                </c:pt>
                <c:pt idx="880">
                  <c:v>-0.164533820841</c:v>
                </c:pt>
                <c:pt idx="881">
                  <c:v>-0.130336595333</c:v>
                </c:pt>
                <c:pt idx="882">
                  <c:v>0.438434240241</c:v>
                </c:pt>
                <c:pt idx="883">
                  <c:v>-0.0247338423486</c:v>
                </c:pt>
                <c:pt idx="884">
                  <c:v>-0.0795784492956</c:v>
                </c:pt>
                <c:pt idx="885">
                  <c:v>-0.00838799870954</c:v>
                </c:pt>
                <c:pt idx="886">
                  <c:v>-0.179051510915</c:v>
                </c:pt>
                <c:pt idx="887">
                  <c:v>0.684052048607</c:v>
                </c:pt>
                <c:pt idx="888">
                  <c:v>-0.157436283471</c:v>
                </c:pt>
                <c:pt idx="889">
                  <c:v>-0.09000967846</c:v>
                </c:pt>
                <c:pt idx="890">
                  <c:v>0.0073126142596</c:v>
                </c:pt>
                <c:pt idx="891">
                  <c:v>-0.234756425422</c:v>
                </c:pt>
                <c:pt idx="892">
                  <c:v>0.696203892892</c:v>
                </c:pt>
                <c:pt idx="893">
                  <c:v>-0.0797935261856</c:v>
                </c:pt>
                <c:pt idx="894">
                  <c:v>0.0194644585439</c:v>
                </c:pt>
                <c:pt idx="895">
                  <c:v>0.0603290676417</c:v>
                </c:pt>
                <c:pt idx="896">
                  <c:v>-0.111194752124</c:v>
                </c:pt>
                <c:pt idx="897">
                  <c:v>-0.381008710614</c:v>
                </c:pt>
                <c:pt idx="898">
                  <c:v>-0.310355952253</c:v>
                </c:pt>
                <c:pt idx="899">
                  <c:v>0.4586514679</c:v>
                </c:pt>
                <c:pt idx="900">
                  <c:v>0.145499516077</c:v>
                </c:pt>
                <c:pt idx="901">
                  <c:v>-0.188084740295</c:v>
                </c:pt>
                <c:pt idx="902">
                  <c:v>-0.37208301968</c:v>
                </c:pt>
                <c:pt idx="903">
                  <c:v>0.72954081084</c:v>
                </c:pt>
                <c:pt idx="904">
                  <c:v>-0.09065490913</c:v>
                </c:pt>
                <c:pt idx="905">
                  <c:v>-0.214109043983</c:v>
                </c:pt>
                <c:pt idx="906">
                  <c:v>-0.00494676846973</c:v>
                </c:pt>
                <c:pt idx="907">
                  <c:v>-0.140337670717</c:v>
                </c:pt>
                <c:pt idx="908">
                  <c:v>0.214431659318</c:v>
                </c:pt>
                <c:pt idx="909">
                  <c:v>-0.219808581568</c:v>
                </c:pt>
                <c:pt idx="910">
                  <c:v>0.274868265405</c:v>
                </c:pt>
                <c:pt idx="911">
                  <c:v>0.192386278094</c:v>
                </c:pt>
                <c:pt idx="912">
                  <c:v>-0.133025056458</c:v>
                </c:pt>
                <c:pt idx="913">
                  <c:v>-0.439402086246</c:v>
                </c:pt>
                <c:pt idx="914">
                  <c:v>0.301322722873</c:v>
                </c:pt>
                <c:pt idx="915">
                  <c:v>0.0277449188085</c:v>
                </c:pt>
                <c:pt idx="916">
                  <c:v>-0.160124744596</c:v>
                </c:pt>
                <c:pt idx="917">
                  <c:v>-0.0586084525218</c:v>
                </c:pt>
                <c:pt idx="918">
                  <c:v>-0.125819980643</c:v>
                </c:pt>
                <c:pt idx="919">
                  <c:v>0.321324873642</c:v>
                </c:pt>
                <c:pt idx="920">
                  <c:v>-0.260458113776</c:v>
                </c:pt>
                <c:pt idx="921">
                  <c:v>0.237767501882</c:v>
                </c:pt>
                <c:pt idx="922">
                  <c:v>0.396064092913</c:v>
                </c:pt>
                <c:pt idx="923">
                  <c:v>-0.0878589095602</c:v>
                </c:pt>
                <c:pt idx="924">
                  <c:v>-0.416926551242</c:v>
                </c:pt>
                <c:pt idx="925">
                  <c:v>0.596730831272</c:v>
                </c:pt>
                <c:pt idx="926">
                  <c:v>-0.0828046026454</c:v>
                </c:pt>
                <c:pt idx="927">
                  <c:v>-0.328422411012</c:v>
                </c:pt>
                <c:pt idx="928">
                  <c:v>-0.0896870631251</c:v>
                </c:pt>
                <c:pt idx="929">
                  <c:v>-0.0267770728035</c:v>
                </c:pt>
                <c:pt idx="930">
                  <c:v>-0.358640714055</c:v>
                </c:pt>
                <c:pt idx="931">
                  <c:v>-0.228304118722</c:v>
                </c:pt>
                <c:pt idx="932">
                  <c:v>0.197548123454</c:v>
                </c:pt>
                <c:pt idx="933">
                  <c:v>0.00505430691472</c:v>
                </c:pt>
                <c:pt idx="934">
                  <c:v>-0.156360899021</c:v>
                </c:pt>
                <c:pt idx="935">
                  <c:v>-0.0592536831917</c:v>
                </c:pt>
                <c:pt idx="936">
                  <c:v>0.232067964297</c:v>
                </c:pt>
                <c:pt idx="937">
                  <c:v>-0.256371652866</c:v>
                </c:pt>
                <c:pt idx="938">
                  <c:v>0.233250887192</c:v>
                </c:pt>
                <c:pt idx="939">
                  <c:v>0.166792128186</c:v>
                </c:pt>
                <c:pt idx="940">
                  <c:v>-0.0818367566405</c:v>
                </c:pt>
                <c:pt idx="941">
                  <c:v>-0.0926981395849</c:v>
                </c:pt>
                <c:pt idx="942">
                  <c:v>0.484568233143</c:v>
                </c:pt>
                <c:pt idx="943">
                  <c:v>-0.242606731907</c:v>
                </c:pt>
                <c:pt idx="944">
                  <c:v>0.233143348747</c:v>
                </c:pt>
                <c:pt idx="945">
                  <c:v>0.106032906764</c:v>
                </c:pt>
                <c:pt idx="946">
                  <c:v>-0.119797827723</c:v>
                </c:pt>
                <c:pt idx="947">
                  <c:v>-0.0996881385095</c:v>
                </c:pt>
                <c:pt idx="948">
                  <c:v>0.344338100871</c:v>
                </c:pt>
                <c:pt idx="949">
                  <c:v>-0.307775029573</c:v>
                </c:pt>
                <c:pt idx="950">
                  <c:v>0.161952898161</c:v>
                </c:pt>
                <c:pt idx="951">
                  <c:v>0.141197978277</c:v>
                </c:pt>
                <c:pt idx="952">
                  <c:v>0.0510807613722</c:v>
                </c:pt>
                <c:pt idx="953">
                  <c:v>-0.0322615334982</c:v>
                </c:pt>
                <c:pt idx="954">
                  <c:v>-0.165501666846</c:v>
                </c:pt>
                <c:pt idx="955">
                  <c:v>-0.231637810517</c:v>
                </c:pt>
                <c:pt idx="956">
                  <c:v>0.126035057533</c:v>
                </c:pt>
                <c:pt idx="957">
                  <c:v>0.00849553715453</c:v>
                </c:pt>
                <c:pt idx="958">
                  <c:v>0.0697924508012</c:v>
                </c:pt>
                <c:pt idx="959">
                  <c:v>0.00559199913969</c:v>
                </c:pt>
                <c:pt idx="960">
                  <c:v>-0.0643079901065</c:v>
                </c:pt>
                <c:pt idx="961">
                  <c:v>0.382729325734</c:v>
                </c:pt>
                <c:pt idx="962">
                  <c:v>-0.072480911926</c:v>
                </c:pt>
                <c:pt idx="963">
                  <c:v>0.101408753629</c:v>
                </c:pt>
                <c:pt idx="964">
                  <c:v>0.0794709108506</c:v>
                </c:pt>
                <c:pt idx="965">
                  <c:v>0.0234433810087</c:v>
                </c:pt>
                <c:pt idx="966">
                  <c:v>-0.124959673083</c:v>
                </c:pt>
                <c:pt idx="967">
                  <c:v>-0.147435208087</c:v>
                </c:pt>
                <c:pt idx="968">
                  <c:v>0.238197655662</c:v>
                </c:pt>
                <c:pt idx="969">
                  <c:v>-0.100763522959</c:v>
                </c:pt>
                <c:pt idx="970">
                  <c:v>0.0592536831917</c:v>
                </c:pt>
                <c:pt idx="971">
                  <c:v>0.0671039896763</c:v>
                </c:pt>
                <c:pt idx="972">
                  <c:v>0.0191418432089</c:v>
                </c:pt>
                <c:pt idx="973">
                  <c:v>0.0345198408431</c:v>
                </c:pt>
                <c:pt idx="974">
                  <c:v>0.0794709108506</c:v>
                </c:pt>
                <c:pt idx="975">
                  <c:v>-0.107215829659</c:v>
                </c:pt>
                <c:pt idx="976">
                  <c:v>-0.217550274223</c:v>
                </c:pt>
                <c:pt idx="977">
                  <c:v>-0.19012797075</c:v>
                </c:pt>
                <c:pt idx="978">
                  <c:v>0.154640283901</c:v>
                </c:pt>
                <c:pt idx="979">
                  <c:v>-0.0340896870631</c:v>
                </c:pt>
                <c:pt idx="980">
                  <c:v>0.00774276803957</c:v>
                </c:pt>
                <c:pt idx="981">
                  <c:v>0.0978599849446</c:v>
                </c:pt>
                <c:pt idx="982">
                  <c:v>0.0103236907194</c:v>
                </c:pt>
                <c:pt idx="983">
                  <c:v>-0.00333369179482</c:v>
                </c:pt>
                <c:pt idx="984">
                  <c:v>0.0158081514141</c:v>
                </c:pt>
                <c:pt idx="985">
                  <c:v>-0.0162383051941</c:v>
                </c:pt>
                <c:pt idx="986">
                  <c:v>-0.00483923002473</c:v>
                </c:pt>
                <c:pt idx="987">
                  <c:v>0.0105387676094</c:v>
                </c:pt>
                <c:pt idx="988">
                  <c:v>-0.0072050758146</c:v>
                </c:pt>
                <c:pt idx="989">
                  <c:v>0.00204323045489</c:v>
                </c:pt>
                <c:pt idx="990">
                  <c:v>-0.145822131412</c:v>
                </c:pt>
                <c:pt idx="991">
                  <c:v>0.00161307667491</c:v>
                </c:pt>
                <c:pt idx="992">
                  <c:v>0.0335519948382</c:v>
                </c:pt>
                <c:pt idx="993">
                  <c:v>-0.0714055274761</c:v>
                </c:pt>
                <c:pt idx="994">
                  <c:v>-0.0113990751694</c:v>
                </c:pt>
                <c:pt idx="995">
                  <c:v>0.105065060759</c:v>
                </c:pt>
                <c:pt idx="996">
                  <c:v>0.0438756855576</c:v>
                </c:pt>
                <c:pt idx="997">
                  <c:v>0.036025379073</c:v>
                </c:pt>
                <c:pt idx="998">
                  <c:v>-0.204215507044</c:v>
                </c:pt>
                <c:pt idx="999">
                  <c:v>0.166899666631</c:v>
                </c:pt>
                <c:pt idx="1000">
                  <c:v>0.0490375309173</c:v>
                </c:pt>
                <c:pt idx="1001">
                  <c:v>-0.0487149155823</c:v>
                </c:pt>
                <c:pt idx="1002">
                  <c:v>-0.0459189160125</c:v>
                </c:pt>
                <c:pt idx="1003">
                  <c:v>0.0216152274438</c:v>
                </c:pt>
                <c:pt idx="1004">
                  <c:v>0.00451661468975</c:v>
                </c:pt>
                <c:pt idx="1005">
                  <c:v>-0.00225830734488</c:v>
                </c:pt>
                <c:pt idx="1006">
                  <c:v>0.00225830734488</c:v>
                </c:pt>
                <c:pt idx="1007">
                  <c:v>-0.0163458436391</c:v>
                </c:pt>
                <c:pt idx="1008">
                  <c:v>0.0140875362942</c:v>
                </c:pt>
                <c:pt idx="1009">
                  <c:v>0.0138724594042</c:v>
                </c:pt>
                <c:pt idx="1010">
                  <c:v>-0.0091407678245</c:v>
                </c:pt>
                <c:pt idx="1011">
                  <c:v>0.0263469190236</c:v>
                </c:pt>
                <c:pt idx="1012">
                  <c:v>-0.0141950747392</c:v>
                </c:pt>
                <c:pt idx="1013">
                  <c:v>-0.00419399935477</c:v>
                </c:pt>
                <c:pt idx="1014">
                  <c:v>-0.00225830734488</c:v>
                </c:pt>
                <c:pt idx="1015">
                  <c:v>0.00473169157974</c:v>
                </c:pt>
                <c:pt idx="1016">
                  <c:v>-0.00935584471449</c:v>
                </c:pt>
                <c:pt idx="1017">
                  <c:v>-0.00344123023981</c:v>
                </c:pt>
                <c:pt idx="1018">
                  <c:v>-0.00139799978492</c:v>
                </c:pt>
                <c:pt idx="1019">
                  <c:v>-0.0150553822992</c:v>
                </c:pt>
                <c:pt idx="1020">
                  <c:v>-0.0104312291644</c:v>
                </c:pt>
                <c:pt idx="1021">
                  <c:v>0.00440907624476</c:v>
                </c:pt>
                <c:pt idx="1022">
                  <c:v>-0.0219378427788</c:v>
                </c:pt>
                <c:pt idx="1023">
                  <c:v>0.00483923002473</c:v>
                </c:pt>
                <c:pt idx="1024">
                  <c:v>0.00387138401979</c:v>
                </c:pt>
                <c:pt idx="1025">
                  <c:v>0.000322615334982</c:v>
                </c:pt>
                <c:pt idx="1026">
                  <c:v>0.0131196902893</c:v>
                </c:pt>
                <c:pt idx="1027">
                  <c:v>0.00279599956985</c:v>
                </c:pt>
                <c:pt idx="1028">
                  <c:v>0.00118292289493</c:v>
                </c:pt>
                <c:pt idx="1029">
                  <c:v>-0.0115066136144</c:v>
                </c:pt>
                <c:pt idx="1030">
                  <c:v>-0.0209699967738</c:v>
                </c:pt>
                <c:pt idx="1031">
                  <c:v>-0.00688246047962</c:v>
                </c:pt>
                <c:pt idx="1032">
                  <c:v>0.00397892246478</c:v>
                </c:pt>
                <c:pt idx="1033">
                  <c:v>0.00387138401979</c:v>
                </c:pt>
                <c:pt idx="1034">
                  <c:v>0.00785030648457</c:v>
                </c:pt>
                <c:pt idx="1035">
                  <c:v>-0.0130121518443</c:v>
                </c:pt>
                <c:pt idx="1036">
                  <c:v>0.00688246047962</c:v>
                </c:pt>
                <c:pt idx="1037">
                  <c:v>0.00215076889988</c:v>
                </c:pt>
                <c:pt idx="1038">
                  <c:v>-0.0210775352188</c:v>
                </c:pt>
                <c:pt idx="1039">
                  <c:v>-0.00612969136466</c:v>
                </c:pt>
                <c:pt idx="1040">
                  <c:v>0.0036563071298</c:v>
                </c:pt>
                <c:pt idx="1041">
                  <c:v>-0.0158081514141</c:v>
                </c:pt>
                <c:pt idx="1042">
                  <c:v>-0.000645230669965</c:v>
                </c:pt>
                <c:pt idx="1043">
                  <c:v>0.0112915367244</c:v>
                </c:pt>
                <c:pt idx="1044">
                  <c:v>-0.00322615334982</c:v>
                </c:pt>
                <c:pt idx="1045">
                  <c:v>-0.00838799870954</c:v>
                </c:pt>
                <c:pt idx="1046">
                  <c:v>-0.0280675341435</c:v>
                </c:pt>
                <c:pt idx="1047">
                  <c:v>0.00172061511991</c:v>
                </c:pt>
                <c:pt idx="1048">
                  <c:v>0.00526938380471</c:v>
                </c:pt>
                <c:pt idx="1049">
                  <c:v>0.00559199913969</c:v>
                </c:pt>
                <c:pt idx="1050">
                  <c:v>-0.00107538444994</c:v>
                </c:pt>
                <c:pt idx="1051">
                  <c:v>0.00978599849446</c:v>
                </c:pt>
                <c:pt idx="1052">
                  <c:v>0.0161307667491</c:v>
                </c:pt>
                <c:pt idx="1053">
                  <c:v>0.00311861490483</c:v>
                </c:pt>
                <c:pt idx="1054">
                  <c:v>-0.0150553822992</c:v>
                </c:pt>
                <c:pt idx="1055">
                  <c:v>-0.00107538444994</c:v>
                </c:pt>
                <c:pt idx="1056">
                  <c:v>0.00892569093451</c:v>
                </c:pt>
                <c:pt idx="1057">
                  <c:v>0.00569953758469</c:v>
                </c:pt>
                <c:pt idx="1058">
                  <c:v>0.00193569200989</c:v>
                </c:pt>
                <c:pt idx="1059">
                  <c:v>-0.0140875362942</c:v>
                </c:pt>
                <c:pt idx="1060">
                  <c:v>-0.0121518442843</c:v>
                </c:pt>
                <c:pt idx="1061">
                  <c:v>-0.0240886116787</c:v>
                </c:pt>
                <c:pt idx="1062">
                  <c:v>0.0231207656737</c:v>
                </c:pt>
                <c:pt idx="1063">
                  <c:v>-0.00397892246478</c:v>
                </c:pt>
                <c:pt idx="1064">
                  <c:v>0.00957092160447</c:v>
                </c:pt>
                <c:pt idx="1065">
                  <c:v>-0.0117216905044</c:v>
                </c:pt>
                <c:pt idx="1066">
                  <c:v>0.0292504570384</c:v>
                </c:pt>
                <c:pt idx="1067">
                  <c:v>-0.00150553822992</c:v>
                </c:pt>
                <c:pt idx="1068">
                  <c:v>-0.0208624583289</c:v>
                </c:pt>
                <c:pt idx="1069">
                  <c:v>-0.00838799870954</c:v>
                </c:pt>
                <c:pt idx="1070">
                  <c:v>0.0383912248629</c:v>
                </c:pt>
                <c:pt idx="1071">
                  <c:v>-0.00118292289493</c:v>
                </c:pt>
                <c:pt idx="1072">
                  <c:v>-0.000107538444994</c:v>
                </c:pt>
                <c:pt idx="1073">
                  <c:v>-0.0170986127541</c:v>
                </c:pt>
                <c:pt idx="1074">
                  <c:v>-0.0191418432089</c:v>
                </c:pt>
                <c:pt idx="1075">
                  <c:v>0.0145176900742</c:v>
                </c:pt>
                <c:pt idx="1076">
                  <c:v>-0.0090332293795</c:v>
                </c:pt>
                <c:pt idx="1077">
                  <c:v>-0.000322615334982</c:v>
                </c:pt>
                <c:pt idx="1078">
                  <c:v>0.017528766534</c:v>
                </c:pt>
                <c:pt idx="1079">
                  <c:v>0.000215076889988</c:v>
                </c:pt>
                <c:pt idx="1080">
                  <c:v>-0.00193569200989</c:v>
                </c:pt>
                <c:pt idx="1081">
                  <c:v>0</c:v>
                </c:pt>
                <c:pt idx="1082">
                  <c:v>-0.0113990751694</c:v>
                </c:pt>
                <c:pt idx="1083">
                  <c:v>-0.0120443058393</c:v>
                </c:pt>
                <c:pt idx="1084">
                  <c:v>0.0211850736638</c:v>
                </c:pt>
                <c:pt idx="1085">
                  <c:v>0.017851381869</c:v>
                </c:pt>
                <c:pt idx="1086">
                  <c:v>-0.00311861490483</c:v>
                </c:pt>
                <c:pt idx="1087">
                  <c:v>-0.00559199913969</c:v>
                </c:pt>
                <c:pt idx="1088">
                  <c:v>-0.0200021507689</c:v>
                </c:pt>
                <c:pt idx="1089">
                  <c:v>-0.00505430691472</c:v>
                </c:pt>
                <c:pt idx="1090">
                  <c:v>-0.00580707602968</c:v>
                </c:pt>
                <c:pt idx="1091">
                  <c:v>0.0036563071298</c:v>
                </c:pt>
                <c:pt idx="1092">
                  <c:v>0.017743843424</c:v>
                </c:pt>
                <c:pt idx="1093">
                  <c:v>-0.00634476825465</c:v>
                </c:pt>
                <c:pt idx="1094">
                  <c:v>0.00419399935477</c:v>
                </c:pt>
                <c:pt idx="1095">
                  <c:v>-0.00215076889988</c:v>
                </c:pt>
                <c:pt idx="1096">
                  <c:v>0.00107538444994</c:v>
                </c:pt>
                <c:pt idx="1097">
                  <c:v>0.00193569200989</c:v>
                </c:pt>
                <c:pt idx="1098">
                  <c:v>-0.00322615334982</c:v>
                </c:pt>
                <c:pt idx="1099">
                  <c:v>-0.000430153779976</c:v>
                </c:pt>
                <c:pt idx="1100">
                  <c:v>0.0160232283041</c:v>
                </c:pt>
                <c:pt idx="1101">
                  <c:v>-0.00989353693946</c:v>
                </c:pt>
                <c:pt idx="1102">
                  <c:v>-0.0593612216367</c:v>
                </c:pt>
                <c:pt idx="1103">
                  <c:v>0.0159156898591</c:v>
                </c:pt>
                <c:pt idx="1104">
                  <c:v>-0.00258092267986</c:v>
                </c:pt>
                <c:pt idx="1105">
                  <c:v>0.0169910743091</c:v>
                </c:pt>
                <c:pt idx="1106">
                  <c:v>-0.00978599849446</c:v>
                </c:pt>
                <c:pt idx="1107">
                  <c:v>0.00591461447467</c:v>
                </c:pt>
                <c:pt idx="1108">
                  <c:v>0.00215076889988</c:v>
                </c:pt>
                <c:pt idx="1109">
                  <c:v>-0.0130121518443</c:v>
                </c:pt>
                <c:pt idx="1110">
                  <c:v>-0.0167759974191</c:v>
                </c:pt>
                <c:pt idx="1111">
                  <c:v>-0.00494676846973</c:v>
                </c:pt>
                <c:pt idx="1112">
                  <c:v>0.0221529196688</c:v>
                </c:pt>
                <c:pt idx="1113">
                  <c:v>-0.0107538444994</c:v>
                </c:pt>
                <c:pt idx="1114">
                  <c:v>0.0227981503387</c:v>
                </c:pt>
                <c:pt idx="1115">
                  <c:v>-0.00333369179482</c:v>
                </c:pt>
                <c:pt idx="1116">
                  <c:v>-0.0154855360791</c:v>
                </c:pt>
                <c:pt idx="1117">
                  <c:v>-0.0631250672115</c:v>
                </c:pt>
                <c:pt idx="1118">
                  <c:v>-0.0272072265835</c:v>
                </c:pt>
                <c:pt idx="1119">
                  <c:v>0.0131196902893</c:v>
                </c:pt>
                <c:pt idx="1120">
                  <c:v>0.00172061511991</c:v>
                </c:pt>
                <c:pt idx="1121">
                  <c:v>-0.0873212173352</c:v>
                </c:pt>
                <c:pt idx="1122">
                  <c:v>0.0134423056243</c:v>
                </c:pt>
                <c:pt idx="1123">
                  <c:v>0.146037208302</c:v>
                </c:pt>
                <c:pt idx="1124">
                  <c:v>0.0420475319927</c:v>
                </c:pt>
                <c:pt idx="1125">
                  <c:v>-0.215291966878</c:v>
                </c:pt>
                <c:pt idx="1126">
                  <c:v>-0.09065490913</c:v>
                </c:pt>
                <c:pt idx="1127">
                  <c:v>0.200451661469</c:v>
                </c:pt>
                <c:pt idx="1128">
                  <c:v>-0.0532315302721</c:v>
                </c:pt>
                <c:pt idx="1129">
                  <c:v>0.133777825573</c:v>
                </c:pt>
                <c:pt idx="1130">
                  <c:v>-0.213248736423</c:v>
                </c:pt>
                <c:pt idx="1131">
                  <c:v>-0.119475212388</c:v>
                </c:pt>
                <c:pt idx="1132">
                  <c:v>0.178621357135</c:v>
                </c:pt>
                <c:pt idx="1133">
                  <c:v>0.00236584578987</c:v>
                </c:pt>
                <c:pt idx="1134">
                  <c:v>0.128078287988</c:v>
                </c:pt>
                <c:pt idx="1135">
                  <c:v>-0.295408108399</c:v>
                </c:pt>
                <c:pt idx="1136">
                  <c:v>0.131627056673</c:v>
                </c:pt>
                <c:pt idx="1137">
                  <c:v>-0.018819227874</c:v>
                </c:pt>
                <c:pt idx="1138">
                  <c:v>0.0745241423809</c:v>
                </c:pt>
                <c:pt idx="1139">
                  <c:v>0.0647381438864</c:v>
                </c:pt>
                <c:pt idx="1140">
                  <c:v>-0.325518872997</c:v>
                </c:pt>
                <c:pt idx="1141">
                  <c:v>0.27712657275</c:v>
                </c:pt>
                <c:pt idx="1142">
                  <c:v>-0.140445209162</c:v>
                </c:pt>
                <c:pt idx="1143">
                  <c:v>0.218948274008</c:v>
                </c:pt>
                <c:pt idx="1144">
                  <c:v>-0.101731368964</c:v>
                </c:pt>
                <c:pt idx="1145">
                  <c:v>-0.401441015163</c:v>
                </c:pt>
                <c:pt idx="1146">
                  <c:v>0.445101623831</c:v>
                </c:pt>
                <c:pt idx="1147">
                  <c:v>-0.249596730831</c:v>
                </c:pt>
                <c:pt idx="1148">
                  <c:v>0.300462415313</c:v>
                </c:pt>
                <c:pt idx="1149">
                  <c:v>-0.193354124099</c:v>
                </c:pt>
                <c:pt idx="1150">
                  <c:v>-0.388751478654</c:v>
                </c:pt>
                <c:pt idx="1151">
                  <c:v>0.432519625766</c:v>
                </c:pt>
                <c:pt idx="1152">
                  <c:v>-0.290353801484</c:v>
                </c:pt>
                <c:pt idx="1153">
                  <c:v>0.383589633294</c:v>
                </c:pt>
                <c:pt idx="1154">
                  <c:v>-0.287450263469</c:v>
                </c:pt>
                <c:pt idx="1155">
                  <c:v>-0.421980858157</c:v>
                </c:pt>
                <c:pt idx="1156">
                  <c:v>0.529949456931</c:v>
                </c:pt>
                <c:pt idx="1157">
                  <c:v>-0.260243036886</c:v>
                </c:pt>
                <c:pt idx="1158">
                  <c:v>0.373803634799</c:v>
                </c:pt>
                <c:pt idx="1159">
                  <c:v>-0.28142811055</c:v>
                </c:pt>
                <c:pt idx="1160">
                  <c:v>-0.335627486827</c:v>
                </c:pt>
                <c:pt idx="1161">
                  <c:v>0.45843639101</c:v>
                </c:pt>
                <c:pt idx="1162">
                  <c:v>-0.288525647919</c:v>
                </c:pt>
                <c:pt idx="1163">
                  <c:v>0.374233788579</c:v>
                </c:pt>
                <c:pt idx="1164">
                  <c:v>-0.237767501882</c:v>
                </c:pt>
                <c:pt idx="1165">
                  <c:v>-0.300892569093</c:v>
                </c:pt>
                <c:pt idx="1166">
                  <c:v>0.476933003549</c:v>
                </c:pt>
                <c:pt idx="1167">
                  <c:v>-0.313582105603</c:v>
                </c:pt>
                <c:pt idx="1168">
                  <c:v>0.318959027852</c:v>
                </c:pt>
                <c:pt idx="1169">
                  <c:v>-0.191956124314</c:v>
                </c:pt>
                <c:pt idx="1170">
                  <c:v>-0.367243789655</c:v>
                </c:pt>
                <c:pt idx="1171">
                  <c:v>0.501236692117</c:v>
                </c:pt>
                <c:pt idx="1172">
                  <c:v>-0.263576728681</c:v>
                </c:pt>
                <c:pt idx="1173">
                  <c:v>0.318959027852</c:v>
                </c:pt>
                <c:pt idx="1174">
                  <c:v>-0.142811054952</c:v>
                </c:pt>
                <c:pt idx="1175">
                  <c:v>-0.371330250565</c:v>
                </c:pt>
                <c:pt idx="1176">
                  <c:v>0.442198085816</c:v>
                </c:pt>
                <c:pt idx="1177">
                  <c:v>-0.221636735133</c:v>
                </c:pt>
                <c:pt idx="1178">
                  <c:v>0.218733197118</c:v>
                </c:pt>
                <c:pt idx="1179">
                  <c:v>-0.0692547585762</c:v>
                </c:pt>
                <c:pt idx="1180">
                  <c:v>-0.329605333907</c:v>
                </c:pt>
                <c:pt idx="1181">
                  <c:v>0.428003011076</c:v>
                </c:pt>
                <c:pt idx="1182">
                  <c:v>-0.18668674051</c:v>
                </c:pt>
                <c:pt idx="1183">
                  <c:v>0.121948596623</c:v>
                </c:pt>
                <c:pt idx="1184">
                  <c:v>0.0491450693623</c:v>
                </c:pt>
                <c:pt idx="1185">
                  <c:v>-0.26895365093</c:v>
                </c:pt>
                <c:pt idx="1186">
                  <c:v>0.167759974191</c:v>
                </c:pt>
                <c:pt idx="1187">
                  <c:v>0.0493601462523</c:v>
                </c:pt>
                <c:pt idx="1188">
                  <c:v>-0.0896870631251</c:v>
                </c:pt>
                <c:pt idx="1189">
                  <c:v>0.218087966448</c:v>
                </c:pt>
                <c:pt idx="1190">
                  <c:v>-0.218840735563</c:v>
                </c:pt>
                <c:pt idx="1191">
                  <c:v>-0.134423056243</c:v>
                </c:pt>
                <c:pt idx="1192">
                  <c:v>0.267555651145</c:v>
                </c:pt>
                <c:pt idx="1193">
                  <c:v>-0.204753199269</c:v>
                </c:pt>
                <c:pt idx="1194">
                  <c:v>0.213893967093</c:v>
                </c:pt>
                <c:pt idx="1195">
                  <c:v>-0.0944187547048</c:v>
                </c:pt>
                <c:pt idx="1196">
                  <c:v>-0.184428433165</c:v>
                </c:pt>
                <c:pt idx="1197">
                  <c:v>0.164533820841</c:v>
                </c:pt>
                <c:pt idx="1198">
                  <c:v>0.0106463060544</c:v>
                </c:pt>
                <c:pt idx="1199">
                  <c:v>-0.017743843424</c:v>
                </c:pt>
                <c:pt idx="1200">
                  <c:v>0.0523712227121</c:v>
                </c:pt>
                <c:pt idx="1201">
                  <c:v>-0.0709753736961</c:v>
                </c:pt>
                <c:pt idx="1202">
                  <c:v>-0.0993655231745</c:v>
                </c:pt>
                <c:pt idx="1203">
                  <c:v>0.108613829444</c:v>
                </c:pt>
                <c:pt idx="1204">
                  <c:v>-0.00161307667491</c:v>
                </c:pt>
                <c:pt idx="1205">
                  <c:v>0.00785030648457</c:v>
                </c:pt>
                <c:pt idx="1206">
                  <c:v>0.017958920314</c:v>
                </c:pt>
                <c:pt idx="1207">
                  <c:v>-0.100225830734</c:v>
                </c:pt>
                <c:pt idx="1208">
                  <c:v>0.0312936874933</c:v>
                </c:pt>
                <c:pt idx="1209">
                  <c:v>0.0752769114959</c:v>
                </c:pt>
                <c:pt idx="1210">
                  <c:v>-0.0516184535972</c:v>
                </c:pt>
                <c:pt idx="1211">
                  <c:v>0.0408646090978</c:v>
                </c:pt>
                <c:pt idx="1212">
                  <c:v>-0.0474244542424</c:v>
                </c:pt>
                <c:pt idx="1213">
                  <c:v>-0.0694698354662</c:v>
                </c:pt>
                <c:pt idx="1214">
                  <c:v>0.0769975266158</c:v>
                </c:pt>
                <c:pt idx="1215">
                  <c:v>-0.00806538337456</c:v>
                </c:pt>
                <c:pt idx="1216">
                  <c:v>0.0214001505538</c:v>
                </c:pt>
                <c:pt idx="1217">
                  <c:v>0.017313689644</c:v>
                </c:pt>
                <c:pt idx="1218">
                  <c:v>-0.0873212173352</c:v>
                </c:pt>
                <c:pt idx="1219">
                  <c:v>0.0127970749543</c:v>
                </c:pt>
                <c:pt idx="1220">
                  <c:v>0.0241961501237</c:v>
                </c:pt>
                <c:pt idx="1221">
                  <c:v>-0.0111839982794</c:v>
                </c:pt>
                <c:pt idx="1222">
                  <c:v>0.0217227658888</c:v>
                </c:pt>
                <c:pt idx="1223">
                  <c:v>-0.0393590708678</c:v>
                </c:pt>
                <c:pt idx="1224">
                  <c:v>-0.0434455317776</c:v>
                </c:pt>
                <c:pt idx="1225">
                  <c:v>0.0283901494784</c:v>
                </c:pt>
                <c:pt idx="1226">
                  <c:v>0.037100763523</c:v>
                </c:pt>
                <c:pt idx="1227">
                  <c:v>0.0155930745241</c:v>
                </c:pt>
                <c:pt idx="1228">
                  <c:v>-0.0232283041187</c:v>
                </c:pt>
                <c:pt idx="1229">
                  <c:v>-0.0323690719432</c:v>
                </c:pt>
                <c:pt idx="1230">
                  <c:v>-0.0231207656737</c:v>
                </c:pt>
                <c:pt idx="1231">
                  <c:v>0.0610818367566</c:v>
                </c:pt>
                <c:pt idx="1232">
                  <c:v>0.0423701473277</c:v>
                </c:pt>
                <c:pt idx="1233">
                  <c:v>0.000967846004947</c:v>
                </c:pt>
                <c:pt idx="1234">
                  <c:v>-0.0478546080224</c:v>
                </c:pt>
                <c:pt idx="1235">
                  <c:v>-0.133992902463</c:v>
                </c:pt>
                <c:pt idx="1236">
                  <c:v>0.167222281966</c:v>
                </c:pt>
                <c:pt idx="1237">
                  <c:v>0.00752769114959</c:v>
                </c:pt>
                <c:pt idx="1238">
                  <c:v>0.036885686633</c:v>
                </c:pt>
                <c:pt idx="1239">
                  <c:v>-0.0675341434563</c:v>
                </c:pt>
                <c:pt idx="1240">
                  <c:v>-0.201311969029</c:v>
                </c:pt>
                <c:pt idx="1241">
                  <c:v>0.256264114421</c:v>
                </c:pt>
                <c:pt idx="1242">
                  <c:v>-0.0532315302721</c:v>
                </c:pt>
                <c:pt idx="1243">
                  <c:v>0.143456285622</c:v>
                </c:pt>
                <c:pt idx="1244">
                  <c:v>-0.0897946015701</c:v>
                </c:pt>
                <c:pt idx="1245">
                  <c:v>-0.241316270567</c:v>
                </c:pt>
                <c:pt idx="1246">
                  <c:v>0.141520593612</c:v>
                </c:pt>
                <c:pt idx="1247">
                  <c:v>0.0950639853748</c:v>
                </c:pt>
                <c:pt idx="1248">
                  <c:v>0.0504355307022</c:v>
                </c:pt>
                <c:pt idx="1249">
                  <c:v>0.017421228089</c:v>
                </c:pt>
                <c:pt idx="1250">
                  <c:v>-0.251962576621</c:v>
                </c:pt>
                <c:pt idx="1251">
                  <c:v>0.17313689644</c:v>
                </c:pt>
                <c:pt idx="1252">
                  <c:v>0.197333046564</c:v>
                </c:pt>
                <c:pt idx="1253">
                  <c:v>-0.156575975911</c:v>
                </c:pt>
                <c:pt idx="1254">
                  <c:v>0.165824282181</c:v>
                </c:pt>
                <c:pt idx="1255">
                  <c:v>-0.247123346596</c:v>
                </c:pt>
                <c:pt idx="1256">
                  <c:v>-0.0100010753844</c:v>
                </c:pt>
                <c:pt idx="1257">
                  <c:v>0.344768254651</c:v>
                </c:pt>
                <c:pt idx="1258">
                  <c:v>-0.169910743091</c:v>
                </c:pt>
                <c:pt idx="1259">
                  <c:v>0.331756102807</c:v>
                </c:pt>
                <c:pt idx="1260">
                  <c:v>-0.209807506183</c:v>
                </c:pt>
                <c:pt idx="1261">
                  <c:v>-0.245617808366</c:v>
                </c:pt>
                <c:pt idx="1262">
                  <c:v>0.398429938703</c:v>
                </c:pt>
                <c:pt idx="1263">
                  <c:v>-0.213463813313</c:v>
                </c:pt>
                <c:pt idx="1264">
                  <c:v>0.208947198624</c:v>
                </c:pt>
                <c:pt idx="1265">
                  <c:v>-0.157651360361</c:v>
                </c:pt>
                <c:pt idx="1266">
                  <c:v>-0.217120120443</c:v>
                </c:pt>
                <c:pt idx="1267">
                  <c:v>0.205613506829</c:v>
                </c:pt>
                <c:pt idx="1268">
                  <c:v>0.0215076889988</c:v>
                </c:pt>
                <c:pt idx="1269">
                  <c:v>0.072911065706</c:v>
                </c:pt>
                <c:pt idx="1270">
                  <c:v>0.169050435531</c:v>
                </c:pt>
                <c:pt idx="1271">
                  <c:v>-0.158726744811</c:v>
                </c:pt>
                <c:pt idx="1272">
                  <c:v>-0.267985804925</c:v>
                </c:pt>
                <c:pt idx="1273">
                  <c:v>0.450155930745</c:v>
                </c:pt>
                <c:pt idx="1274">
                  <c:v>-0.220023658458</c:v>
                </c:pt>
                <c:pt idx="1275">
                  <c:v>0.318421335627</c:v>
                </c:pt>
                <c:pt idx="1276">
                  <c:v>-0.124959673083</c:v>
                </c:pt>
                <c:pt idx="1277">
                  <c:v>-0.227766426497</c:v>
                </c:pt>
                <c:pt idx="1278">
                  <c:v>0.160447359931</c:v>
                </c:pt>
                <c:pt idx="1279">
                  <c:v>-0.0224755350038</c:v>
                </c:pt>
                <c:pt idx="1280">
                  <c:v>0.0406495322078</c:v>
                </c:pt>
                <c:pt idx="1281">
                  <c:v>0.141413055167</c:v>
                </c:pt>
                <c:pt idx="1282">
                  <c:v>-0.126035057533</c:v>
                </c:pt>
                <c:pt idx="1283">
                  <c:v>-0.26658780514</c:v>
                </c:pt>
                <c:pt idx="1284">
                  <c:v>0.373265942574</c:v>
                </c:pt>
                <c:pt idx="1285">
                  <c:v>-0.17937412625</c:v>
                </c:pt>
                <c:pt idx="1286">
                  <c:v>0.163673513281</c:v>
                </c:pt>
                <c:pt idx="1287">
                  <c:v>0.0249489192386</c:v>
                </c:pt>
                <c:pt idx="1288">
                  <c:v>-0.168727820196</c:v>
                </c:pt>
                <c:pt idx="1289">
                  <c:v>-0.0463490697925</c:v>
                </c:pt>
                <c:pt idx="1290">
                  <c:v>0.208301967954</c:v>
                </c:pt>
                <c:pt idx="1291">
                  <c:v>-0.0953866007098</c:v>
                </c:pt>
                <c:pt idx="1292">
                  <c:v>0.17421228089</c:v>
                </c:pt>
                <c:pt idx="1293">
                  <c:v>-0.0237659963437</c:v>
                </c:pt>
                <c:pt idx="1294">
                  <c:v>-0.156683514356</c:v>
                </c:pt>
                <c:pt idx="1295">
                  <c:v>-0.0520486073771</c:v>
                </c:pt>
                <c:pt idx="1296">
                  <c:v>0.09173029358</c:v>
                </c:pt>
                <c:pt idx="1297">
                  <c:v>-0.0119367673943</c:v>
                </c:pt>
                <c:pt idx="1298">
                  <c:v>0.0791482955156</c:v>
                </c:pt>
                <c:pt idx="1299">
                  <c:v>-0.0126895365093</c:v>
                </c:pt>
                <c:pt idx="1300">
                  <c:v>-0.17636304979</c:v>
                </c:pt>
                <c:pt idx="1301">
                  <c:v>0.123561673298</c:v>
                </c:pt>
                <c:pt idx="1302">
                  <c:v>-0.00871061404452</c:v>
                </c:pt>
                <c:pt idx="1303">
                  <c:v>0.105710291429</c:v>
                </c:pt>
                <c:pt idx="1304">
                  <c:v>0.00688246047962</c:v>
                </c:pt>
                <c:pt idx="1305">
                  <c:v>0.00129046133993</c:v>
                </c:pt>
                <c:pt idx="1306">
                  <c:v>-0.157006129691</c:v>
                </c:pt>
                <c:pt idx="1307">
                  <c:v>-0.00881815248952</c:v>
                </c:pt>
                <c:pt idx="1308">
                  <c:v>0.0858156791053</c:v>
                </c:pt>
                <c:pt idx="1309">
                  <c:v>0.0210775352188</c:v>
                </c:pt>
                <c:pt idx="1310">
                  <c:v>0.0341972255081</c:v>
                </c:pt>
                <c:pt idx="1311">
                  <c:v>-0.0146252285192</c:v>
                </c:pt>
                <c:pt idx="1312">
                  <c:v>-0.053661684052</c:v>
                </c:pt>
                <c:pt idx="1313">
                  <c:v>-0.0440907624476</c:v>
                </c:pt>
                <c:pt idx="1314">
                  <c:v>-0.00483923002473</c:v>
                </c:pt>
                <c:pt idx="1315">
                  <c:v>0.0264544574685</c:v>
                </c:pt>
                <c:pt idx="1316">
                  <c:v>0.019034304764</c:v>
                </c:pt>
                <c:pt idx="1317">
                  <c:v>0.0157006129691</c:v>
                </c:pt>
                <c:pt idx="1318">
                  <c:v>0.0254866114636</c:v>
                </c:pt>
                <c:pt idx="1319">
                  <c:v>-0.0351650715131</c:v>
                </c:pt>
                <c:pt idx="1320">
                  <c:v>0.00817292181955</c:v>
                </c:pt>
                <c:pt idx="1321">
                  <c:v>-0.00483923002473</c:v>
                </c:pt>
                <c:pt idx="1322">
                  <c:v>0.00580707602968</c:v>
                </c:pt>
                <c:pt idx="1323">
                  <c:v>-0.0104312291644</c:v>
                </c:pt>
                <c:pt idx="1324">
                  <c:v>0.0151629207442</c:v>
                </c:pt>
                <c:pt idx="1325">
                  <c:v>-0.00752769114959</c:v>
                </c:pt>
                <c:pt idx="1326">
                  <c:v>0.00053769222497</c:v>
                </c:pt>
                <c:pt idx="1327">
                  <c:v>-0.00634476825465</c:v>
                </c:pt>
                <c:pt idx="1328">
                  <c:v>-0.0117216905044</c:v>
                </c:pt>
                <c:pt idx="1329">
                  <c:v>-0.00612969136466</c:v>
                </c:pt>
                <c:pt idx="1330">
                  <c:v>-0.0115066136144</c:v>
                </c:pt>
                <c:pt idx="1331">
                  <c:v>0.0118292289493</c:v>
                </c:pt>
                <c:pt idx="1332">
                  <c:v>-0.0151629207442</c:v>
                </c:pt>
                <c:pt idx="1333">
                  <c:v>-0.00311861490483</c:v>
                </c:pt>
                <c:pt idx="1334">
                  <c:v>-0.00494676846973</c:v>
                </c:pt>
                <c:pt idx="1335">
                  <c:v>0.0106463060544</c:v>
                </c:pt>
                <c:pt idx="1336">
                  <c:v>-0.00129046133993</c:v>
                </c:pt>
                <c:pt idx="1337">
                  <c:v>-0.0216152274438</c:v>
                </c:pt>
                <c:pt idx="1338">
                  <c:v>-0.00290353801484</c:v>
                </c:pt>
                <c:pt idx="1339">
                  <c:v>0.00526938380471</c:v>
                </c:pt>
                <c:pt idx="1340">
                  <c:v>-0.000967846004947</c:v>
                </c:pt>
                <c:pt idx="1341">
                  <c:v>-0.00795784492956</c:v>
                </c:pt>
                <c:pt idx="1342">
                  <c:v>-0.0240886116787</c:v>
                </c:pt>
                <c:pt idx="1343">
                  <c:v>-0.00107538444994</c:v>
                </c:pt>
                <c:pt idx="1344">
                  <c:v>-0.00247338423486</c:v>
                </c:pt>
                <c:pt idx="1345">
                  <c:v>0.0229056887837</c:v>
                </c:pt>
                <c:pt idx="1346">
                  <c:v>0.00268846112485</c:v>
                </c:pt>
                <c:pt idx="1347">
                  <c:v>-0.00924830626949</c:v>
                </c:pt>
                <c:pt idx="1348">
                  <c:v>0.0249489192386</c:v>
                </c:pt>
                <c:pt idx="1349">
                  <c:v>0.0103236907194</c:v>
                </c:pt>
                <c:pt idx="1350">
                  <c:v>0.0072050758146</c:v>
                </c:pt>
                <c:pt idx="1351">
                  <c:v>-0.00376384557479</c:v>
                </c:pt>
                <c:pt idx="1352">
                  <c:v>-0.00752769114959</c:v>
                </c:pt>
                <c:pt idx="1353">
                  <c:v>0.0106463060544</c:v>
                </c:pt>
                <c:pt idx="1354">
                  <c:v>-0.167114743521</c:v>
                </c:pt>
                <c:pt idx="1355">
                  <c:v>0.0428003011076</c:v>
                </c:pt>
                <c:pt idx="1356">
                  <c:v>-0.0467792235724</c:v>
                </c:pt>
                <c:pt idx="1357">
                  <c:v>0.0803312184106</c:v>
                </c:pt>
                <c:pt idx="1358">
                  <c:v>0.0954941391547</c:v>
                </c:pt>
                <c:pt idx="1359">
                  <c:v>-0.0842026024304</c:v>
                </c:pt>
                <c:pt idx="1360">
                  <c:v>0.0631250672115</c:v>
                </c:pt>
                <c:pt idx="1361">
                  <c:v>-0.0992579847295</c:v>
                </c:pt>
                <c:pt idx="1362">
                  <c:v>-0.0216152274438</c:v>
                </c:pt>
                <c:pt idx="1363">
                  <c:v>-0.0304333799333</c:v>
                </c:pt>
                <c:pt idx="1364">
                  <c:v>-0.0201096892139</c:v>
                </c:pt>
                <c:pt idx="1365">
                  <c:v>-0.0210775352188</c:v>
                </c:pt>
                <c:pt idx="1366">
                  <c:v>-0.0434455317776</c:v>
                </c:pt>
                <c:pt idx="1367">
                  <c:v>0.0631250672115</c:v>
                </c:pt>
                <c:pt idx="1368">
                  <c:v>-0.00215076889988</c:v>
                </c:pt>
                <c:pt idx="1369">
                  <c:v>-0.0297881492634</c:v>
                </c:pt>
                <c:pt idx="1370">
                  <c:v>-0.0102161522744</c:v>
                </c:pt>
                <c:pt idx="1371">
                  <c:v>0.00150553822992</c:v>
                </c:pt>
                <c:pt idx="1372">
                  <c:v>0.0130121518443</c:v>
                </c:pt>
                <c:pt idx="1373">
                  <c:v>-0.163135821056</c:v>
                </c:pt>
                <c:pt idx="1374">
                  <c:v>0.469835466179</c:v>
                </c:pt>
                <c:pt idx="1375">
                  <c:v>0.200236584579</c:v>
                </c:pt>
                <c:pt idx="1376">
                  <c:v>0.0232283041187</c:v>
                </c:pt>
                <c:pt idx="1377">
                  <c:v>-0.259060113991</c:v>
                </c:pt>
                <c:pt idx="1378">
                  <c:v>0.293257339499</c:v>
                </c:pt>
                <c:pt idx="1379">
                  <c:v>0.0524787611571</c:v>
                </c:pt>
                <c:pt idx="1380">
                  <c:v>0.282288418109</c:v>
                </c:pt>
                <c:pt idx="1381">
                  <c:v>0.0717281428111</c:v>
                </c:pt>
                <c:pt idx="1382">
                  <c:v>-0.354231637811</c:v>
                </c:pt>
                <c:pt idx="1383">
                  <c:v>-0.100978599849</c:v>
                </c:pt>
                <c:pt idx="1384">
                  <c:v>-0.194214431659</c:v>
                </c:pt>
                <c:pt idx="1385">
                  <c:v>0.119797827723</c:v>
                </c:pt>
                <c:pt idx="1386">
                  <c:v>-0.205721045274</c:v>
                </c:pt>
                <c:pt idx="1387">
                  <c:v>0.531670072051</c:v>
                </c:pt>
                <c:pt idx="1388">
                  <c:v>0.306807183568</c:v>
                </c:pt>
                <c:pt idx="1389">
                  <c:v>0.00569953758469</c:v>
                </c:pt>
                <c:pt idx="1390">
                  <c:v>0.125174749973</c:v>
                </c:pt>
                <c:pt idx="1391">
                  <c:v>-0.240455963007</c:v>
                </c:pt>
                <c:pt idx="1392">
                  <c:v>-0.231960425852</c:v>
                </c:pt>
                <c:pt idx="1393">
                  <c:v>0.0300032261533</c:v>
                </c:pt>
                <c:pt idx="1394">
                  <c:v>0.0522636842671</c:v>
                </c:pt>
                <c:pt idx="1395">
                  <c:v>-0.00139799978492</c:v>
                </c:pt>
                <c:pt idx="1396">
                  <c:v>-0.144316593182</c:v>
                </c:pt>
                <c:pt idx="1397">
                  <c:v>0.315517797613</c:v>
                </c:pt>
                <c:pt idx="1398">
                  <c:v>0.00258092267986</c:v>
                </c:pt>
                <c:pt idx="1399">
                  <c:v>0.0278524572535</c:v>
                </c:pt>
                <c:pt idx="1400">
                  <c:v>-0.258952575546</c:v>
                </c:pt>
                <c:pt idx="1401">
                  <c:v>-0.109151521669</c:v>
                </c:pt>
                <c:pt idx="1402">
                  <c:v>0.00311861490483</c:v>
                </c:pt>
                <c:pt idx="1403">
                  <c:v>0.104849983869</c:v>
                </c:pt>
                <c:pt idx="1404">
                  <c:v>-0.153242284117</c:v>
                </c:pt>
                <c:pt idx="1405">
                  <c:v>0.229271964727</c:v>
                </c:pt>
                <c:pt idx="1406">
                  <c:v>0.0108613829444</c:v>
                </c:pt>
                <c:pt idx="1407">
                  <c:v>-0.0764598343908</c:v>
                </c:pt>
                <c:pt idx="1408">
                  <c:v>0.035595225293</c:v>
                </c:pt>
                <c:pt idx="1409">
                  <c:v>0.00569953758469</c:v>
                </c:pt>
                <c:pt idx="1410">
                  <c:v>-0.0475319926874</c:v>
                </c:pt>
                <c:pt idx="1411">
                  <c:v>0.0563501451769</c:v>
                </c:pt>
                <c:pt idx="1412">
                  <c:v>-0.00957092160447</c:v>
                </c:pt>
                <c:pt idx="1413">
                  <c:v>0.0172061511991</c:v>
                </c:pt>
                <c:pt idx="1414">
                  <c:v>-0.0215076889988</c:v>
                </c:pt>
                <c:pt idx="1415">
                  <c:v>0.0266695343585</c:v>
                </c:pt>
                <c:pt idx="1416">
                  <c:v>-0.0287127648134</c:v>
                </c:pt>
                <c:pt idx="1417">
                  <c:v>-0.00946338315948</c:v>
                </c:pt>
                <c:pt idx="1418">
                  <c:v>-0.000752769114959</c:v>
                </c:pt>
                <c:pt idx="1419">
                  <c:v>-0.0227981503387</c:v>
                </c:pt>
                <c:pt idx="1420">
                  <c:v>0.0258092267986</c:v>
                </c:pt>
                <c:pt idx="1421">
                  <c:v>0.00569953758469</c:v>
                </c:pt>
                <c:pt idx="1422">
                  <c:v>-0.0141950747392</c:v>
                </c:pt>
                <c:pt idx="1423">
                  <c:v>0.0288203032584</c:v>
                </c:pt>
                <c:pt idx="1424">
                  <c:v>-0.0265619959135</c:v>
                </c:pt>
                <c:pt idx="1425">
                  <c:v>0.00494676846973</c:v>
                </c:pt>
                <c:pt idx="1426">
                  <c:v>0.00688246047962</c:v>
                </c:pt>
                <c:pt idx="1427">
                  <c:v>-0.0121518442843</c:v>
                </c:pt>
                <c:pt idx="1428">
                  <c:v>-0.00161307667491</c:v>
                </c:pt>
                <c:pt idx="1429">
                  <c:v>0.00247338423486</c:v>
                </c:pt>
                <c:pt idx="1430">
                  <c:v>-0.00311861490483</c:v>
                </c:pt>
                <c:pt idx="1431">
                  <c:v>-0.0233358425637</c:v>
                </c:pt>
                <c:pt idx="1432">
                  <c:v>0.0161307667491</c:v>
                </c:pt>
                <c:pt idx="1433">
                  <c:v>-0.00053769222497</c:v>
                </c:pt>
                <c:pt idx="1434">
                  <c:v>0.017313689644</c:v>
                </c:pt>
                <c:pt idx="1435">
                  <c:v>-0.0072050758146</c:v>
                </c:pt>
                <c:pt idx="1436">
                  <c:v>0.00268846112485</c:v>
                </c:pt>
                <c:pt idx="1437">
                  <c:v>-0.0138724594042</c:v>
                </c:pt>
                <c:pt idx="1438">
                  <c:v>-0.0153779976342</c:v>
                </c:pt>
                <c:pt idx="1439">
                  <c:v>-0.0053769222497</c:v>
                </c:pt>
                <c:pt idx="1440">
                  <c:v>-0.0130121518443</c:v>
                </c:pt>
                <c:pt idx="1441">
                  <c:v>-0.00225830734488</c:v>
                </c:pt>
                <c:pt idx="1442">
                  <c:v>0.00774276803957</c:v>
                </c:pt>
                <c:pt idx="1443">
                  <c:v>-0.00871061404452</c:v>
                </c:pt>
                <c:pt idx="1444">
                  <c:v>-0.000107538444994</c:v>
                </c:pt>
                <c:pt idx="1445">
                  <c:v>0.0194644585439</c:v>
                </c:pt>
                <c:pt idx="1446">
                  <c:v>0.0432304548876</c:v>
                </c:pt>
                <c:pt idx="1447">
                  <c:v>-0.0396816862028</c:v>
                </c:pt>
                <c:pt idx="1448">
                  <c:v>-0.0226906118938</c:v>
                </c:pt>
                <c:pt idx="1449">
                  <c:v>-0.00602215291967</c:v>
                </c:pt>
                <c:pt idx="1450">
                  <c:v>0.0768899881708</c:v>
                </c:pt>
                <c:pt idx="1451">
                  <c:v>-0.00139799978492</c:v>
                </c:pt>
                <c:pt idx="1452">
                  <c:v>-0.143241208732</c:v>
                </c:pt>
                <c:pt idx="1453">
                  <c:v>0.154425207012</c:v>
                </c:pt>
                <c:pt idx="1454">
                  <c:v>-0.0264544574685</c:v>
                </c:pt>
                <c:pt idx="1455">
                  <c:v>0.0409721475427</c:v>
                </c:pt>
                <c:pt idx="1456">
                  <c:v>-0.0887192171201</c:v>
                </c:pt>
                <c:pt idx="1457">
                  <c:v>-0.0880739864502</c:v>
                </c:pt>
                <c:pt idx="1458">
                  <c:v>0.185933971395</c:v>
                </c:pt>
                <c:pt idx="1459">
                  <c:v>-0.00774276803957</c:v>
                </c:pt>
                <c:pt idx="1460">
                  <c:v>0.107430906549</c:v>
                </c:pt>
                <c:pt idx="1461">
                  <c:v>-0.233143348747</c:v>
                </c:pt>
                <c:pt idx="1462">
                  <c:v>0.188299817185</c:v>
                </c:pt>
                <c:pt idx="1463">
                  <c:v>-0.0377459941929</c:v>
                </c:pt>
                <c:pt idx="1464">
                  <c:v>0.0466716851274</c:v>
                </c:pt>
                <c:pt idx="1465">
                  <c:v>0.101193676739</c:v>
                </c:pt>
                <c:pt idx="1466">
                  <c:v>-0.303903645553</c:v>
                </c:pt>
                <c:pt idx="1467">
                  <c:v>0.232390579632</c:v>
                </c:pt>
                <c:pt idx="1468">
                  <c:v>-0.0705452199161</c:v>
                </c:pt>
                <c:pt idx="1469">
                  <c:v>0.0523712227121</c:v>
                </c:pt>
                <c:pt idx="1470">
                  <c:v>0.0660286052264</c:v>
                </c:pt>
                <c:pt idx="1471">
                  <c:v>-0.294977954619</c:v>
                </c:pt>
                <c:pt idx="1472">
                  <c:v>0.259705344661</c:v>
                </c:pt>
                <c:pt idx="1473">
                  <c:v>-0.119367673943</c:v>
                </c:pt>
                <c:pt idx="1474">
                  <c:v>0.0286052263684</c:v>
                </c:pt>
                <c:pt idx="1475">
                  <c:v>0.137864286482</c:v>
                </c:pt>
                <c:pt idx="1476">
                  <c:v>-0.264974728465</c:v>
                </c:pt>
                <c:pt idx="1477">
                  <c:v>0.154855360791</c:v>
                </c:pt>
                <c:pt idx="1478">
                  <c:v>0.0309710721583</c:v>
                </c:pt>
                <c:pt idx="1479">
                  <c:v>-0.0674266050113</c:v>
                </c:pt>
                <c:pt idx="1480">
                  <c:v>0.114851059254</c:v>
                </c:pt>
                <c:pt idx="1481">
                  <c:v>-0.108291214109</c:v>
                </c:pt>
                <c:pt idx="1482">
                  <c:v>-0.164426282396</c:v>
                </c:pt>
                <c:pt idx="1483">
                  <c:v>0.18625658673</c:v>
                </c:pt>
                <c:pt idx="1484">
                  <c:v>-0.0463490697925</c:v>
                </c:pt>
                <c:pt idx="1485">
                  <c:v>0.0634476825465</c:v>
                </c:pt>
                <c:pt idx="1486">
                  <c:v>-0.00311861490483</c:v>
                </c:pt>
                <c:pt idx="1487">
                  <c:v>-0.251532422841</c:v>
                </c:pt>
                <c:pt idx="1488">
                  <c:v>0.486181309818</c:v>
                </c:pt>
                <c:pt idx="1489">
                  <c:v>-0.116356597484</c:v>
                </c:pt>
                <c:pt idx="1490">
                  <c:v>-0.143778900957</c:v>
                </c:pt>
                <c:pt idx="1491">
                  <c:v>0.115603828369</c:v>
                </c:pt>
                <c:pt idx="1492">
                  <c:v>0.0397892246478</c:v>
                </c:pt>
                <c:pt idx="1493">
                  <c:v>-0.416711474352</c:v>
                </c:pt>
                <c:pt idx="1494">
                  <c:v>0.220561350683</c:v>
                </c:pt>
                <c:pt idx="1495">
                  <c:v>0.155715668351</c:v>
                </c:pt>
                <c:pt idx="1496">
                  <c:v>-0.113022905689</c:v>
                </c:pt>
                <c:pt idx="1497">
                  <c:v>-0.0239810732337</c:v>
                </c:pt>
                <c:pt idx="1498">
                  <c:v>0.0105387676094</c:v>
                </c:pt>
                <c:pt idx="1499">
                  <c:v>-0.361651790515</c:v>
                </c:pt>
                <c:pt idx="1500">
                  <c:v>0.204538122379</c:v>
                </c:pt>
                <c:pt idx="1501">
                  <c:v>0.102699214969</c:v>
                </c:pt>
                <c:pt idx="1502">
                  <c:v>-0.122056135068</c:v>
                </c:pt>
                <c:pt idx="1503">
                  <c:v>-0.0426927626627</c:v>
                </c:pt>
                <c:pt idx="1504">
                  <c:v>0.163243359501</c:v>
                </c:pt>
                <c:pt idx="1505">
                  <c:v>-0.122378750403</c:v>
                </c:pt>
                <c:pt idx="1506">
                  <c:v>0.147757823422</c:v>
                </c:pt>
                <c:pt idx="1507">
                  <c:v>-0.182492741155</c:v>
                </c:pt>
                <c:pt idx="1508">
                  <c:v>-0.0330143026132</c:v>
                </c:pt>
                <c:pt idx="1509">
                  <c:v>0.123669211743</c:v>
                </c:pt>
                <c:pt idx="1510">
                  <c:v>0.106355522099</c:v>
                </c:pt>
                <c:pt idx="1511">
                  <c:v>-0.0879664480052</c:v>
                </c:pt>
                <c:pt idx="1512">
                  <c:v>-0.133777825573</c:v>
                </c:pt>
                <c:pt idx="1513">
                  <c:v>0.252930422626</c:v>
                </c:pt>
                <c:pt idx="1514">
                  <c:v>-0.149370900097</c:v>
                </c:pt>
                <c:pt idx="1515">
                  <c:v>-0.0801161415206</c:v>
                </c:pt>
                <c:pt idx="1516">
                  <c:v>0.09022475535</c:v>
                </c:pt>
                <c:pt idx="1517">
                  <c:v>0.0301107645983</c:v>
                </c:pt>
                <c:pt idx="1518">
                  <c:v>0.054199376277</c:v>
                </c:pt>
                <c:pt idx="1519">
                  <c:v>-0.0977524464996</c:v>
                </c:pt>
                <c:pt idx="1520">
                  <c:v>-0.138186901817</c:v>
                </c:pt>
                <c:pt idx="1521">
                  <c:v>-0.0407570706528</c:v>
                </c:pt>
                <c:pt idx="1522">
                  <c:v>0.073018604151</c:v>
                </c:pt>
                <c:pt idx="1523">
                  <c:v>0.0593612216367</c:v>
                </c:pt>
                <c:pt idx="1524">
                  <c:v>-0.0132272287343</c:v>
                </c:pt>
                <c:pt idx="1525">
                  <c:v>0.0749542961609</c:v>
                </c:pt>
                <c:pt idx="1526">
                  <c:v>-0.1826002796</c:v>
                </c:pt>
                <c:pt idx="1527">
                  <c:v>-0.17292181955</c:v>
                </c:pt>
                <c:pt idx="1528">
                  <c:v>0.0347349177331</c:v>
                </c:pt>
                <c:pt idx="1529">
                  <c:v>-0.0297881492634</c:v>
                </c:pt>
                <c:pt idx="1530">
                  <c:v>-0.0116141520594</c:v>
                </c:pt>
                <c:pt idx="1531">
                  <c:v>-0.00215076889988</c:v>
                </c:pt>
                <c:pt idx="1532">
                  <c:v>0.0131196902893</c:v>
                </c:pt>
                <c:pt idx="1533">
                  <c:v>-0.0287127648134</c:v>
                </c:pt>
                <c:pt idx="1534">
                  <c:v>-0.0072050758146</c:v>
                </c:pt>
                <c:pt idx="1535">
                  <c:v>-0.0244112270137</c:v>
                </c:pt>
                <c:pt idx="1536">
                  <c:v>0.0578556834068</c:v>
                </c:pt>
                <c:pt idx="1537">
                  <c:v>0.0712979890311</c:v>
                </c:pt>
                <c:pt idx="1538">
                  <c:v>0.0115066136144</c:v>
                </c:pt>
                <c:pt idx="1539">
                  <c:v>-0.00806538337456</c:v>
                </c:pt>
                <c:pt idx="1540">
                  <c:v>-0.0119367673943</c:v>
                </c:pt>
                <c:pt idx="1541">
                  <c:v>0.0254866114636</c:v>
                </c:pt>
                <c:pt idx="1542">
                  <c:v>-0.00688246047962</c:v>
                </c:pt>
                <c:pt idx="1543">
                  <c:v>-0.018604150984</c:v>
                </c:pt>
                <c:pt idx="1544">
                  <c:v>-0.0167759974191</c:v>
                </c:pt>
                <c:pt idx="1545">
                  <c:v>0.0124744596193</c:v>
                </c:pt>
                <c:pt idx="1546">
                  <c:v>-0.0135498440693</c:v>
                </c:pt>
                <c:pt idx="1547">
                  <c:v>-0.0124744596193</c:v>
                </c:pt>
                <c:pt idx="1548">
                  <c:v>-0.0223679965588</c:v>
                </c:pt>
                <c:pt idx="1549">
                  <c:v>-0.0135498440693</c:v>
                </c:pt>
                <c:pt idx="1550">
                  <c:v>0.00376384557479</c:v>
                </c:pt>
                <c:pt idx="1551">
                  <c:v>-0.000215076889988</c:v>
                </c:pt>
                <c:pt idx="1552">
                  <c:v>-0.00602215291967</c:v>
                </c:pt>
                <c:pt idx="1553">
                  <c:v>0.00247338423486</c:v>
                </c:pt>
                <c:pt idx="1554">
                  <c:v>-0.0270996881385</c:v>
                </c:pt>
                <c:pt idx="1555">
                  <c:v>-0.00311861490483</c:v>
                </c:pt>
                <c:pt idx="1556">
                  <c:v>0.0206473814389</c:v>
                </c:pt>
                <c:pt idx="1557">
                  <c:v>-0.0241961501237</c:v>
                </c:pt>
                <c:pt idx="1558">
                  <c:v>0.00311861490483</c:v>
                </c:pt>
                <c:pt idx="1559">
                  <c:v>0.0194644585439</c:v>
                </c:pt>
                <c:pt idx="1560">
                  <c:v>-0.0163458436391</c:v>
                </c:pt>
                <c:pt idx="1561">
                  <c:v>-0.017528766534</c:v>
                </c:pt>
                <c:pt idx="1562">
                  <c:v>0.017421228089</c:v>
                </c:pt>
                <c:pt idx="1563">
                  <c:v>0.0232283041187</c:v>
                </c:pt>
                <c:pt idx="1564">
                  <c:v>-0.0104312291644</c:v>
                </c:pt>
                <c:pt idx="1565">
                  <c:v>-0.0104312291644</c:v>
                </c:pt>
                <c:pt idx="1566">
                  <c:v>-0.000860307559953</c:v>
                </c:pt>
                <c:pt idx="1567">
                  <c:v>0.130013979998</c:v>
                </c:pt>
                <c:pt idx="1568">
                  <c:v>-0.00785030648457</c:v>
                </c:pt>
                <c:pt idx="1569">
                  <c:v>-0.0300032261533</c:v>
                </c:pt>
                <c:pt idx="1570">
                  <c:v>0.053769222497</c:v>
                </c:pt>
                <c:pt idx="1571">
                  <c:v>0.0106463060544</c:v>
                </c:pt>
                <c:pt idx="1572">
                  <c:v>-0.0102161522744</c:v>
                </c:pt>
                <c:pt idx="1573">
                  <c:v>-0.277449188085</c:v>
                </c:pt>
                <c:pt idx="1574">
                  <c:v>0.250241961501</c:v>
                </c:pt>
                <c:pt idx="1575">
                  <c:v>-0.0691472201312</c:v>
                </c:pt>
                <c:pt idx="1576">
                  <c:v>-0.0122593827293</c:v>
                </c:pt>
                <c:pt idx="1577">
                  <c:v>0.142058285837</c:v>
                </c:pt>
                <c:pt idx="1578">
                  <c:v>-0.0505430691472</c:v>
                </c:pt>
                <c:pt idx="1579">
                  <c:v>0.0505430691472</c:v>
                </c:pt>
                <c:pt idx="1580">
                  <c:v>0.0373158404129</c:v>
                </c:pt>
                <c:pt idx="1581">
                  <c:v>0.018066458759</c:v>
                </c:pt>
                <c:pt idx="1582">
                  <c:v>0.130874287558</c:v>
                </c:pt>
                <c:pt idx="1583">
                  <c:v>-0.0576406065168</c:v>
                </c:pt>
                <c:pt idx="1584">
                  <c:v>0.199268738574</c:v>
                </c:pt>
                <c:pt idx="1585">
                  <c:v>-0.0250564576836</c:v>
                </c:pt>
                <c:pt idx="1586">
                  <c:v>-0.120335519948</c:v>
                </c:pt>
                <c:pt idx="1587">
                  <c:v>0.0238735347887</c:v>
                </c:pt>
                <c:pt idx="1588">
                  <c:v>-0.0281750725885</c:v>
                </c:pt>
                <c:pt idx="1589">
                  <c:v>-0.0992579847295</c:v>
                </c:pt>
                <c:pt idx="1590">
                  <c:v>-0.342509947306</c:v>
                </c:pt>
                <c:pt idx="1591">
                  <c:v>0.0751693730509</c:v>
                </c:pt>
                <c:pt idx="1592">
                  <c:v>-0.45779116034</c:v>
                </c:pt>
                <c:pt idx="1593">
                  <c:v>0.017851381869</c:v>
                </c:pt>
                <c:pt idx="1594">
                  <c:v>0.0597913754167</c:v>
                </c:pt>
                <c:pt idx="1595">
                  <c:v>-0.276373803635</c:v>
                </c:pt>
                <c:pt idx="1596">
                  <c:v>0.0758146037208</c:v>
                </c:pt>
                <c:pt idx="1597">
                  <c:v>-0.169588127756</c:v>
                </c:pt>
                <c:pt idx="1598">
                  <c:v>-0.0778578341757</c:v>
                </c:pt>
                <c:pt idx="1599">
                  <c:v>0.346166254436</c:v>
                </c:pt>
                <c:pt idx="1600">
                  <c:v>-0.00129046133993</c:v>
                </c:pt>
                <c:pt idx="1601">
                  <c:v>-0.134315517798</c:v>
                </c:pt>
                <c:pt idx="1602">
                  <c:v>-0.212173351973</c:v>
                </c:pt>
                <c:pt idx="1603">
                  <c:v>0.0952790622648</c:v>
                </c:pt>
                <c:pt idx="1604">
                  <c:v>-0.0657059898914</c:v>
                </c:pt>
                <c:pt idx="1605">
                  <c:v>0.0294655339284</c:v>
                </c:pt>
                <c:pt idx="1606">
                  <c:v>0.0593612216367</c:v>
                </c:pt>
                <c:pt idx="1607">
                  <c:v>0.151306592107</c:v>
                </c:pt>
                <c:pt idx="1608">
                  <c:v>0.103882137864</c:v>
                </c:pt>
                <c:pt idx="1609">
                  <c:v>-0.090332293795</c:v>
                </c:pt>
                <c:pt idx="1610">
                  <c:v>-0.131842133563</c:v>
                </c:pt>
                <c:pt idx="1611">
                  <c:v>0.0418324551027</c:v>
                </c:pt>
                <c:pt idx="1612">
                  <c:v>0.00677492203463</c:v>
                </c:pt>
                <c:pt idx="1613">
                  <c:v>0.0621572212066</c:v>
                </c:pt>
                <c:pt idx="1614">
                  <c:v>0.0864609097752</c:v>
                </c:pt>
                <c:pt idx="1615">
                  <c:v>0.0053769222497</c:v>
                </c:pt>
                <c:pt idx="1616">
                  <c:v>-0.0146252285192</c:v>
                </c:pt>
                <c:pt idx="1617">
                  <c:v>-0.00526938380471</c:v>
                </c:pt>
                <c:pt idx="1618">
                  <c:v>0.0155930745241</c:v>
                </c:pt>
                <c:pt idx="1619">
                  <c:v>-0.036993225078</c:v>
                </c:pt>
                <c:pt idx="1620">
                  <c:v>-0.017313689644</c:v>
                </c:pt>
                <c:pt idx="1621">
                  <c:v>0.0159156898591</c:v>
                </c:pt>
                <c:pt idx="1622">
                  <c:v>0.0944187547048</c:v>
                </c:pt>
                <c:pt idx="1623">
                  <c:v>-0.000107538444994</c:v>
                </c:pt>
                <c:pt idx="1624">
                  <c:v>-0.151199053662</c:v>
                </c:pt>
                <c:pt idx="1625">
                  <c:v>0.0377459941929</c:v>
                </c:pt>
                <c:pt idx="1626">
                  <c:v>0.159694590816</c:v>
                </c:pt>
                <c:pt idx="1627">
                  <c:v>-0.00193569200989</c:v>
                </c:pt>
                <c:pt idx="1628">
                  <c:v>-0.171631358211</c:v>
                </c:pt>
                <c:pt idx="1629">
                  <c:v>-0.112485213464</c:v>
                </c:pt>
                <c:pt idx="1630">
                  <c:v>0.0592536831917</c:v>
                </c:pt>
                <c:pt idx="1631">
                  <c:v>0.341864716636</c:v>
                </c:pt>
                <c:pt idx="1632">
                  <c:v>0.0269921496935</c:v>
                </c:pt>
                <c:pt idx="1633">
                  <c:v>-0.301860415098</c:v>
                </c:pt>
                <c:pt idx="1634">
                  <c:v>0.0494676846973</c:v>
                </c:pt>
                <c:pt idx="1635">
                  <c:v>-0.0514033767072</c:v>
                </c:pt>
                <c:pt idx="1636">
                  <c:v>0.194644585439</c:v>
                </c:pt>
                <c:pt idx="1637">
                  <c:v>0.0422626088827</c:v>
                </c:pt>
                <c:pt idx="1638">
                  <c:v>-0.304548876223</c:v>
                </c:pt>
                <c:pt idx="1639">
                  <c:v>0.150661361437</c:v>
                </c:pt>
                <c:pt idx="1640">
                  <c:v>-0.072588450371</c:v>
                </c:pt>
                <c:pt idx="1641">
                  <c:v>0.136573825142</c:v>
                </c:pt>
                <c:pt idx="1642">
                  <c:v>0.129046133993</c:v>
                </c:pt>
                <c:pt idx="1643">
                  <c:v>-0.213571351758</c:v>
                </c:pt>
                <c:pt idx="1644">
                  <c:v>-0.295730723734</c:v>
                </c:pt>
                <c:pt idx="1645">
                  <c:v>-0.0109689213894</c:v>
                </c:pt>
                <c:pt idx="1646">
                  <c:v>0.0629099903215</c:v>
                </c:pt>
                <c:pt idx="1647">
                  <c:v>0.147865361867</c:v>
                </c:pt>
                <c:pt idx="1648">
                  <c:v>-0.0923755242499</c:v>
                </c:pt>
                <c:pt idx="1649">
                  <c:v>-0.383159479514</c:v>
                </c:pt>
                <c:pt idx="1650">
                  <c:v>0.343692870201</c:v>
                </c:pt>
                <c:pt idx="1651">
                  <c:v>0.0595762985267</c:v>
                </c:pt>
                <c:pt idx="1652">
                  <c:v>-0.0755995268308</c:v>
                </c:pt>
                <c:pt idx="1653">
                  <c:v>0.00161307667491</c:v>
                </c:pt>
                <c:pt idx="1654">
                  <c:v>-0.207549198839</c:v>
                </c:pt>
                <c:pt idx="1655">
                  <c:v>-0.27476072696</c:v>
                </c:pt>
                <c:pt idx="1656">
                  <c:v>-0.054091837832</c:v>
                </c:pt>
                <c:pt idx="1657">
                  <c:v>-0.0238735347887</c:v>
                </c:pt>
                <c:pt idx="1658">
                  <c:v>0.124852134638</c:v>
                </c:pt>
                <c:pt idx="1659">
                  <c:v>-0.0861382944403</c:v>
                </c:pt>
                <c:pt idx="1660">
                  <c:v>-0.290676416819</c:v>
                </c:pt>
                <c:pt idx="1661">
                  <c:v>0.281965802774</c:v>
                </c:pt>
                <c:pt idx="1662">
                  <c:v>-0.155070437681</c:v>
                </c:pt>
                <c:pt idx="1663">
                  <c:v>-0.0479621464674</c:v>
                </c:pt>
                <c:pt idx="1664">
                  <c:v>0.147972900312</c:v>
                </c:pt>
                <c:pt idx="1665">
                  <c:v>-0.0637702978815</c:v>
                </c:pt>
                <c:pt idx="1666">
                  <c:v>-0.0461339929025</c:v>
                </c:pt>
                <c:pt idx="1667">
                  <c:v>0.0192493816539</c:v>
                </c:pt>
                <c:pt idx="1668">
                  <c:v>0.0589310678568</c:v>
                </c:pt>
                <c:pt idx="1669">
                  <c:v>-0.00742015270459</c:v>
                </c:pt>
                <c:pt idx="1670">
                  <c:v>0.0018281535649</c:v>
                </c:pt>
                <c:pt idx="1671">
                  <c:v>0.018819227874</c:v>
                </c:pt>
                <c:pt idx="1672">
                  <c:v>-0.000752769114959</c:v>
                </c:pt>
                <c:pt idx="1673">
                  <c:v>-0.00397892246478</c:v>
                </c:pt>
                <c:pt idx="1674">
                  <c:v>-0.00408646090978</c:v>
                </c:pt>
                <c:pt idx="1675">
                  <c:v>-0.00559199913969</c:v>
                </c:pt>
                <c:pt idx="1676">
                  <c:v>-0.0165609205291</c:v>
                </c:pt>
                <c:pt idx="1677">
                  <c:v>-0.0150553822992</c:v>
                </c:pt>
                <c:pt idx="1678">
                  <c:v>-0.00623722980966</c:v>
                </c:pt>
                <c:pt idx="1679">
                  <c:v>-0.00430153779976</c:v>
                </c:pt>
                <c:pt idx="1680">
                  <c:v>0.000967846004947</c:v>
                </c:pt>
                <c:pt idx="1681">
                  <c:v>-0.0168835358641</c:v>
                </c:pt>
                <c:pt idx="1682">
                  <c:v>0.0018281535649</c:v>
                </c:pt>
                <c:pt idx="1683">
                  <c:v>0.0133347671793</c:v>
                </c:pt>
                <c:pt idx="1684">
                  <c:v>-0.00774276803957</c:v>
                </c:pt>
                <c:pt idx="1685">
                  <c:v>-0.00742015270459</c:v>
                </c:pt>
                <c:pt idx="1686">
                  <c:v>0.00569953758469</c:v>
                </c:pt>
                <c:pt idx="1687">
                  <c:v>0.00494676846973</c:v>
                </c:pt>
                <c:pt idx="1688">
                  <c:v>0.017636304979</c:v>
                </c:pt>
                <c:pt idx="1689">
                  <c:v>-0.00053769222497</c:v>
                </c:pt>
                <c:pt idx="1690">
                  <c:v>-0.00806538337456</c:v>
                </c:pt>
                <c:pt idx="1691">
                  <c:v>-0.00268846112485</c:v>
                </c:pt>
                <c:pt idx="1692">
                  <c:v>-0.0124744596193</c:v>
                </c:pt>
                <c:pt idx="1693">
                  <c:v>0.0150553822992</c:v>
                </c:pt>
                <c:pt idx="1694">
                  <c:v>0.00795784492956</c:v>
                </c:pt>
                <c:pt idx="1695">
                  <c:v>0.00322615334982</c:v>
                </c:pt>
                <c:pt idx="1696">
                  <c:v>0.00957092160447</c:v>
                </c:pt>
                <c:pt idx="1697">
                  <c:v>0.0036563071298</c:v>
                </c:pt>
                <c:pt idx="1698">
                  <c:v>-0.00462415313475</c:v>
                </c:pt>
                <c:pt idx="1699">
                  <c:v>-0.000645230669965</c:v>
                </c:pt>
                <c:pt idx="1700">
                  <c:v>0.0195719969889</c:v>
                </c:pt>
                <c:pt idx="1701">
                  <c:v>0.0157006129691</c:v>
                </c:pt>
                <c:pt idx="1702">
                  <c:v>-0.0191418432089</c:v>
                </c:pt>
                <c:pt idx="1703">
                  <c:v>-0.0104312291644</c:v>
                </c:pt>
                <c:pt idx="1704">
                  <c:v>0.00774276803957</c:v>
                </c:pt>
                <c:pt idx="1705">
                  <c:v>0.00107538444994</c:v>
                </c:pt>
                <c:pt idx="1706">
                  <c:v>0.00602215291967</c:v>
                </c:pt>
                <c:pt idx="1707">
                  <c:v>-0.00107538444994</c:v>
                </c:pt>
                <c:pt idx="1708">
                  <c:v>-0.0159156898591</c:v>
                </c:pt>
                <c:pt idx="1709">
                  <c:v>0.00677492203463</c:v>
                </c:pt>
                <c:pt idx="1710">
                  <c:v>-0.000215076889988</c:v>
                </c:pt>
                <c:pt idx="1711">
                  <c:v>0.00376384557479</c:v>
                </c:pt>
                <c:pt idx="1712">
                  <c:v>0.00376384557479</c:v>
                </c:pt>
                <c:pt idx="1713">
                  <c:v>-0.00698999892462</c:v>
                </c:pt>
                <c:pt idx="1714">
                  <c:v>-0.00742015270459</c:v>
                </c:pt>
                <c:pt idx="1715">
                  <c:v>0.0168835358641</c:v>
                </c:pt>
                <c:pt idx="1716">
                  <c:v>0.00569953758469</c:v>
                </c:pt>
                <c:pt idx="1717">
                  <c:v>0.0194644585439</c:v>
                </c:pt>
                <c:pt idx="1718">
                  <c:v>-0.017743843424</c:v>
                </c:pt>
                <c:pt idx="1719">
                  <c:v>-0.00838799870954</c:v>
                </c:pt>
                <c:pt idx="1720">
                  <c:v>0.0116141520594</c:v>
                </c:pt>
                <c:pt idx="1721">
                  <c:v>-0.0138724594042</c:v>
                </c:pt>
                <c:pt idx="1722">
                  <c:v>-0.000860307559953</c:v>
                </c:pt>
                <c:pt idx="1723">
                  <c:v>-0.00204323045489</c:v>
                </c:pt>
                <c:pt idx="1724">
                  <c:v>-0.0152704591892</c:v>
                </c:pt>
                <c:pt idx="1725">
                  <c:v>-0.00785030648457</c:v>
                </c:pt>
                <c:pt idx="1726">
                  <c:v>0</c:v>
                </c:pt>
                <c:pt idx="1727">
                  <c:v>-0.00892569093451</c:v>
                </c:pt>
                <c:pt idx="1728">
                  <c:v>0.00387138401979</c:v>
                </c:pt>
                <c:pt idx="1729">
                  <c:v>-0.00107538444994</c:v>
                </c:pt>
                <c:pt idx="1730">
                  <c:v>-0.00655984514464</c:v>
                </c:pt>
                <c:pt idx="1731">
                  <c:v>-0.00129046133993</c:v>
                </c:pt>
                <c:pt idx="1732">
                  <c:v>0.0151629207442</c:v>
                </c:pt>
                <c:pt idx="1733">
                  <c:v>-0.00494676846973</c:v>
                </c:pt>
                <c:pt idx="1734">
                  <c:v>-0.0036563071298</c:v>
                </c:pt>
                <c:pt idx="1735">
                  <c:v>-0.0172061511991</c:v>
                </c:pt>
                <c:pt idx="1736">
                  <c:v>0.0124744596193</c:v>
                </c:pt>
                <c:pt idx="1737">
                  <c:v>0.0204323045489</c:v>
                </c:pt>
                <c:pt idx="1738">
                  <c:v>-0.000967846004947</c:v>
                </c:pt>
                <c:pt idx="1739">
                  <c:v>-0.00677492203463</c:v>
                </c:pt>
                <c:pt idx="1740">
                  <c:v>-0.00139799978492</c:v>
                </c:pt>
                <c:pt idx="1741">
                  <c:v>-0.0091407678245</c:v>
                </c:pt>
                <c:pt idx="1742">
                  <c:v>0.0146252285192</c:v>
                </c:pt>
                <c:pt idx="1743">
                  <c:v>0.00860307559953</c:v>
                </c:pt>
                <c:pt idx="1744">
                  <c:v>-0.00258092267986</c:v>
                </c:pt>
                <c:pt idx="1745">
                  <c:v>0.0103236907194</c:v>
                </c:pt>
                <c:pt idx="1746">
                  <c:v>-0.017528766534</c:v>
                </c:pt>
                <c:pt idx="1747">
                  <c:v>0.00258092267986</c:v>
                </c:pt>
                <c:pt idx="1748">
                  <c:v>0</c:v>
                </c:pt>
                <c:pt idx="1749">
                  <c:v>-0.00849553715453</c:v>
                </c:pt>
                <c:pt idx="1750">
                  <c:v>-0.00785030648457</c:v>
                </c:pt>
                <c:pt idx="1751">
                  <c:v>0.000967846004947</c:v>
                </c:pt>
                <c:pt idx="1752">
                  <c:v>-0.0157006129691</c:v>
                </c:pt>
                <c:pt idx="1753">
                  <c:v>-0.000645230669965</c:v>
                </c:pt>
                <c:pt idx="1754">
                  <c:v>-0.0035487686848</c:v>
                </c:pt>
                <c:pt idx="1755">
                  <c:v>0.0138724594042</c:v>
                </c:pt>
                <c:pt idx="1756">
                  <c:v>0.00236584578987</c:v>
                </c:pt>
                <c:pt idx="1757">
                  <c:v>-0.00172061511991</c:v>
                </c:pt>
                <c:pt idx="1758">
                  <c:v>-0.0147327669642</c:v>
                </c:pt>
                <c:pt idx="1759">
                  <c:v>0.000215076889988</c:v>
                </c:pt>
                <c:pt idx="1760">
                  <c:v>-0.000860307559953</c:v>
                </c:pt>
                <c:pt idx="1761">
                  <c:v>0.0119367673943</c:v>
                </c:pt>
                <c:pt idx="1762">
                  <c:v>-0.00634476825465</c:v>
                </c:pt>
                <c:pt idx="1763">
                  <c:v>-0.0054844606947</c:v>
                </c:pt>
                <c:pt idx="1764">
                  <c:v>-0.0161307667491</c:v>
                </c:pt>
                <c:pt idx="1765">
                  <c:v>-0.000752769114959</c:v>
                </c:pt>
                <c:pt idx="1766">
                  <c:v>0.0155930745241</c:v>
                </c:pt>
                <c:pt idx="1767">
                  <c:v>-0.018496612539</c:v>
                </c:pt>
                <c:pt idx="1768">
                  <c:v>0.0193569200989</c:v>
                </c:pt>
                <c:pt idx="1769">
                  <c:v>-0.0143026131842</c:v>
                </c:pt>
                <c:pt idx="1770">
                  <c:v>0</c:v>
                </c:pt>
                <c:pt idx="1771">
                  <c:v>0.000430153779976</c:v>
                </c:pt>
                <c:pt idx="1772">
                  <c:v>0.0053769222497</c:v>
                </c:pt>
                <c:pt idx="1773">
                  <c:v>-0.00817292181955</c:v>
                </c:pt>
                <c:pt idx="1774">
                  <c:v>0.0163458436391</c:v>
                </c:pt>
                <c:pt idx="1775">
                  <c:v>-0.0155930745241</c:v>
                </c:pt>
                <c:pt idx="1776">
                  <c:v>-0.017421228089</c:v>
                </c:pt>
                <c:pt idx="1777">
                  <c:v>-0.00344123023981</c:v>
                </c:pt>
                <c:pt idx="1778">
                  <c:v>0.0073126142596</c:v>
                </c:pt>
                <c:pt idx="1779">
                  <c:v>0.019034304764</c:v>
                </c:pt>
                <c:pt idx="1780">
                  <c:v>0.00215076889988</c:v>
                </c:pt>
                <c:pt idx="1781">
                  <c:v>-0.0053769222497</c:v>
                </c:pt>
                <c:pt idx="1782">
                  <c:v>-0.000107538444994</c:v>
                </c:pt>
                <c:pt idx="1783">
                  <c:v>0.000967846004947</c:v>
                </c:pt>
                <c:pt idx="1784">
                  <c:v>0.00311861490483</c:v>
                </c:pt>
                <c:pt idx="1785">
                  <c:v>-0.00247338423486</c:v>
                </c:pt>
                <c:pt idx="1786">
                  <c:v>-0.00935584471449</c:v>
                </c:pt>
                <c:pt idx="1787">
                  <c:v>-0.00698999892462</c:v>
                </c:pt>
                <c:pt idx="1788">
                  <c:v>-0.00053769222497</c:v>
                </c:pt>
                <c:pt idx="1789">
                  <c:v>0.00924830626949</c:v>
                </c:pt>
                <c:pt idx="1790">
                  <c:v>-0.00892569093451</c:v>
                </c:pt>
                <c:pt idx="1791">
                  <c:v>0.00236584578987</c:v>
                </c:pt>
                <c:pt idx="1792">
                  <c:v>-0.000967846004947</c:v>
                </c:pt>
                <c:pt idx="1793">
                  <c:v>-0.00645230669965</c:v>
                </c:pt>
                <c:pt idx="1794">
                  <c:v>0.00150553822992</c:v>
                </c:pt>
                <c:pt idx="1795">
                  <c:v>0.00408646090978</c:v>
                </c:pt>
                <c:pt idx="1796">
                  <c:v>0.00236584578987</c:v>
                </c:pt>
                <c:pt idx="1797">
                  <c:v>0.0193569200989</c:v>
                </c:pt>
                <c:pt idx="1798">
                  <c:v>0.00451661468975</c:v>
                </c:pt>
                <c:pt idx="1799">
                  <c:v>0.000645230669965</c:v>
                </c:pt>
                <c:pt idx="1800">
                  <c:v>0.00881815248952</c:v>
                </c:pt>
                <c:pt idx="1801">
                  <c:v>0.0124744596193</c:v>
                </c:pt>
                <c:pt idx="1802">
                  <c:v>0.0139799978492</c:v>
                </c:pt>
                <c:pt idx="1803">
                  <c:v>0.0053769222497</c:v>
                </c:pt>
                <c:pt idx="1804">
                  <c:v>-0.00881815248952</c:v>
                </c:pt>
                <c:pt idx="1805">
                  <c:v>-0.00440907624476</c:v>
                </c:pt>
                <c:pt idx="1806">
                  <c:v>-0.00645230669965</c:v>
                </c:pt>
                <c:pt idx="1807">
                  <c:v>-0.00785030648457</c:v>
                </c:pt>
                <c:pt idx="1808">
                  <c:v>0.00591461447467</c:v>
                </c:pt>
                <c:pt idx="1809">
                  <c:v>0.0123669211743</c:v>
                </c:pt>
                <c:pt idx="1810">
                  <c:v>-0.00612969136466</c:v>
                </c:pt>
                <c:pt idx="1811">
                  <c:v>0.000215076889988</c:v>
                </c:pt>
                <c:pt idx="1812">
                  <c:v>-0.0129046133993</c:v>
                </c:pt>
                <c:pt idx="1813">
                  <c:v>0.00193569200989</c:v>
                </c:pt>
                <c:pt idx="1814">
                  <c:v>0.00580707602968</c:v>
                </c:pt>
                <c:pt idx="1815">
                  <c:v>-0.000967846004947</c:v>
                </c:pt>
                <c:pt idx="1816">
                  <c:v>0.00881815248952</c:v>
                </c:pt>
                <c:pt idx="1817">
                  <c:v>0.0103236907194</c:v>
                </c:pt>
                <c:pt idx="1818">
                  <c:v>-0.00591461447467</c:v>
                </c:pt>
                <c:pt idx="1819">
                  <c:v>-0.000107538444994</c:v>
                </c:pt>
                <c:pt idx="1820">
                  <c:v>-0.0072050758146</c:v>
                </c:pt>
                <c:pt idx="1821">
                  <c:v>-0.00408646090978</c:v>
                </c:pt>
                <c:pt idx="1822">
                  <c:v>0.000645230669965</c:v>
                </c:pt>
                <c:pt idx="1823">
                  <c:v>0.0161307667491</c:v>
                </c:pt>
                <c:pt idx="1824">
                  <c:v>-0.00258092267986</c:v>
                </c:pt>
                <c:pt idx="1825">
                  <c:v>0.00290353801484</c:v>
                </c:pt>
                <c:pt idx="1826">
                  <c:v>-0.0117216905044</c:v>
                </c:pt>
                <c:pt idx="1827">
                  <c:v>0.00785030648457</c:v>
                </c:pt>
                <c:pt idx="1828">
                  <c:v>-0.0073126142596</c:v>
                </c:pt>
                <c:pt idx="1829">
                  <c:v>-0.00645230669965</c:v>
                </c:pt>
                <c:pt idx="1830">
                  <c:v>-0.00892569093451</c:v>
                </c:pt>
                <c:pt idx="1831">
                  <c:v>-0.00430153779976</c:v>
                </c:pt>
                <c:pt idx="1832">
                  <c:v>0</c:v>
                </c:pt>
                <c:pt idx="1833">
                  <c:v>-0.0105387676094</c:v>
                </c:pt>
                <c:pt idx="1834">
                  <c:v>-0.0101086138294</c:v>
                </c:pt>
                <c:pt idx="1835">
                  <c:v>-0.0209699967738</c:v>
                </c:pt>
                <c:pt idx="1836">
                  <c:v>0.00483923002473</c:v>
                </c:pt>
                <c:pt idx="1837">
                  <c:v>0.0104312291644</c:v>
                </c:pt>
                <c:pt idx="1838">
                  <c:v>0.00451661468975</c:v>
                </c:pt>
                <c:pt idx="1839">
                  <c:v>0.00860307559953</c:v>
                </c:pt>
                <c:pt idx="1840">
                  <c:v>-0.000107538444994</c:v>
                </c:pt>
                <c:pt idx="1841">
                  <c:v>0.00806538337456</c:v>
                </c:pt>
                <c:pt idx="1842">
                  <c:v>0.00924830626949</c:v>
                </c:pt>
                <c:pt idx="1843">
                  <c:v>0.00623722980966</c:v>
                </c:pt>
                <c:pt idx="1844">
                  <c:v>-0.00580707602968</c:v>
                </c:pt>
                <c:pt idx="1845">
                  <c:v>-0.0109689213894</c:v>
                </c:pt>
                <c:pt idx="1846">
                  <c:v>-0.00946338315948</c:v>
                </c:pt>
                <c:pt idx="1847">
                  <c:v>0.00494676846973</c:v>
                </c:pt>
                <c:pt idx="1848">
                  <c:v>-0.0161307667491</c:v>
                </c:pt>
                <c:pt idx="1849">
                  <c:v>0.00612969136466</c:v>
                </c:pt>
                <c:pt idx="1850">
                  <c:v>0.00440907624476</c:v>
                </c:pt>
                <c:pt idx="1851">
                  <c:v>-0.00376384557479</c:v>
                </c:pt>
                <c:pt idx="1852">
                  <c:v>-0.000322615334982</c:v>
                </c:pt>
                <c:pt idx="1853">
                  <c:v>-0.00752769114959</c:v>
                </c:pt>
                <c:pt idx="1854">
                  <c:v>0.00752769114959</c:v>
                </c:pt>
                <c:pt idx="1855">
                  <c:v>0.0105387676094</c:v>
                </c:pt>
                <c:pt idx="1856">
                  <c:v>0.00698999892462</c:v>
                </c:pt>
                <c:pt idx="1857">
                  <c:v>0.000322615334982</c:v>
                </c:pt>
                <c:pt idx="1858">
                  <c:v>-0.0036563071298</c:v>
                </c:pt>
                <c:pt idx="1859">
                  <c:v>0.00236584578987</c:v>
                </c:pt>
                <c:pt idx="1860">
                  <c:v>0.00247338423486</c:v>
                </c:pt>
                <c:pt idx="1861">
                  <c:v>0.00150553822992</c:v>
                </c:pt>
                <c:pt idx="1862">
                  <c:v>-0.00817292181955</c:v>
                </c:pt>
                <c:pt idx="1863">
                  <c:v>-0.00440907624476</c:v>
                </c:pt>
                <c:pt idx="1864">
                  <c:v>0.0036563071298</c:v>
                </c:pt>
                <c:pt idx="1865">
                  <c:v>0.00817292181955</c:v>
                </c:pt>
                <c:pt idx="1866">
                  <c:v>-0.0090332293795</c:v>
                </c:pt>
              </c:numCache>
            </c:numRef>
          </c:yVal>
        </c:ser>
        <c:ser>
          <c:idx val="1"/>
          <c:order val="1"/>
          <c:tx>
            <c:v>STE</c:v>
          </c:tx>
          <c:spPr>
            <a:ln xmlns:a="http://schemas.openxmlformats.org/drawingml/2006/main" w="19050">
              <a:solidFill>
                <a:srgbClr val="DD8B12"/>
              </a:solidFill>
            </a:ln>
          </c:spPr>
          <c:marker>
            <c:symbol val="none"/>
          </c:marker>
          <c:xVal>
            <c:numRef>
              <c:f>'Chart Data'!$C$2:$C$279</c:f>
              <c:numCache>
                <c:formatCode>General</c:formatCode>
                <c:ptCount val="2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numCache>
            </c:numRef>
          </c:xVal>
          <c:yVal>
            <c:numRef>
              <c:f>'Chart Data'!$D$2:$D$279</c:f>
              <c:numCache>
                <c:formatCode>0.0</c:formatCode>
                <c:ptCount val="278"/>
                <c:pt idx="0">
                  <c:v>1.18382041245E-07</c:v>
                </c:pt>
                <c:pt idx="1">
                  <c:v>1.05186590787E-07</c:v>
                </c:pt>
                <c:pt idx="2">
                  <c:v>1.1857054768E-07</c:v>
                </c:pt>
                <c:pt idx="3">
                  <c:v>1.54009757479E-07</c:v>
                </c:pt>
                <c:pt idx="4">
                  <c:v>7.53271714672E-07</c:v>
                </c:pt>
                <c:pt idx="5">
                  <c:v>2.1834700378E-06</c:v>
                </c:pt>
                <c:pt idx="6">
                  <c:v>4.00615760945E-05</c:v>
                </c:pt>
                <c:pt idx="7">
                  <c:v>0.000301401996554</c:v>
                </c:pt>
                <c:pt idx="8">
                  <c:v>0.000666380804449</c:v>
                </c:pt>
                <c:pt idx="9">
                  <c:v>0.00089368167539</c:v>
                </c:pt>
                <c:pt idx="10">
                  <c:v>0.000734421825187</c:v>
                </c:pt>
                <c:pt idx="11">
                  <c:v>0.000423444267249</c:v>
                </c:pt>
                <c:pt idx="12">
                  <c:v>0.000392165771485</c:v>
                </c:pt>
                <c:pt idx="13">
                  <c:v>0.000457650456456</c:v>
                </c:pt>
                <c:pt idx="14">
                  <c:v>0.0005750188986</c:v>
                </c:pt>
                <c:pt idx="15">
                  <c:v>0.000573912177319</c:v>
                </c:pt>
                <c:pt idx="16">
                  <c:v>0.000477180100146</c:v>
                </c:pt>
                <c:pt idx="17">
                  <c:v>0.000439860538656</c:v>
                </c:pt>
                <c:pt idx="18">
                  <c:v>0.000430625796907</c:v>
                </c:pt>
                <c:pt idx="19">
                  <c:v>0.000481067856864</c:v>
                </c:pt>
                <c:pt idx="20">
                  <c:v>0.000512609319104</c:v>
                </c:pt>
                <c:pt idx="21">
                  <c:v>0.00042132696297</c:v>
                </c:pt>
                <c:pt idx="22">
                  <c:v>0.000276201513777</c:v>
                </c:pt>
                <c:pt idx="23">
                  <c:v>0.000201044752127</c:v>
                </c:pt>
                <c:pt idx="24">
                  <c:v>0.000306740498796</c:v>
                </c:pt>
                <c:pt idx="25">
                  <c:v>0.000399818378725</c:v>
                </c:pt>
                <c:pt idx="26">
                  <c:v>0.000375783054223</c:v>
                </c:pt>
                <c:pt idx="27">
                  <c:v>0.000311926122319</c:v>
                </c:pt>
                <c:pt idx="28">
                  <c:v>0.000325010730993</c:v>
                </c:pt>
                <c:pt idx="29">
                  <c:v>0.000429772616782</c:v>
                </c:pt>
                <c:pt idx="30">
                  <c:v>0.000425589847493</c:v>
                </c:pt>
                <c:pt idx="31">
                  <c:v>0.000325561923809</c:v>
                </c:pt>
                <c:pt idx="32">
                  <c:v>0.000229505076686</c:v>
                </c:pt>
                <c:pt idx="33">
                  <c:v>0.000284149133588</c:v>
                </c:pt>
                <c:pt idx="34">
                  <c:v>0.000323312665025</c:v>
                </c:pt>
                <c:pt idx="35">
                  <c:v>0.0003312299353</c:v>
                </c:pt>
                <c:pt idx="36">
                  <c:v>0.000324056511418</c:v>
                </c:pt>
                <c:pt idx="37">
                  <c:v>0.000405346329934</c:v>
                </c:pt>
                <c:pt idx="38">
                  <c:v>0.000438298008816</c:v>
                </c:pt>
                <c:pt idx="39">
                  <c:v>0.000393481546402</c:v>
                </c:pt>
                <c:pt idx="40">
                  <c:v>0.000245124342886</c:v>
                </c:pt>
                <c:pt idx="41">
                  <c:v>0.000193351427498</c:v>
                </c:pt>
                <c:pt idx="42">
                  <c:v>0.000230157308952</c:v>
                </c:pt>
                <c:pt idx="43">
                  <c:v>0.000229110721224</c:v>
                </c:pt>
                <c:pt idx="44">
                  <c:v>0.000215458519675</c:v>
                </c:pt>
                <c:pt idx="45">
                  <c:v>0.000214775937873</c:v>
                </c:pt>
                <c:pt idx="46">
                  <c:v>0.00025221727452</c:v>
                </c:pt>
                <c:pt idx="47">
                  <c:v>0.000319407754222</c:v>
                </c:pt>
                <c:pt idx="48">
                  <c:v>0.000316870269099</c:v>
                </c:pt>
                <c:pt idx="49">
                  <c:v>0.000282227876001</c:v>
                </c:pt>
                <c:pt idx="50">
                  <c:v>0.000266320571968</c:v>
                </c:pt>
                <c:pt idx="51">
                  <c:v>0.000285414577286</c:v>
                </c:pt>
                <c:pt idx="52">
                  <c:v>0.00814925684972</c:v>
                </c:pt>
                <c:pt idx="53">
                  <c:v>0.0501495967464</c:v>
                </c:pt>
                <c:pt idx="54">
                  <c:v>0.123483880067</c:v>
                </c:pt>
                <c:pt idx="55">
                  <c:v>0.188466141664</c:v>
                </c:pt>
                <c:pt idx="56">
                  <c:v>0.206734824149</c:v>
                </c:pt>
                <c:pt idx="57">
                  <c:v>0.301909546926</c:v>
                </c:pt>
                <c:pt idx="58">
                  <c:v>0.314629238056</c:v>
                </c:pt>
                <c:pt idx="59">
                  <c:v>0.425019820434</c:v>
                </c:pt>
                <c:pt idx="60">
                  <c:v>0.616881847278</c:v>
                </c:pt>
                <c:pt idx="61">
                  <c:v>0.731311040344</c:v>
                </c:pt>
                <c:pt idx="62">
                  <c:v>1</c:v>
                </c:pt>
                <c:pt idx="63">
                  <c:v>0.83155423046</c:v>
                </c:pt>
                <c:pt idx="64">
                  <c:v>0.847124062921</c:v>
                </c:pt>
                <c:pt idx="65">
                  <c:v>0.713998304529</c:v>
                </c:pt>
                <c:pt idx="66">
                  <c:v>0.581676480276</c:v>
                </c:pt>
                <c:pt idx="67">
                  <c:v>0.636037202392</c:v>
                </c:pt>
                <c:pt idx="68">
                  <c:v>0.53175695865</c:v>
                </c:pt>
                <c:pt idx="69">
                  <c:v>0.580435827813</c:v>
                </c:pt>
                <c:pt idx="70">
                  <c:v>0.57498984693</c:v>
                </c:pt>
                <c:pt idx="71">
                  <c:v>0.343597957496</c:v>
                </c:pt>
                <c:pt idx="72">
                  <c:v>0.208374654447</c:v>
                </c:pt>
                <c:pt idx="73">
                  <c:v>0.165781497816</c:v>
                </c:pt>
                <c:pt idx="74">
                  <c:v>0.16144817447</c:v>
                </c:pt>
                <c:pt idx="75">
                  <c:v>0.211212028613</c:v>
                </c:pt>
                <c:pt idx="76">
                  <c:v>0.282513972595</c:v>
                </c:pt>
                <c:pt idx="77">
                  <c:v>0.33239918096</c:v>
                </c:pt>
                <c:pt idx="78">
                  <c:v>0.299788484771</c:v>
                </c:pt>
                <c:pt idx="79">
                  <c:v>0.221914011143</c:v>
                </c:pt>
                <c:pt idx="80">
                  <c:v>0.217464763691</c:v>
                </c:pt>
                <c:pt idx="81">
                  <c:v>0.196112022617</c:v>
                </c:pt>
                <c:pt idx="82">
                  <c:v>0.177963938254</c:v>
                </c:pt>
                <c:pt idx="83">
                  <c:v>0.209477320388</c:v>
                </c:pt>
                <c:pt idx="84">
                  <c:v>0.181617293818</c:v>
                </c:pt>
                <c:pt idx="85">
                  <c:v>0.204583668262</c:v>
                </c:pt>
                <c:pt idx="86">
                  <c:v>0.156203175379</c:v>
                </c:pt>
                <c:pt idx="87">
                  <c:v>0.110738673271</c:v>
                </c:pt>
                <c:pt idx="88">
                  <c:v>0.0812767450291</c:v>
                </c:pt>
                <c:pt idx="89">
                  <c:v>0.085779877988</c:v>
                </c:pt>
                <c:pt idx="90">
                  <c:v>0.158291536945</c:v>
                </c:pt>
                <c:pt idx="91">
                  <c:v>0.221309217841</c:v>
                </c:pt>
                <c:pt idx="92">
                  <c:v>0.357698013011</c:v>
                </c:pt>
                <c:pt idx="93">
                  <c:v>0.373209786243</c:v>
                </c:pt>
                <c:pt idx="94">
                  <c:v>0.374593349394</c:v>
                </c:pt>
                <c:pt idx="95">
                  <c:v>0.27508029409</c:v>
                </c:pt>
                <c:pt idx="96">
                  <c:v>0.218343763731</c:v>
                </c:pt>
                <c:pt idx="97">
                  <c:v>0.105881201373</c:v>
                </c:pt>
                <c:pt idx="98">
                  <c:v>0.0695864211869</c:v>
                </c:pt>
                <c:pt idx="99">
                  <c:v>0.0705614654443</c:v>
                </c:pt>
                <c:pt idx="100">
                  <c:v>0.0673041609586</c:v>
                </c:pt>
                <c:pt idx="101">
                  <c:v>0.0600396566115</c:v>
                </c:pt>
                <c:pt idx="102">
                  <c:v>0.0498829768262</c:v>
                </c:pt>
                <c:pt idx="103">
                  <c:v>0.0327084558148</c:v>
                </c:pt>
                <c:pt idx="104">
                  <c:v>0.00785898879725</c:v>
                </c:pt>
                <c:pt idx="105">
                  <c:v>0.00450163584075</c:v>
                </c:pt>
                <c:pt idx="106">
                  <c:v>0.00309741822853</c:v>
                </c:pt>
                <c:pt idx="107">
                  <c:v>0.00358101697279</c:v>
                </c:pt>
                <c:pt idx="108">
                  <c:v>0.00474449094317</c:v>
                </c:pt>
                <c:pt idx="109">
                  <c:v>0.00448527725231</c:v>
                </c:pt>
                <c:pt idx="110">
                  <c:v>0.0359730159131</c:v>
                </c:pt>
                <c:pt idx="111">
                  <c:v>0.198438759619</c:v>
                </c:pt>
                <c:pt idx="112">
                  <c:v>0.339048401246</c:v>
                </c:pt>
                <c:pt idx="113">
                  <c:v>0.378173382363</c:v>
                </c:pt>
                <c:pt idx="114">
                  <c:v>0.338557571206</c:v>
                </c:pt>
                <c:pt idx="115">
                  <c:v>0.253768477197</c:v>
                </c:pt>
                <c:pt idx="116">
                  <c:v>0.208961747371</c:v>
                </c:pt>
                <c:pt idx="117">
                  <c:v>0.181687091718</c:v>
                </c:pt>
                <c:pt idx="118">
                  <c:v>0.108320570405</c:v>
                </c:pt>
                <c:pt idx="119">
                  <c:v>0.0523469525453</c:v>
                </c:pt>
                <c:pt idx="120">
                  <c:v>0.0467509865175</c:v>
                </c:pt>
                <c:pt idx="121">
                  <c:v>0.0428702445014</c:v>
                </c:pt>
                <c:pt idx="122">
                  <c:v>0.0405251711014</c:v>
                </c:pt>
                <c:pt idx="123">
                  <c:v>0.0240092844109</c:v>
                </c:pt>
                <c:pt idx="124">
                  <c:v>0.0110247162912</c:v>
                </c:pt>
                <c:pt idx="125">
                  <c:v>0.00601833222668</c:v>
                </c:pt>
                <c:pt idx="126">
                  <c:v>0.00661094593892</c:v>
                </c:pt>
                <c:pt idx="127">
                  <c:v>0.0077359078561</c:v>
                </c:pt>
                <c:pt idx="128">
                  <c:v>0.011790046197</c:v>
                </c:pt>
                <c:pt idx="129">
                  <c:v>0.0141335444372</c:v>
                </c:pt>
                <c:pt idx="130">
                  <c:v>0.0751503056814</c:v>
                </c:pt>
                <c:pt idx="131">
                  <c:v>0.222505194468</c:v>
                </c:pt>
                <c:pt idx="132">
                  <c:v>0.408795365634</c:v>
                </c:pt>
                <c:pt idx="133">
                  <c:v>0.634772983231</c:v>
                </c:pt>
                <c:pt idx="134">
                  <c:v>0.632089638238</c:v>
                </c:pt>
                <c:pt idx="135">
                  <c:v>0.651210291014</c:v>
                </c:pt>
                <c:pt idx="136">
                  <c:v>0.665149072676</c:v>
                </c:pt>
                <c:pt idx="137">
                  <c:v>0.639655223178</c:v>
                </c:pt>
                <c:pt idx="138">
                  <c:v>0.56408813844</c:v>
                </c:pt>
                <c:pt idx="139">
                  <c:v>0.505426827309</c:v>
                </c:pt>
                <c:pt idx="140">
                  <c:v>0.446029896207</c:v>
                </c:pt>
                <c:pt idx="141">
                  <c:v>0.367084616298</c:v>
                </c:pt>
                <c:pt idx="142">
                  <c:v>0.268035471184</c:v>
                </c:pt>
                <c:pt idx="143">
                  <c:v>0.16644799361</c:v>
                </c:pt>
                <c:pt idx="144">
                  <c:v>0.124695055214</c:v>
                </c:pt>
                <c:pt idx="145">
                  <c:v>0.0943864227963</c:v>
                </c:pt>
                <c:pt idx="146">
                  <c:v>0.0727346132467</c:v>
                </c:pt>
                <c:pt idx="147">
                  <c:v>0.017612943246</c:v>
                </c:pt>
                <c:pt idx="148">
                  <c:v>0.0328784294282</c:v>
                </c:pt>
                <c:pt idx="149">
                  <c:v>0.0213601424023</c:v>
                </c:pt>
                <c:pt idx="150">
                  <c:v>0.0033177011934</c:v>
                </c:pt>
                <c:pt idx="151">
                  <c:v>0.00154192910331</c:v>
                </c:pt>
                <c:pt idx="152">
                  <c:v>0.00122322127349</c:v>
                </c:pt>
                <c:pt idx="153">
                  <c:v>0.0011875072213</c:v>
                </c:pt>
                <c:pt idx="154">
                  <c:v>0.00100566184959</c:v>
                </c:pt>
                <c:pt idx="155">
                  <c:v>0.000988517377826</c:v>
                </c:pt>
                <c:pt idx="156">
                  <c:v>0.000813918381986</c:v>
                </c:pt>
                <c:pt idx="157">
                  <c:v>0.00115697483401</c:v>
                </c:pt>
                <c:pt idx="158">
                  <c:v>0.00159022539452</c:v>
                </c:pt>
                <c:pt idx="159">
                  <c:v>0.00161953060492</c:v>
                </c:pt>
                <c:pt idx="160">
                  <c:v>0.00112843439422</c:v>
                </c:pt>
                <c:pt idx="161">
                  <c:v>0.000908664732371</c:v>
                </c:pt>
                <c:pt idx="162">
                  <c:v>0.000775058911428</c:v>
                </c:pt>
                <c:pt idx="163">
                  <c:v>0.00333513709612</c:v>
                </c:pt>
                <c:pt idx="164">
                  <c:v>0.00338619538361</c:v>
                </c:pt>
                <c:pt idx="165">
                  <c:v>0.00427974925164</c:v>
                </c:pt>
                <c:pt idx="166">
                  <c:v>0.0113015736188</c:v>
                </c:pt>
                <c:pt idx="167">
                  <c:v>0.0720081503517</c:v>
                </c:pt>
                <c:pt idx="168">
                  <c:v>0.244988018425</c:v>
                </c:pt>
                <c:pt idx="169">
                  <c:v>0.378168617675</c:v>
                </c:pt>
                <c:pt idx="170">
                  <c:v>0.492631669513</c:v>
                </c:pt>
                <c:pt idx="171">
                  <c:v>0.556653737955</c:v>
                </c:pt>
                <c:pt idx="172">
                  <c:v>0.521681398839</c:v>
                </c:pt>
                <c:pt idx="173">
                  <c:v>0.497975381319</c:v>
                </c:pt>
                <c:pt idx="174">
                  <c:v>0.458641061166</c:v>
                </c:pt>
                <c:pt idx="175">
                  <c:v>0.399461681759</c:v>
                </c:pt>
                <c:pt idx="176">
                  <c:v>0.353622854129</c:v>
                </c:pt>
                <c:pt idx="177">
                  <c:v>0.297660945347</c:v>
                </c:pt>
                <c:pt idx="178">
                  <c:v>0.157235658112</c:v>
                </c:pt>
                <c:pt idx="179">
                  <c:v>0.0573925910013</c:v>
                </c:pt>
                <c:pt idx="180">
                  <c:v>0.020340808181</c:v>
                </c:pt>
                <c:pt idx="181">
                  <c:v>0.0159001313627</c:v>
                </c:pt>
                <c:pt idx="182">
                  <c:v>0.0114777230801</c:v>
                </c:pt>
                <c:pt idx="183">
                  <c:v>0.0181064495115</c:v>
                </c:pt>
                <c:pt idx="184">
                  <c:v>0.0662037163769</c:v>
                </c:pt>
                <c:pt idx="185">
                  <c:v>0.162296038714</c:v>
                </c:pt>
                <c:pt idx="186">
                  <c:v>0.275287080748</c:v>
                </c:pt>
                <c:pt idx="187">
                  <c:v>0.320953048542</c:v>
                </c:pt>
                <c:pt idx="188">
                  <c:v>0.338594935632</c:v>
                </c:pt>
                <c:pt idx="189">
                  <c:v>0.31836026713</c:v>
                </c:pt>
                <c:pt idx="190">
                  <c:v>0.311405295062</c:v>
                </c:pt>
                <c:pt idx="191">
                  <c:v>0.275588171897</c:v>
                </c:pt>
                <c:pt idx="192">
                  <c:v>0.22516717697</c:v>
                </c:pt>
                <c:pt idx="193">
                  <c:v>0.177013654694</c:v>
                </c:pt>
                <c:pt idx="194">
                  <c:v>0.126639044791</c:v>
                </c:pt>
                <c:pt idx="195">
                  <c:v>0.0717370665991</c:v>
                </c:pt>
                <c:pt idx="196">
                  <c:v>0.01833783871</c:v>
                </c:pt>
                <c:pt idx="197">
                  <c:v>0.00170732050233</c:v>
                </c:pt>
                <c:pt idx="198">
                  <c:v>0.00109177498226</c:v>
                </c:pt>
                <c:pt idx="199">
                  <c:v>0.00125977154021</c:v>
                </c:pt>
                <c:pt idx="200">
                  <c:v>0.0013181763005</c:v>
                </c:pt>
                <c:pt idx="201">
                  <c:v>0.0154647461554</c:v>
                </c:pt>
                <c:pt idx="202">
                  <c:v>0.0344784283159</c:v>
                </c:pt>
                <c:pt idx="203">
                  <c:v>0.0380286597372</c:v>
                </c:pt>
                <c:pt idx="204">
                  <c:v>0.0552481189863</c:v>
                </c:pt>
                <c:pt idx="205">
                  <c:v>0.265925685861</c:v>
                </c:pt>
                <c:pt idx="206">
                  <c:v>0.373797447515</c:v>
                </c:pt>
                <c:pt idx="207">
                  <c:v>0.377712116353</c:v>
                </c:pt>
                <c:pt idx="208">
                  <c:v>0.318682780528</c:v>
                </c:pt>
                <c:pt idx="209">
                  <c:v>0.193704400708</c:v>
                </c:pt>
                <c:pt idx="210">
                  <c:v>0.105731462983</c:v>
                </c:pt>
                <c:pt idx="211">
                  <c:v>0.00912333633118</c:v>
                </c:pt>
                <c:pt idx="212">
                  <c:v>0.00184822661199</c:v>
                </c:pt>
                <c:pt idx="213">
                  <c:v>0.00144867534688</c:v>
                </c:pt>
                <c:pt idx="214">
                  <c:v>0.00135588173466</c:v>
                </c:pt>
                <c:pt idx="215">
                  <c:v>0.00291850507442</c:v>
                </c:pt>
                <c:pt idx="216">
                  <c:v>0.0307315407607</c:v>
                </c:pt>
                <c:pt idx="217">
                  <c:v>0.0964096889436</c:v>
                </c:pt>
                <c:pt idx="218">
                  <c:v>0.142482324875</c:v>
                </c:pt>
                <c:pt idx="219">
                  <c:v>0.189296392621</c:v>
                </c:pt>
                <c:pt idx="220">
                  <c:v>0.164542785838</c:v>
                </c:pt>
                <c:pt idx="221">
                  <c:v>0.168166339288</c:v>
                </c:pt>
                <c:pt idx="222">
                  <c:v>0.210069030401</c:v>
                </c:pt>
                <c:pt idx="223">
                  <c:v>0.242213147149</c:v>
                </c:pt>
                <c:pt idx="224">
                  <c:v>0.18485533615</c:v>
                </c:pt>
                <c:pt idx="225">
                  <c:v>0.115743350975</c:v>
                </c:pt>
                <c:pt idx="226">
                  <c:v>0.0893107136052</c:v>
                </c:pt>
                <c:pt idx="227">
                  <c:v>0.0697526410717</c:v>
                </c:pt>
                <c:pt idx="228">
                  <c:v>0.0451875397816</c:v>
                </c:pt>
                <c:pt idx="229">
                  <c:v>0.0179755157693</c:v>
                </c:pt>
                <c:pt idx="230">
                  <c:v>0.00418704517997</c:v>
                </c:pt>
                <c:pt idx="231">
                  <c:v>0.00162431602928</c:v>
                </c:pt>
                <c:pt idx="232">
                  <c:v>0.00245594534487</c:v>
                </c:pt>
                <c:pt idx="233">
                  <c:v>0.0210728242871</c:v>
                </c:pt>
                <c:pt idx="234">
                  <c:v>0.0995378178865</c:v>
                </c:pt>
                <c:pt idx="235">
                  <c:v>0.174993790711</c:v>
                </c:pt>
                <c:pt idx="236">
                  <c:v>0.243173928444</c:v>
                </c:pt>
                <c:pt idx="237">
                  <c:v>0.242832831328</c:v>
                </c:pt>
                <c:pt idx="238">
                  <c:v>0.159118404777</c:v>
                </c:pt>
                <c:pt idx="239">
                  <c:v>0.105076032706</c:v>
                </c:pt>
                <c:pt idx="240">
                  <c:v>0.044757301554</c:v>
                </c:pt>
                <c:pt idx="241">
                  <c:v>0.0259297325509</c:v>
                </c:pt>
                <c:pt idx="242">
                  <c:v>0.0861970568668</c:v>
                </c:pt>
                <c:pt idx="243">
                  <c:v>0.172089105043</c:v>
                </c:pt>
                <c:pt idx="244">
                  <c:v>0.223207379242</c:v>
                </c:pt>
                <c:pt idx="245">
                  <c:v>0.27395270986</c:v>
                </c:pt>
                <c:pt idx="246">
                  <c:v>0.266424659755</c:v>
                </c:pt>
                <c:pt idx="247">
                  <c:v>0.238191130681</c:v>
                </c:pt>
                <c:pt idx="248">
                  <c:v>0.152350235423</c:v>
                </c:pt>
                <c:pt idx="249">
                  <c:v>0.0629088014644</c:v>
                </c:pt>
                <c:pt idx="250">
                  <c:v>0.00295897834857</c:v>
                </c:pt>
                <c:pt idx="251">
                  <c:v>0.00126004129292</c:v>
                </c:pt>
                <c:pt idx="252">
                  <c:v>0.000664559455273</c:v>
                </c:pt>
                <c:pt idx="253">
                  <c:v>0.000595682597003</c:v>
                </c:pt>
                <c:pt idx="254">
                  <c:v>0.000607736263982</c:v>
                </c:pt>
                <c:pt idx="255">
                  <c:v>0.000633626868818</c:v>
                </c:pt>
                <c:pt idx="256">
                  <c:v>0.000591093596347</c:v>
                </c:pt>
                <c:pt idx="257">
                  <c:v>0.000552064281491</c:v>
                </c:pt>
                <c:pt idx="258">
                  <c:v>0.000524055241337</c:v>
                </c:pt>
                <c:pt idx="259">
                  <c:v>0.000546692225103</c:v>
                </c:pt>
                <c:pt idx="260">
                  <c:v>0.000525623614877</c:v>
                </c:pt>
                <c:pt idx="261">
                  <c:v>0.000516859762203</c:v>
                </c:pt>
                <c:pt idx="262">
                  <c:v>0.000569792746193</c:v>
                </c:pt>
                <c:pt idx="263">
                  <c:v>0.000634530191655</c:v>
                </c:pt>
                <c:pt idx="264">
                  <c:v>0.000698338488899</c:v>
                </c:pt>
                <c:pt idx="265">
                  <c:v>0.000583874742414</c:v>
                </c:pt>
                <c:pt idx="266">
                  <c:v>0.000532263188535</c:v>
                </c:pt>
                <c:pt idx="267">
                  <c:v>0.000372267786222</c:v>
                </c:pt>
                <c:pt idx="268">
                  <c:v>0.000397659791536</c:v>
                </c:pt>
                <c:pt idx="269">
                  <c:v>0.000441390456884</c:v>
                </c:pt>
                <c:pt idx="270">
                  <c:v>0.000478238186766</c:v>
                </c:pt>
                <c:pt idx="271">
                  <c:v>0.000454330292615</c:v>
                </c:pt>
                <c:pt idx="272">
                  <c:v>0.000352770565639</c:v>
                </c:pt>
                <c:pt idx="273">
                  <c:v>0.000547034552789</c:v>
                </c:pt>
                <c:pt idx="274">
                  <c:v>0.000573820751698</c:v>
                </c:pt>
                <c:pt idx="275">
                  <c:v>0.000498939209443</c:v>
                </c:pt>
                <c:pt idx="276">
                  <c:v>0.000298883739087</c:v>
                </c:pt>
                <c:pt idx="277">
                  <c:v>0.000249212858957</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2.8</c:v>
                </c:pt>
              </c:numCache>
            </c:numRef>
          </c:xVal>
          <c:yVal>
            <c:numRef>
              <c:f>'Chart Data'!$F$2:$F$3</c:f>
              <c:numCache>
                <c:formatCode>0.0</c:formatCode>
                <c:ptCount val="2"/>
                <c:pt idx="0">
                  <c:v>0.0167411748542</c:v>
                </c:pt>
                <c:pt idx="1">
                  <c:v>0.0167411748542</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2.8</c:v>
                </c:pt>
              </c:numCache>
            </c:numRef>
          </c:xVal>
          <c:yVal>
            <c:numRef>
              <c:f>'Chart Data'!$H$2:$H$3</c:f>
              <c:numCache>
                <c:formatCode>0.0</c:formatCode>
                <c:ptCount val="2"/>
                <c:pt idx="0">
                  <c:v>0.00251496724488</c:v>
                </c:pt>
                <c:pt idx="1">
                  <c:v>0.00251496724488</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0.53</c:v>
                </c:pt>
                <c:pt idx="1">
                  <c:v>0.53</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2.52</c:v>
                </c:pt>
                <c:pt idx="1">
                  <c:v>2.52</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0.52</c:v>
                </c:pt>
                <c:pt idx="1">
                  <c:v>0.52</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2.525</c:v>
                </c:pt>
                <c:pt idx="1">
                  <c:v>2.525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Data'!$A$2:$A$1805</c:f>
              <c:numCache>
                <c:formatCode>General</c:formatCode>
                <c:ptCount val="1804"/>
                <c:pt idx="0">
                  <c:v>0</c:v>
                </c:pt>
                <c:pt idx="1">
                  <c:v>0.00174603174603</c:v>
                </c:pt>
                <c:pt idx="2">
                  <c:v>0.00349206349206</c:v>
                </c:pt>
                <c:pt idx="3">
                  <c:v>0.0052380952381</c:v>
                </c:pt>
                <c:pt idx="4">
                  <c:v>0.00698412698413</c:v>
                </c:pt>
                <c:pt idx="5">
                  <c:v>0.00873015873016</c:v>
                </c:pt>
                <c:pt idx="6">
                  <c:v>0.0104761904762</c:v>
                </c:pt>
                <c:pt idx="7">
                  <c:v>0.0122222222222</c:v>
                </c:pt>
                <c:pt idx="8">
                  <c:v>0.0139682539683</c:v>
                </c:pt>
                <c:pt idx="9">
                  <c:v>0.0157142857143</c:v>
                </c:pt>
                <c:pt idx="10">
                  <c:v>0.0174603174603</c:v>
                </c:pt>
                <c:pt idx="11">
                  <c:v>0.0192063492063</c:v>
                </c:pt>
                <c:pt idx="12">
                  <c:v>0.0209523809524</c:v>
                </c:pt>
                <c:pt idx="13">
                  <c:v>0.0226984126984</c:v>
                </c:pt>
                <c:pt idx="14">
                  <c:v>0.0244444444444</c:v>
                </c:pt>
                <c:pt idx="15">
                  <c:v>0.0261904761905</c:v>
                </c:pt>
                <c:pt idx="16">
                  <c:v>0.0279365079365</c:v>
                </c:pt>
                <c:pt idx="17">
                  <c:v>0.0296825396825</c:v>
                </c:pt>
                <c:pt idx="18">
                  <c:v>0.0314285714286</c:v>
                </c:pt>
                <c:pt idx="19">
                  <c:v>0.0331746031746</c:v>
                </c:pt>
                <c:pt idx="20">
                  <c:v>0.0349206349206</c:v>
                </c:pt>
                <c:pt idx="21">
                  <c:v>0.0366666666667</c:v>
                </c:pt>
                <c:pt idx="22">
                  <c:v>0.0384126984127</c:v>
                </c:pt>
                <c:pt idx="23">
                  <c:v>0.0401587301587</c:v>
                </c:pt>
                <c:pt idx="24">
                  <c:v>0.0419047619048</c:v>
                </c:pt>
                <c:pt idx="25">
                  <c:v>0.0436507936508</c:v>
                </c:pt>
                <c:pt idx="26">
                  <c:v>0.0453968253968</c:v>
                </c:pt>
                <c:pt idx="27">
                  <c:v>0.0471428571429</c:v>
                </c:pt>
                <c:pt idx="28">
                  <c:v>0.0488888888889</c:v>
                </c:pt>
                <c:pt idx="29">
                  <c:v>0.0506349206349</c:v>
                </c:pt>
                <c:pt idx="30">
                  <c:v>0.052380952381</c:v>
                </c:pt>
                <c:pt idx="31">
                  <c:v>0.054126984127</c:v>
                </c:pt>
                <c:pt idx="32">
                  <c:v>0.055873015873</c:v>
                </c:pt>
                <c:pt idx="33">
                  <c:v>0.057619047619</c:v>
                </c:pt>
                <c:pt idx="34">
                  <c:v>0.0593650793651</c:v>
                </c:pt>
                <c:pt idx="35">
                  <c:v>0.0611111111111</c:v>
                </c:pt>
                <c:pt idx="36">
                  <c:v>0.0628571428571</c:v>
                </c:pt>
                <c:pt idx="37">
                  <c:v>0.0646031746032</c:v>
                </c:pt>
                <c:pt idx="38">
                  <c:v>0.0663492063492</c:v>
                </c:pt>
                <c:pt idx="39">
                  <c:v>0.0680952380952</c:v>
                </c:pt>
                <c:pt idx="40">
                  <c:v>0.0698412698413</c:v>
                </c:pt>
                <c:pt idx="41">
                  <c:v>0.0715873015873</c:v>
                </c:pt>
                <c:pt idx="42">
                  <c:v>0.0733333333333</c:v>
                </c:pt>
                <c:pt idx="43">
                  <c:v>0.0750793650794</c:v>
                </c:pt>
                <c:pt idx="44">
                  <c:v>0.0768253968254</c:v>
                </c:pt>
                <c:pt idx="45">
                  <c:v>0.0785714285714</c:v>
                </c:pt>
                <c:pt idx="46">
                  <c:v>0.0803174603175</c:v>
                </c:pt>
                <c:pt idx="47">
                  <c:v>0.0820634920635</c:v>
                </c:pt>
                <c:pt idx="48">
                  <c:v>0.0838095238095</c:v>
                </c:pt>
                <c:pt idx="49">
                  <c:v>0.0855555555556</c:v>
                </c:pt>
                <c:pt idx="50">
                  <c:v>0.0873015873016</c:v>
                </c:pt>
                <c:pt idx="51">
                  <c:v>0.0890476190476</c:v>
                </c:pt>
                <c:pt idx="52">
                  <c:v>0.0907936507937</c:v>
                </c:pt>
                <c:pt idx="53">
                  <c:v>0.0925396825397</c:v>
                </c:pt>
                <c:pt idx="54">
                  <c:v>0.0942857142857</c:v>
                </c:pt>
                <c:pt idx="55">
                  <c:v>0.0960317460317</c:v>
                </c:pt>
                <c:pt idx="56">
                  <c:v>0.0977777777778</c:v>
                </c:pt>
                <c:pt idx="57">
                  <c:v>0.0995238095238</c:v>
                </c:pt>
                <c:pt idx="58">
                  <c:v>0.10126984127</c:v>
                </c:pt>
                <c:pt idx="59">
                  <c:v>0.103015873016</c:v>
                </c:pt>
                <c:pt idx="60">
                  <c:v>0.104761904762</c:v>
                </c:pt>
                <c:pt idx="61">
                  <c:v>0.106507936508</c:v>
                </c:pt>
                <c:pt idx="62">
                  <c:v>0.108253968254</c:v>
                </c:pt>
                <c:pt idx="63">
                  <c:v>0.11</c:v>
                </c:pt>
                <c:pt idx="64">
                  <c:v>0.111746031746</c:v>
                </c:pt>
                <c:pt idx="65">
                  <c:v>0.113492063492</c:v>
                </c:pt>
                <c:pt idx="66">
                  <c:v>0.115238095238</c:v>
                </c:pt>
                <c:pt idx="67">
                  <c:v>0.116984126984</c:v>
                </c:pt>
                <c:pt idx="68">
                  <c:v>0.11873015873</c:v>
                </c:pt>
                <c:pt idx="69">
                  <c:v>0.120476190476</c:v>
                </c:pt>
                <c:pt idx="70">
                  <c:v>0.122222222222</c:v>
                </c:pt>
                <c:pt idx="71">
                  <c:v>0.123968253968</c:v>
                </c:pt>
                <c:pt idx="72">
                  <c:v>0.125714285714</c:v>
                </c:pt>
                <c:pt idx="73">
                  <c:v>0.12746031746</c:v>
                </c:pt>
                <c:pt idx="74">
                  <c:v>0.129206349206</c:v>
                </c:pt>
                <c:pt idx="75">
                  <c:v>0.130952380952</c:v>
                </c:pt>
                <c:pt idx="76">
                  <c:v>0.132698412698</c:v>
                </c:pt>
                <c:pt idx="77">
                  <c:v>0.134444444444</c:v>
                </c:pt>
                <c:pt idx="78">
                  <c:v>0.13619047619</c:v>
                </c:pt>
                <c:pt idx="79">
                  <c:v>0.137936507937</c:v>
                </c:pt>
                <c:pt idx="80">
                  <c:v>0.139682539683</c:v>
                </c:pt>
                <c:pt idx="81">
                  <c:v>0.141428571429</c:v>
                </c:pt>
                <c:pt idx="82">
                  <c:v>0.143174603175</c:v>
                </c:pt>
                <c:pt idx="83">
                  <c:v>0.144920634921</c:v>
                </c:pt>
                <c:pt idx="84">
                  <c:v>0.146666666667</c:v>
                </c:pt>
                <c:pt idx="85">
                  <c:v>0.148412698413</c:v>
                </c:pt>
                <c:pt idx="86">
                  <c:v>0.150158730159</c:v>
                </c:pt>
                <c:pt idx="87">
                  <c:v>0.151904761905</c:v>
                </c:pt>
                <c:pt idx="88">
                  <c:v>0.153650793651</c:v>
                </c:pt>
                <c:pt idx="89">
                  <c:v>0.155396825397</c:v>
                </c:pt>
                <c:pt idx="90">
                  <c:v>0.157142857143</c:v>
                </c:pt>
                <c:pt idx="91">
                  <c:v>0.158888888889</c:v>
                </c:pt>
                <c:pt idx="92">
                  <c:v>0.160634920635</c:v>
                </c:pt>
                <c:pt idx="93">
                  <c:v>0.162380952381</c:v>
                </c:pt>
                <c:pt idx="94">
                  <c:v>0.164126984127</c:v>
                </c:pt>
                <c:pt idx="95">
                  <c:v>0.165873015873</c:v>
                </c:pt>
                <c:pt idx="96">
                  <c:v>0.167619047619</c:v>
                </c:pt>
                <c:pt idx="97">
                  <c:v>0.169365079365</c:v>
                </c:pt>
                <c:pt idx="98">
                  <c:v>0.171111111111</c:v>
                </c:pt>
                <c:pt idx="99">
                  <c:v>0.172857142857</c:v>
                </c:pt>
                <c:pt idx="100">
                  <c:v>0.174603174603</c:v>
                </c:pt>
                <c:pt idx="101">
                  <c:v>0.176349206349</c:v>
                </c:pt>
                <c:pt idx="102">
                  <c:v>0.178095238095</c:v>
                </c:pt>
                <c:pt idx="103">
                  <c:v>0.179841269841</c:v>
                </c:pt>
                <c:pt idx="104">
                  <c:v>0.181587301587</c:v>
                </c:pt>
                <c:pt idx="105">
                  <c:v>0.183333333333</c:v>
                </c:pt>
                <c:pt idx="106">
                  <c:v>0.185079365079</c:v>
                </c:pt>
                <c:pt idx="107">
                  <c:v>0.186825396825</c:v>
                </c:pt>
                <c:pt idx="108">
                  <c:v>0.188571428571</c:v>
                </c:pt>
                <c:pt idx="109">
                  <c:v>0.190317460317</c:v>
                </c:pt>
                <c:pt idx="110">
                  <c:v>0.192063492063</c:v>
                </c:pt>
                <c:pt idx="111">
                  <c:v>0.19380952381</c:v>
                </c:pt>
                <c:pt idx="112">
                  <c:v>0.195555555556</c:v>
                </c:pt>
                <c:pt idx="113">
                  <c:v>0.197301587302</c:v>
                </c:pt>
                <c:pt idx="114">
                  <c:v>0.199047619048</c:v>
                </c:pt>
                <c:pt idx="115">
                  <c:v>0.200793650794</c:v>
                </c:pt>
                <c:pt idx="116">
                  <c:v>0.20253968254</c:v>
                </c:pt>
                <c:pt idx="117">
                  <c:v>0.204285714286</c:v>
                </c:pt>
                <c:pt idx="118">
                  <c:v>0.206031746032</c:v>
                </c:pt>
                <c:pt idx="119">
                  <c:v>0.207777777778</c:v>
                </c:pt>
                <c:pt idx="120">
                  <c:v>0.209523809524</c:v>
                </c:pt>
                <c:pt idx="121">
                  <c:v>0.21126984127</c:v>
                </c:pt>
                <c:pt idx="122">
                  <c:v>0.213015873016</c:v>
                </c:pt>
                <c:pt idx="123">
                  <c:v>0.214761904762</c:v>
                </c:pt>
                <c:pt idx="124">
                  <c:v>0.216507936508</c:v>
                </c:pt>
                <c:pt idx="125">
                  <c:v>0.218253968254</c:v>
                </c:pt>
                <c:pt idx="126">
                  <c:v>0.22</c:v>
                </c:pt>
                <c:pt idx="127">
                  <c:v>0.221746031746</c:v>
                </c:pt>
                <c:pt idx="128">
                  <c:v>0.223492063492</c:v>
                </c:pt>
                <c:pt idx="129">
                  <c:v>0.225238095238</c:v>
                </c:pt>
                <c:pt idx="130">
                  <c:v>0.226984126984</c:v>
                </c:pt>
                <c:pt idx="131">
                  <c:v>0.22873015873</c:v>
                </c:pt>
                <c:pt idx="132">
                  <c:v>0.230476190476</c:v>
                </c:pt>
                <c:pt idx="133">
                  <c:v>0.232222222222</c:v>
                </c:pt>
                <c:pt idx="134">
                  <c:v>0.233968253968</c:v>
                </c:pt>
                <c:pt idx="135">
                  <c:v>0.235714285714</c:v>
                </c:pt>
                <c:pt idx="136">
                  <c:v>0.23746031746</c:v>
                </c:pt>
                <c:pt idx="137">
                  <c:v>0.239206349206</c:v>
                </c:pt>
                <c:pt idx="138">
                  <c:v>0.240952380952</c:v>
                </c:pt>
                <c:pt idx="139">
                  <c:v>0.242698412698</c:v>
                </c:pt>
                <c:pt idx="140">
                  <c:v>0.244444444444</c:v>
                </c:pt>
                <c:pt idx="141">
                  <c:v>0.24619047619</c:v>
                </c:pt>
                <c:pt idx="142">
                  <c:v>0.247936507937</c:v>
                </c:pt>
                <c:pt idx="143">
                  <c:v>0.249682539683</c:v>
                </c:pt>
                <c:pt idx="144">
                  <c:v>0.251428571429</c:v>
                </c:pt>
                <c:pt idx="145">
                  <c:v>0.253174603175</c:v>
                </c:pt>
                <c:pt idx="146">
                  <c:v>0.254920634921</c:v>
                </c:pt>
                <c:pt idx="147">
                  <c:v>0.256666666667</c:v>
                </c:pt>
                <c:pt idx="148">
                  <c:v>0.258412698413</c:v>
                </c:pt>
                <c:pt idx="149">
                  <c:v>0.260158730159</c:v>
                </c:pt>
                <c:pt idx="150">
                  <c:v>0.261904761905</c:v>
                </c:pt>
                <c:pt idx="151">
                  <c:v>0.263650793651</c:v>
                </c:pt>
                <c:pt idx="152">
                  <c:v>0.265396825397</c:v>
                </c:pt>
                <c:pt idx="153">
                  <c:v>0.267142857143</c:v>
                </c:pt>
                <c:pt idx="154">
                  <c:v>0.268888888889</c:v>
                </c:pt>
                <c:pt idx="155">
                  <c:v>0.270634920635</c:v>
                </c:pt>
                <c:pt idx="156">
                  <c:v>0.272380952381</c:v>
                </c:pt>
                <c:pt idx="157">
                  <c:v>0.274126984127</c:v>
                </c:pt>
                <c:pt idx="158">
                  <c:v>0.275873015873</c:v>
                </c:pt>
                <c:pt idx="159">
                  <c:v>0.277619047619</c:v>
                </c:pt>
                <c:pt idx="160">
                  <c:v>0.279365079365</c:v>
                </c:pt>
                <c:pt idx="161">
                  <c:v>0.281111111111</c:v>
                </c:pt>
                <c:pt idx="162">
                  <c:v>0.282857142857</c:v>
                </c:pt>
                <c:pt idx="163">
                  <c:v>0.284603174603</c:v>
                </c:pt>
                <c:pt idx="164">
                  <c:v>0.286349206349</c:v>
                </c:pt>
                <c:pt idx="165">
                  <c:v>0.288095238095</c:v>
                </c:pt>
                <c:pt idx="166">
                  <c:v>0.289841269841</c:v>
                </c:pt>
                <c:pt idx="167">
                  <c:v>0.291587301587</c:v>
                </c:pt>
                <c:pt idx="168">
                  <c:v>0.293333333333</c:v>
                </c:pt>
                <c:pt idx="169">
                  <c:v>0.295079365079</c:v>
                </c:pt>
                <c:pt idx="170">
                  <c:v>0.296825396825</c:v>
                </c:pt>
                <c:pt idx="171">
                  <c:v>0.298571428571</c:v>
                </c:pt>
                <c:pt idx="172">
                  <c:v>0.300317460317</c:v>
                </c:pt>
                <c:pt idx="173">
                  <c:v>0.302063492063</c:v>
                </c:pt>
                <c:pt idx="174">
                  <c:v>0.30380952381</c:v>
                </c:pt>
                <c:pt idx="175">
                  <c:v>0.305555555556</c:v>
                </c:pt>
                <c:pt idx="176">
                  <c:v>0.307301587302</c:v>
                </c:pt>
                <c:pt idx="177">
                  <c:v>0.309047619048</c:v>
                </c:pt>
                <c:pt idx="178">
                  <c:v>0.310793650794</c:v>
                </c:pt>
                <c:pt idx="179">
                  <c:v>0.31253968254</c:v>
                </c:pt>
                <c:pt idx="180">
                  <c:v>0.314285714286</c:v>
                </c:pt>
                <c:pt idx="181">
                  <c:v>0.316031746032</c:v>
                </c:pt>
                <c:pt idx="182">
                  <c:v>0.317777777778</c:v>
                </c:pt>
                <c:pt idx="183">
                  <c:v>0.319523809524</c:v>
                </c:pt>
                <c:pt idx="184">
                  <c:v>0.32126984127</c:v>
                </c:pt>
                <c:pt idx="185">
                  <c:v>0.323015873016</c:v>
                </c:pt>
                <c:pt idx="186">
                  <c:v>0.324761904762</c:v>
                </c:pt>
                <c:pt idx="187">
                  <c:v>0.326507936508</c:v>
                </c:pt>
                <c:pt idx="188">
                  <c:v>0.328253968254</c:v>
                </c:pt>
                <c:pt idx="189">
                  <c:v>0.33</c:v>
                </c:pt>
                <c:pt idx="190">
                  <c:v>0.331746031746</c:v>
                </c:pt>
                <c:pt idx="191">
                  <c:v>0.333492063492</c:v>
                </c:pt>
                <c:pt idx="192">
                  <c:v>0.335238095238</c:v>
                </c:pt>
                <c:pt idx="193">
                  <c:v>0.336984126984</c:v>
                </c:pt>
                <c:pt idx="194">
                  <c:v>0.33873015873</c:v>
                </c:pt>
                <c:pt idx="195">
                  <c:v>0.340476190476</c:v>
                </c:pt>
                <c:pt idx="196">
                  <c:v>0.342222222222</c:v>
                </c:pt>
                <c:pt idx="197">
                  <c:v>0.343968253968</c:v>
                </c:pt>
                <c:pt idx="198">
                  <c:v>0.345714285714</c:v>
                </c:pt>
                <c:pt idx="199">
                  <c:v>0.34746031746</c:v>
                </c:pt>
                <c:pt idx="200">
                  <c:v>0.349206349206</c:v>
                </c:pt>
                <c:pt idx="201">
                  <c:v>0.350952380952</c:v>
                </c:pt>
                <c:pt idx="202">
                  <c:v>0.352698412698</c:v>
                </c:pt>
                <c:pt idx="203">
                  <c:v>0.354444444444</c:v>
                </c:pt>
                <c:pt idx="204">
                  <c:v>0.35619047619</c:v>
                </c:pt>
                <c:pt idx="205">
                  <c:v>0.357936507937</c:v>
                </c:pt>
                <c:pt idx="206">
                  <c:v>0.359682539683</c:v>
                </c:pt>
                <c:pt idx="207">
                  <c:v>0.361428571429</c:v>
                </c:pt>
                <c:pt idx="208">
                  <c:v>0.363174603175</c:v>
                </c:pt>
                <c:pt idx="209">
                  <c:v>0.364920634921</c:v>
                </c:pt>
                <c:pt idx="210">
                  <c:v>0.366666666667</c:v>
                </c:pt>
                <c:pt idx="211">
                  <c:v>0.368412698413</c:v>
                </c:pt>
                <c:pt idx="212">
                  <c:v>0.370158730159</c:v>
                </c:pt>
                <c:pt idx="213">
                  <c:v>0.371904761905</c:v>
                </c:pt>
                <c:pt idx="214">
                  <c:v>0.373650793651</c:v>
                </c:pt>
                <c:pt idx="215">
                  <c:v>0.375396825397</c:v>
                </c:pt>
                <c:pt idx="216">
                  <c:v>0.377142857143</c:v>
                </c:pt>
                <c:pt idx="217">
                  <c:v>0.378888888889</c:v>
                </c:pt>
                <c:pt idx="218">
                  <c:v>0.380634920635</c:v>
                </c:pt>
                <c:pt idx="219">
                  <c:v>0.382380952381</c:v>
                </c:pt>
                <c:pt idx="220">
                  <c:v>0.384126984127</c:v>
                </c:pt>
                <c:pt idx="221">
                  <c:v>0.385873015873</c:v>
                </c:pt>
                <c:pt idx="222">
                  <c:v>0.387619047619</c:v>
                </c:pt>
                <c:pt idx="223">
                  <c:v>0.389365079365</c:v>
                </c:pt>
                <c:pt idx="224">
                  <c:v>0.391111111111</c:v>
                </c:pt>
                <c:pt idx="225">
                  <c:v>0.392857142857</c:v>
                </c:pt>
                <c:pt idx="226">
                  <c:v>0.394603174603</c:v>
                </c:pt>
                <c:pt idx="227">
                  <c:v>0.396349206349</c:v>
                </c:pt>
                <c:pt idx="228">
                  <c:v>0.398095238095</c:v>
                </c:pt>
                <c:pt idx="229">
                  <c:v>0.399841269841</c:v>
                </c:pt>
                <c:pt idx="230">
                  <c:v>0.401587301587</c:v>
                </c:pt>
                <c:pt idx="231">
                  <c:v>0.403333333333</c:v>
                </c:pt>
                <c:pt idx="232">
                  <c:v>0.405079365079</c:v>
                </c:pt>
                <c:pt idx="233">
                  <c:v>0.406825396825</c:v>
                </c:pt>
                <c:pt idx="234">
                  <c:v>0.408571428571</c:v>
                </c:pt>
                <c:pt idx="235">
                  <c:v>0.410317460317</c:v>
                </c:pt>
                <c:pt idx="236">
                  <c:v>0.412063492063</c:v>
                </c:pt>
                <c:pt idx="237">
                  <c:v>0.41380952381</c:v>
                </c:pt>
                <c:pt idx="238">
                  <c:v>0.415555555556</c:v>
                </c:pt>
                <c:pt idx="239">
                  <c:v>0.417301587302</c:v>
                </c:pt>
                <c:pt idx="240">
                  <c:v>0.419047619048</c:v>
                </c:pt>
                <c:pt idx="241">
                  <c:v>0.420793650794</c:v>
                </c:pt>
                <c:pt idx="242">
                  <c:v>0.42253968254</c:v>
                </c:pt>
                <c:pt idx="243">
                  <c:v>0.424285714286</c:v>
                </c:pt>
                <c:pt idx="244">
                  <c:v>0.426031746032</c:v>
                </c:pt>
                <c:pt idx="245">
                  <c:v>0.427777777778</c:v>
                </c:pt>
                <c:pt idx="246">
                  <c:v>0.429523809524</c:v>
                </c:pt>
                <c:pt idx="247">
                  <c:v>0.43126984127</c:v>
                </c:pt>
                <c:pt idx="248">
                  <c:v>0.433015873016</c:v>
                </c:pt>
                <c:pt idx="249">
                  <c:v>0.434761904762</c:v>
                </c:pt>
                <c:pt idx="250">
                  <c:v>0.436507936508</c:v>
                </c:pt>
                <c:pt idx="251">
                  <c:v>0.438253968254</c:v>
                </c:pt>
                <c:pt idx="252">
                  <c:v>0.44</c:v>
                </c:pt>
                <c:pt idx="253">
                  <c:v>0.441746031746</c:v>
                </c:pt>
                <c:pt idx="254">
                  <c:v>0.443492063492</c:v>
                </c:pt>
                <c:pt idx="255">
                  <c:v>0.445238095238</c:v>
                </c:pt>
                <c:pt idx="256">
                  <c:v>0.446984126984</c:v>
                </c:pt>
                <c:pt idx="257">
                  <c:v>0.44873015873</c:v>
                </c:pt>
                <c:pt idx="258">
                  <c:v>0.450476190476</c:v>
                </c:pt>
                <c:pt idx="259">
                  <c:v>0.452222222222</c:v>
                </c:pt>
                <c:pt idx="260">
                  <c:v>0.453968253968</c:v>
                </c:pt>
                <c:pt idx="261">
                  <c:v>0.455714285714</c:v>
                </c:pt>
                <c:pt idx="262">
                  <c:v>0.45746031746</c:v>
                </c:pt>
                <c:pt idx="263">
                  <c:v>0.459206349206</c:v>
                </c:pt>
                <c:pt idx="264">
                  <c:v>0.460952380952</c:v>
                </c:pt>
                <c:pt idx="265">
                  <c:v>0.462698412698</c:v>
                </c:pt>
                <c:pt idx="266">
                  <c:v>0.464444444444</c:v>
                </c:pt>
                <c:pt idx="267">
                  <c:v>0.46619047619</c:v>
                </c:pt>
                <c:pt idx="268">
                  <c:v>0.467936507937</c:v>
                </c:pt>
                <c:pt idx="269">
                  <c:v>0.469682539683</c:v>
                </c:pt>
                <c:pt idx="270">
                  <c:v>0.471428571429</c:v>
                </c:pt>
                <c:pt idx="271">
                  <c:v>0.473174603175</c:v>
                </c:pt>
                <c:pt idx="272">
                  <c:v>0.474920634921</c:v>
                </c:pt>
                <c:pt idx="273">
                  <c:v>0.476666666667</c:v>
                </c:pt>
                <c:pt idx="274">
                  <c:v>0.478412698413</c:v>
                </c:pt>
                <c:pt idx="275">
                  <c:v>0.480158730159</c:v>
                </c:pt>
                <c:pt idx="276">
                  <c:v>0.481904761905</c:v>
                </c:pt>
                <c:pt idx="277">
                  <c:v>0.483650793651</c:v>
                </c:pt>
                <c:pt idx="278">
                  <c:v>0.485396825397</c:v>
                </c:pt>
                <c:pt idx="279">
                  <c:v>0.487142857143</c:v>
                </c:pt>
                <c:pt idx="280">
                  <c:v>0.488888888889</c:v>
                </c:pt>
                <c:pt idx="281">
                  <c:v>0.490634920635</c:v>
                </c:pt>
                <c:pt idx="282">
                  <c:v>0.492380952381</c:v>
                </c:pt>
                <c:pt idx="283">
                  <c:v>0.494126984127</c:v>
                </c:pt>
                <c:pt idx="284">
                  <c:v>0.495873015873</c:v>
                </c:pt>
                <c:pt idx="285">
                  <c:v>0.497619047619</c:v>
                </c:pt>
                <c:pt idx="286">
                  <c:v>0.499365079365</c:v>
                </c:pt>
                <c:pt idx="287">
                  <c:v>0.501111111111</c:v>
                </c:pt>
                <c:pt idx="288">
                  <c:v>0.502857142857</c:v>
                </c:pt>
                <c:pt idx="289">
                  <c:v>0.504603174603</c:v>
                </c:pt>
                <c:pt idx="290">
                  <c:v>0.506349206349</c:v>
                </c:pt>
                <c:pt idx="291">
                  <c:v>0.508095238095</c:v>
                </c:pt>
                <c:pt idx="292">
                  <c:v>0.509841269841</c:v>
                </c:pt>
                <c:pt idx="293">
                  <c:v>0.511587301587</c:v>
                </c:pt>
                <c:pt idx="294">
                  <c:v>0.513333333333</c:v>
                </c:pt>
                <c:pt idx="295">
                  <c:v>0.515079365079</c:v>
                </c:pt>
                <c:pt idx="296">
                  <c:v>0.516825396825</c:v>
                </c:pt>
                <c:pt idx="297">
                  <c:v>0.518571428571</c:v>
                </c:pt>
                <c:pt idx="298">
                  <c:v>0.520317460317</c:v>
                </c:pt>
                <c:pt idx="299">
                  <c:v>0.522063492063</c:v>
                </c:pt>
                <c:pt idx="300">
                  <c:v>0.52380952381</c:v>
                </c:pt>
                <c:pt idx="301">
                  <c:v>0.525555555556</c:v>
                </c:pt>
                <c:pt idx="302">
                  <c:v>0.527301587302</c:v>
                </c:pt>
                <c:pt idx="303">
                  <c:v>0.529047619048</c:v>
                </c:pt>
                <c:pt idx="304">
                  <c:v>0.530793650794</c:v>
                </c:pt>
                <c:pt idx="305">
                  <c:v>0.53253968254</c:v>
                </c:pt>
                <c:pt idx="306">
                  <c:v>0.534285714286</c:v>
                </c:pt>
                <c:pt idx="307">
                  <c:v>0.536031746032</c:v>
                </c:pt>
                <c:pt idx="308">
                  <c:v>0.537777777778</c:v>
                </c:pt>
                <c:pt idx="309">
                  <c:v>0.539523809524</c:v>
                </c:pt>
                <c:pt idx="310">
                  <c:v>0.54126984127</c:v>
                </c:pt>
                <c:pt idx="311">
                  <c:v>0.543015873016</c:v>
                </c:pt>
                <c:pt idx="312">
                  <c:v>0.544761904762</c:v>
                </c:pt>
                <c:pt idx="313">
                  <c:v>0.546507936508</c:v>
                </c:pt>
                <c:pt idx="314">
                  <c:v>0.548253968254</c:v>
                </c:pt>
                <c:pt idx="315">
                  <c:v>0.55</c:v>
                </c:pt>
                <c:pt idx="316">
                  <c:v>0.551746031746</c:v>
                </c:pt>
                <c:pt idx="317">
                  <c:v>0.553492063492</c:v>
                </c:pt>
                <c:pt idx="318">
                  <c:v>0.555238095238</c:v>
                </c:pt>
                <c:pt idx="319">
                  <c:v>0.556984126984</c:v>
                </c:pt>
                <c:pt idx="320">
                  <c:v>0.55873015873</c:v>
                </c:pt>
                <c:pt idx="321">
                  <c:v>0.560476190476</c:v>
                </c:pt>
                <c:pt idx="322">
                  <c:v>0.562222222222</c:v>
                </c:pt>
                <c:pt idx="323">
                  <c:v>0.563968253968</c:v>
                </c:pt>
                <c:pt idx="324">
                  <c:v>0.565714285714</c:v>
                </c:pt>
                <c:pt idx="325">
                  <c:v>0.56746031746</c:v>
                </c:pt>
                <c:pt idx="326">
                  <c:v>0.569206349206</c:v>
                </c:pt>
                <c:pt idx="327">
                  <c:v>0.570952380952</c:v>
                </c:pt>
                <c:pt idx="328">
                  <c:v>0.572698412698</c:v>
                </c:pt>
                <c:pt idx="329">
                  <c:v>0.574444444444</c:v>
                </c:pt>
                <c:pt idx="330">
                  <c:v>0.57619047619</c:v>
                </c:pt>
                <c:pt idx="331">
                  <c:v>0.577936507937</c:v>
                </c:pt>
                <c:pt idx="332">
                  <c:v>0.579682539683</c:v>
                </c:pt>
                <c:pt idx="333">
                  <c:v>0.581428571429</c:v>
                </c:pt>
                <c:pt idx="334">
                  <c:v>0.583174603175</c:v>
                </c:pt>
                <c:pt idx="335">
                  <c:v>0.584920634921</c:v>
                </c:pt>
                <c:pt idx="336">
                  <c:v>0.586666666667</c:v>
                </c:pt>
                <c:pt idx="337">
                  <c:v>0.588412698413</c:v>
                </c:pt>
                <c:pt idx="338">
                  <c:v>0.590158730159</c:v>
                </c:pt>
                <c:pt idx="339">
                  <c:v>0.591904761905</c:v>
                </c:pt>
                <c:pt idx="340">
                  <c:v>0.593650793651</c:v>
                </c:pt>
                <c:pt idx="341">
                  <c:v>0.595396825397</c:v>
                </c:pt>
                <c:pt idx="342">
                  <c:v>0.597142857143</c:v>
                </c:pt>
                <c:pt idx="343">
                  <c:v>0.598888888889</c:v>
                </c:pt>
                <c:pt idx="344">
                  <c:v>0.600634920635</c:v>
                </c:pt>
                <c:pt idx="345">
                  <c:v>0.602380952381</c:v>
                </c:pt>
                <c:pt idx="346">
                  <c:v>0.604126984127</c:v>
                </c:pt>
                <c:pt idx="347">
                  <c:v>0.605873015873</c:v>
                </c:pt>
                <c:pt idx="348">
                  <c:v>0.607619047619</c:v>
                </c:pt>
                <c:pt idx="349">
                  <c:v>0.609365079365</c:v>
                </c:pt>
                <c:pt idx="350">
                  <c:v>0.611111111111</c:v>
                </c:pt>
                <c:pt idx="351">
                  <c:v>0.612857142857</c:v>
                </c:pt>
                <c:pt idx="352">
                  <c:v>0.614603174603</c:v>
                </c:pt>
                <c:pt idx="353">
                  <c:v>0.616349206349</c:v>
                </c:pt>
                <c:pt idx="354">
                  <c:v>0.618095238095</c:v>
                </c:pt>
                <c:pt idx="355">
                  <c:v>0.619841269841</c:v>
                </c:pt>
                <c:pt idx="356">
                  <c:v>0.621587301587</c:v>
                </c:pt>
                <c:pt idx="357">
                  <c:v>0.623333333333</c:v>
                </c:pt>
                <c:pt idx="358">
                  <c:v>0.625079365079</c:v>
                </c:pt>
                <c:pt idx="359">
                  <c:v>0.626825396825</c:v>
                </c:pt>
                <c:pt idx="360">
                  <c:v>0.628571428571</c:v>
                </c:pt>
                <c:pt idx="361">
                  <c:v>0.630317460317</c:v>
                </c:pt>
                <c:pt idx="362">
                  <c:v>0.632063492063</c:v>
                </c:pt>
                <c:pt idx="363">
                  <c:v>0.63380952381</c:v>
                </c:pt>
                <c:pt idx="364">
                  <c:v>0.635555555556</c:v>
                </c:pt>
                <c:pt idx="365">
                  <c:v>0.637301587302</c:v>
                </c:pt>
                <c:pt idx="366">
                  <c:v>0.639047619048</c:v>
                </c:pt>
                <c:pt idx="367">
                  <c:v>0.640793650794</c:v>
                </c:pt>
                <c:pt idx="368">
                  <c:v>0.64253968254</c:v>
                </c:pt>
                <c:pt idx="369">
                  <c:v>0.644285714286</c:v>
                </c:pt>
                <c:pt idx="370">
                  <c:v>0.646031746032</c:v>
                </c:pt>
                <c:pt idx="371">
                  <c:v>0.647777777778</c:v>
                </c:pt>
                <c:pt idx="372">
                  <c:v>0.649523809524</c:v>
                </c:pt>
                <c:pt idx="373">
                  <c:v>0.65126984127</c:v>
                </c:pt>
                <c:pt idx="374">
                  <c:v>0.653015873016</c:v>
                </c:pt>
                <c:pt idx="375">
                  <c:v>0.654761904762</c:v>
                </c:pt>
                <c:pt idx="376">
                  <c:v>0.656507936508</c:v>
                </c:pt>
                <c:pt idx="377">
                  <c:v>0.658253968254</c:v>
                </c:pt>
                <c:pt idx="378">
                  <c:v>0.66</c:v>
                </c:pt>
                <c:pt idx="379">
                  <c:v>0.661746031746</c:v>
                </c:pt>
                <c:pt idx="380">
                  <c:v>0.663492063492</c:v>
                </c:pt>
                <c:pt idx="381">
                  <c:v>0.665238095238</c:v>
                </c:pt>
                <c:pt idx="382">
                  <c:v>0.666984126984</c:v>
                </c:pt>
                <c:pt idx="383">
                  <c:v>0.66873015873</c:v>
                </c:pt>
                <c:pt idx="384">
                  <c:v>0.670476190476</c:v>
                </c:pt>
                <c:pt idx="385">
                  <c:v>0.672222222222</c:v>
                </c:pt>
                <c:pt idx="386">
                  <c:v>0.673968253968</c:v>
                </c:pt>
                <c:pt idx="387">
                  <c:v>0.675714285714</c:v>
                </c:pt>
                <c:pt idx="388">
                  <c:v>0.67746031746</c:v>
                </c:pt>
                <c:pt idx="389">
                  <c:v>0.679206349206</c:v>
                </c:pt>
                <c:pt idx="390">
                  <c:v>0.680952380952</c:v>
                </c:pt>
                <c:pt idx="391">
                  <c:v>0.682698412698</c:v>
                </c:pt>
                <c:pt idx="392">
                  <c:v>0.684444444444</c:v>
                </c:pt>
                <c:pt idx="393">
                  <c:v>0.68619047619</c:v>
                </c:pt>
                <c:pt idx="394">
                  <c:v>0.687936507937</c:v>
                </c:pt>
                <c:pt idx="395">
                  <c:v>0.689682539683</c:v>
                </c:pt>
                <c:pt idx="396">
                  <c:v>0.691428571429</c:v>
                </c:pt>
                <c:pt idx="397">
                  <c:v>0.693174603175</c:v>
                </c:pt>
                <c:pt idx="398">
                  <c:v>0.694920634921</c:v>
                </c:pt>
                <c:pt idx="399">
                  <c:v>0.696666666667</c:v>
                </c:pt>
                <c:pt idx="400">
                  <c:v>0.698412698413</c:v>
                </c:pt>
                <c:pt idx="401">
                  <c:v>0.700158730159</c:v>
                </c:pt>
                <c:pt idx="402">
                  <c:v>0.701904761905</c:v>
                </c:pt>
                <c:pt idx="403">
                  <c:v>0.703650793651</c:v>
                </c:pt>
                <c:pt idx="404">
                  <c:v>0.705396825397</c:v>
                </c:pt>
                <c:pt idx="405">
                  <c:v>0.707142857143</c:v>
                </c:pt>
                <c:pt idx="406">
                  <c:v>0.708888888889</c:v>
                </c:pt>
                <c:pt idx="407">
                  <c:v>0.710634920635</c:v>
                </c:pt>
                <c:pt idx="408">
                  <c:v>0.712380952381</c:v>
                </c:pt>
                <c:pt idx="409">
                  <c:v>0.714126984127</c:v>
                </c:pt>
                <c:pt idx="410">
                  <c:v>0.715873015873</c:v>
                </c:pt>
                <c:pt idx="411">
                  <c:v>0.717619047619</c:v>
                </c:pt>
                <c:pt idx="412">
                  <c:v>0.719365079365</c:v>
                </c:pt>
                <c:pt idx="413">
                  <c:v>0.721111111111</c:v>
                </c:pt>
                <c:pt idx="414">
                  <c:v>0.722857142857</c:v>
                </c:pt>
                <c:pt idx="415">
                  <c:v>0.724603174603</c:v>
                </c:pt>
                <c:pt idx="416">
                  <c:v>0.726349206349</c:v>
                </c:pt>
                <c:pt idx="417">
                  <c:v>0.728095238095</c:v>
                </c:pt>
                <c:pt idx="418">
                  <c:v>0.729841269841</c:v>
                </c:pt>
                <c:pt idx="419">
                  <c:v>0.731587301587</c:v>
                </c:pt>
                <c:pt idx="420">
                  <c:v>0.733333333333</c:v>
                </c:pt>
                <c:pt idx="421">
                  <c:v>0.735079365079</c:v>
                </c:pt>
                <c:pt idx="422">
                  <c:v>0.736825396825</c:v>
                </c:pt>
                <c:pt idx="423">
                  <c:v>0.738571428571</c:v>
                </c:pt>
                <c:pt idx="424">
                  <c:v>0.740317460317</c:v>
                </c:pt>
                <c:pt idx="425">
                  <c:v>0.742063492063</c:v>
                </c:pt>
                <c:pt idx="426">
                  <c:v>0.74380952381</c:v>
                </c:pt>
                <c:pt idx="427">
                  <c:v>0.745555555556</c:v>
                </c:pt>
                <c:pt idx="428">
                  <c:v>0.747301587302</c:v>
                </c:pt>
                <c:pt idx="429">
                  <c:v>0.749047619048</c:v>
                </c:pt>
                <c:pt idx="430">
                  <c:v>0.750793650794</c:v>
                </c:pt>
                <c:pt idx="431">
                  <c:v>0.75253968254</c:v>
                </c:pt>
                <c:pt idx="432">
                  <c:v>0.754285714286</c:v>
                </c:pt>
                <c:pt idx="433">
                  <c:v>0.756031746032</c:v>
                </c:pt>
                <c:pt idx="434">
                  <c:v>0.757777777778</c:v>
                </c:pt>
                <c:pt idx="435">
                  <c:v>0.759523809524</c:v>
                </c:pt>
                <c:pt idx="436">
                  <c:v>0.76126984127</c:v>
                </c:pt>
                <c:pt idx="437">
                  <c:v>0.763015873016</c:v>
                </c:pt>
                <c:pt idx="438">
                  <c:v>0.764761904762</c:v>
                </c:pt>
                <c:pt idx="439">
                  <c:v>0.766507936508</c:v>
                </c:pt>
                <c:pt idx="440">
                  <c:v>0.768253968254</c:v>
                </c:pt>
                <c:pt idx="441">
                  <c:v>0.77</c:v>
                </c:pt>
                <c:pt idx="442">
                  <c:v>0.771746031746</c:v>
                </c:pt>
                <c:pt idx="443">
                  <c:v>0.773492063492</c:v>
                </c:pt>
                <c:pt idx="444">
                  <c:v>0.775238095238</c:v>
                </c:pt>
                <c:pt idx="445">
                  <c:v>0.776984126984</c:v>
                </c:pt>
                <c:pt idx="446">
                  <c:v>0.77873015873</c:v>
                </c:pt>
                <c:pt idx="447">
                  <c:v>0.780476190476</c:v>
                </c:pt>
                <c:pt idx="448">
                  <c:v>0.782222222222</c:v>
                </c:pt>
                <c:pt idx="449">
                  <c:v>0.783968253968</c:v>
                </c:pt>
                <c:pt idx="450">
                  <c:v>0.785714285714</c:v>
                </c:pt>
                <c:pt idx="451">
                  <c:v>0.78746031746</c:v>
                </c:pt>
                <c:pt idx="452">
                  <c:v>0.789206349206</c:v>
                </c:pt>
                <c:pt idx="453">
                  <c:v>0.790952380952</c:v>
                </c:pt>
                <c:pt idx="454">
                  <c:v>0.792698412698</c:v>
                </c:pt>
                <c:pt idx="455">
                  <c:v>0.794444444444</c:v>
                </c:pt>
                <c:pt idx="456">
                  <c:v>0.79619047619</c:v>
                </c:pt>
                <c:pt idx="457">
                  <c:v>0.797936507937</c:v>
                </c:pt>
                <c:pt idx="458">
                  <c:v>0.799682539683</c:v>
                </c:pt>
                <c:pt idx="459">
                  <c:v>0.801428571429</c:v>
                </c:pt>
                <c:pt idx="460">
                  <c:v>0.803174603175</c:v>
                </c:pt>
                <c:pt idx="461">
                  <c:v>0.804920634921</c:v>
                </c:pt>
                <c:pt idx="462">
                  <c:v>0.806666666667</c:v>
                </c:pt>
                <c:pt idx="463">
                  <c:v>0.808412698413</c:v>
                </c:pt>
                <c:pt idx="464">
                  <c:v>0.810158730159</c:v>
                </c:pt>
                <c:pt idx="465">
                  <c:v>0.811904761905</c:v>
                </c:pt>
                <c:pt idx="466">
                  <c:v>0.813650793651</c:v>
                </c:pt>
                <c:pt idx="467">
                  <c:v>0.815396825397</c:v>
                </c:pt>
                <c:pt idx="468">
                  <c:v>0.817142857143</c:v>
                </c:pt>
                <c:pt idx="469">
                  <c:v>0.818888888889</c:v>
                </c:pt>
                <c:pt idx="470">
                  <c:v>0.820634920635</c:v>
                </c:pt>
                <c:pt idx="471">
                  <c:v>0.822380952381</c:v>
                </c:pt>
                <c:pt idx="472">
                  <c:v>0.824126984127</c:v>
                </c:pt>
                <c:pt idx="473">
                  <c:v>0.825873015873</c:v>
                </c:pt>
                <c:pt idx="474">
                  <c:v>0.827619047619</c:v>
                </c:pt>
                <c:pt idx="475">
                  <c:v>0.829365079365</c:v>
                </c:pt>
                <c:pt idx="476">
                  <c:v>0.831111111111</c:v>
                </c:pt>
                <c:pt idx="477">
                  <c:v>0.832857142857</c:v>
                </c:pt>
                <c:pt idx="478">
                  <c:v>0.834603174603</c:v>
                </c:pt>
                <c:pt idx="479">
                  <c:v>0.836349206349</c:v>
                </c:pt>
                <c:pt idx="480">
                  <c:v>0.838095238095</c:v>
                </c:pt>
                <c:pt idx="481">
                  <c:v>0.839841269841</c:v>
                </c:pt>
                <c:pt idx="482">
                  <c:v>0.841587301587</c:v>
                </c:pt>
                <c:pt idx="483">
                  <c:v>0.843333333333</c:v>
                </c:pt>
                <c:pt idx="484">
                  <c:v>0.845079365079</c:v>
                </c:pt>
                <c:pt idx="485">
                  <c:v>0.846825396825</c:v>
                </c:pt>
                <c:pt idx="486">
                  <c:v>0.848571428571</c:v>
                </c:pt>
                <c:pt idx="487">
                  <c:v>0.850317460317</c:v>
                </c:pt>
                <c:pt idx="488">
                  <c:v>0.852063492063</c:v>
                </c:pt>
                <c:pt idx="489">
                  <c:v>0.85380952381</c:v>
                </c:pt>
                <c:pt idx="490">
                  <c:v>0.855555555556</c:v>
                </c:pt>
                <c:pt idx="491">
                  <c:v>0.857301587302</c:v>
                </c:pt>
                <c:pt idx="492">
                  <c:v>0.859047619048</c:v>
                </c:pt>
                <c:pt idx="493">
                  <c:v>0.860793650794</c:v>
                </c:pt>
                <c:pt idx="494">
                  <c:v>0.86253968254</c:v>
                </c:pt>
                <c:pt idx="495">
                  <c:v>0.864285714286</c:v>
                </c:pt>
                <c:pt idx="496">
                  <c:v>0.866031746032</c:v>
                </c:pt>
                <c:pt idx="497">
                  <c:v>0.867777777778</c:v>
                </c:pt>
                <c:pt idx="498">
                  <c:v>0.869523809524</c:v>
                </c:pt>
                <c:pt idx="499">
                  <c:v>0.87126984127</c:v>
                </c:pt>
                <c:pt idx="500">
                  <c:v>0.873015873016</c:v>
                </c:pt>
                <c:pt idx="501">
                  <c:v>0.874761904762</c:v>
                </c:pt>
                <c:pt idx="502">
                  <c:v>0.876507936508</c:v>
                </c:pt>
                <c:pt idx="503">
                  <c:v>0.878253968254</c:v>
                </c:pt>
                <c:pt idx="504">
                  <c:v>0.88</c:v>
                </c:pt>
                <c:pt idx="505">
                  <c:v>0.881746031746</c:v>
                </c:pt>
                <c:pt idx="506">
                  <c:v>0.883492063492</c:v>
                </c:pt>
                <c:pt idx="507">
                  <c:v>0.885238095238</c:v>
                </c:pt>
                <c:pt idx="508">
                  <c:v>0.886984126984</c:v>
                </c:pt>
                <c:pt idx="509">
                  <c:v>0.88873015873</c:v>
                </c:pt>
                <c:pt idx="510">
                  <c:v>0.890476190476</c:v>
                </c:pt>
                <c:pt idx="511">
                  <c:v>0.892222222222</c:v>
                </c:pt>
                <c:pt idx="512">
                  <c:v>0.893968253968</c:v>
                </c:pt>
                <c:pt idx="513">
                  <c:v>0.895714285714</c:v>
                </c:pt>
                <c:pt idx="514">
                  <c:v>0.89746031746</c:v>
                </c:pt>
                <c:pt idx="515">
                  <c:v>0.899206349206</c:v>
                </c:pt>
                <c:pt idx="516">
                  <c:v>0.900952380952</c:v>
                </c:pt>
                <c:pt idx="517">
                  <c:v>0.902698412698</c:v>
                </c:pt>
                <c:pt idx="518">
                  <c:v>0.904444444444</c:v>
                </c:pt>
                <c:pt idx="519">
                  <c:v>0.90619047619</c:v>
                </c:pt>
                <c:pt idx="520">
                  <c:v>0.907936507937</c:v>
                </c:pt>
                <c:pt idx="521">
                  <c:v>0.909682539683</c:v>
                </c:pt>
                <c:pt idx="522">
                  <c:v>0.911428571429</c:v>
                </c:pt>
                <c:pt idx="523">
                  <c:v>0.913174603175</c:v>
                </c:pt>
                <c:pt idx="524">
                  <c:v>0.914920634921</c:v>
                </c:pt>
                <c:pt idx="525">
                  <c:v>0.916666666667</c:v>
                </c:pt>
                <c:pt idx="526">
                  <c:v>0.918412698413</c:v>
                </c:pt>
                <c:pt idx="527">
                  <c:v>0.920158730159</c:v>
                </c:pt>
                <c:pt idx="528">
                  <c:v>0.921904761905</c:v>
                </c:pt>
                <c:pt idx="529">
                  <c:v>0.923650793651</c:v>
                </c:pt>
                <c:pt idx="530">
                  <c:v>0.925396825397</c:v>
                </c:pt>
                <c:pt idx="531">
                  <c:v>0.927142857143</c:v>
                </c:pt>
                <c:pt idx="532">
                  <c:v>0.928888888889</c:v>
                </c:pt>
                <c:pt idx="533">
                  <c:v>0.930634920635</c:v>
                </c:pt>
                <c:pt idx="534">
                  <c:v>0.932380952381</c:v>
                </c:pt>
                <c:pt idx="535">
                  <c:v>0.934126984127</c:v>
                </c:pt>
                <c:pt idx="536">
                  <c:v>0.935873015873</c:v>
                </c:pt>
                <c:pt idx="537">
                  <c:v>0.937619047619</c:v>
                </c:pt>
                <c:pt idx="538">
                  <c:v>0.939365079365</c:v>
                </c:pt>
                <c:pt idx="539">
                  <c:v>0.941111111111</c:v>
                </c:pt>
                <c:pt idx="540">
                  <c:v>0.942857142857</c:v>
                </c:pt>
                <c:pt idx="541">
                  <c:v>0.944603174603</c:v>
                </c:pt>
                <c:pt idx="542">
                  <c:v>0.946349206349</c:v>
                </c:pt>
                <c:pt idx="543">
                  <c:v>0.948095238095</c:v>
                </c:pt>
                <c:pt idx="544">
                  <c:v>0.949841269841</c:v>
                </c:pt>
                <c:pt idx="545">
                  <c:v>0.951587301587</c:v>
                </c:pt>
                <c:pt idx="546">
                  <c:v>0.953333333333</c:v>
                </c:pt>
                <c:pt idx="547">
                  <c:v>0.955079365079</c:v>
                </c:pt>
                <c:pt idx="548">
                  <c:v>0.956825396825</c:v>
                </c:pt>
                <c:pt idx="549">
                  <c:v>0.958571428571</c:v>
                </c:pt>
                <c:pt idx="550">
                  <c:v>0.960317460317</c:v>
                </c:pt>
                <c:pt idx="551">
                  <c:v>0.962063492063</c:v>
                </c:pt>
                <c:pt idx="552">
                  <c:v>0.96380952381</c:v>
                </c:pt>
                <c:pt idx="553">
                  <c:v>0.965555555556</c:v>
                </c:pt>
                <c:pt idx="554">
                  <c:v>0.967301587302</c:v>
                </c:pt>
                <c:pt idx="555">
                  <c:v>0.969047619048</c:v>
                </c:pt>
                <c:pt idx="556">
                  <c:v>0.970793650794</c:v>
                </c:pt>
                <c:pt idx="557">
                  <c:v>0.97253968254</c:v>
                </c:pt>
                <c:pt idx="558">
                  <c:v>0.974285714286</c:v>
                </c:pt>
                <c:pt idx="559">
                  <c:v>0.976031746032</c:v>
                </c:pt>
                <c:pt idx="560">
                  <c:v>0.977777777778</c:v>
                </c:pt>
                <c:pt idx="561">
                  <c:v>0.979523809524</c:v>
                </c:pt>
                <c:pt idx="562">
                  <c:v>0.98126984127</c:v>
                </c:pt>
                <c:pt idx="563">
                  <c:v>0.983015873016</c:v>
                </c:pt>
                <c:pt idx="564">
                  <c:v>0.984761904762</c:v>
                </c:pt>
                <c:pt idx="565">
                  <c:v>0.986507936508</c:v>
                </c:pt>
                <c:pt idx="566">
                  <c:v>0.988253968254</c:v>
                </c:pt>
                <c:pt idx="567">
                  <c:v>0.99</c:v>
                </c:pt>
                <c:pt idx="568">
                  <c:v>0.991746031746</c:v>
                </c:pt>
                <c:pt idx="569">
                  <c:v>0.993492063492</c:v>
                </c:pt>
                <c:pt idx="570">
                  <c:v>0.995238095238</c:v>
                </c:pt>
                <c:pt idx="571">
                  <c:v>0.996984126984</c:v>
                </c:pt>
                <c:pt idx="572">
                  <c:v>0.99873015873</c:v>
                </c:pt>
                <c:pt idx="573">
                  <c:v>1.00047619048</c:v>
                </c:pt>
                <c:pt idx="574">
                  <c:v>1.00222222222</c:v>
                </c:pt>
                <c:pt idx="575">
                  <c:v>1.00396825397</c:v>
                </c:pt>
                <c:pt idx="576">
                  <c:v>1.00571428571</c:v>
                </c:pt>
                <c:pt idx="577">
                  <c:v>1.00746031746</c:v>
                </c:pt>
                <c:pt idx="578">
                  <c:v>1.00920634921</c:v>
                </c:pt>
                <c:pt idx="579">
                  <c:v>1.01095238095</c:v>
                </c:pt>
                <c:pt idx="580">
                  <c:v>1.0126984127</c:v>
                </c:pt>
                <c:pt idx="581">
                  <c:v>1.01444444444</c:v>
                </c:pt>
                <c:pt idx="582">
                  <c:v>1.01619047619</c:v>
                </c:pt>
                <c:pt idx="583">
                  <c:v>1.01793650794</c:v>
                </c:pt>
                <c:pt idx="584">
                  <c:v>1.01968253968</c:v>
                </c:pt>
                <c:pt idx="585">
                  <c:v>1.02142857143</c:v>
                </c:pt>
                <c:pt idx="586">
                  <c:v>1.02317460317</c:v>
                </c:pt>
                <c:pt idx="587">
                  <c:v>1.02492063492</c:v>
                </c:pt>
                <c:pt idx="588">
                  <c:v>1.02666666667</c:v>
                </c:pt>
                <c:pt idx="589">
                  <c:v>1.02841269841</c:v>
                </c:pt>
                <c:pt idx="590">
                  <c:v>1.03015873016</c:v>
                </c:pt>
                <c:pt idx="591">
                  <c:v>1.0319047619</c:v>
                </c:pt>
                <c:pt idx="592">
                  <c:v>1.03365079365</c:v>
                </c:pt>
                <c:pt idx="593">
                  <c:v>1.0353968254</c:v>
                </c:pt>
                <c:pt idx="594">
                  <c:v>1.03714285714</c:v>
                </c:pt>
                <c:pt idx="595">
                  <c:v>1.03888888889</c:v>
                </c:pt>
                <c:pt idx="596">
                  <c:v>1.04063492063</c:v>
                </c:pt>
                <c:pt idx="597">
                  <c:v>1.04238095238</c:v>
                </c:pt>
                <c:pt idx="598">
                  <c:v>1.04412698413</c:v>
                </c:pt>
                <c:pt idx="599">
                  <c:v>1.04587301587</c:v>
                </c:pt>
                <c:pt idx="600">
                  <c:v>1.04761904762</c:v>
                </c:pt>
                <c:pt idx="601">
                  <c:v>1.04936507937</c:v>
                </c:pt>
                <c:pt idx="602">
                  <c:v>1.05111111111</c:v>
                </c:pt>
                <c:pt idx="603">
                  <c:v>1.05285714286</c:v>
                </c:pt>
                <c:pt idx="604">
                  <c:v>1.0546031746</c:v>
                </c:pt>
                <c:pt idx="605">
                  <c:v>1.05634920635</c:v>
                </c:pt>
                <c:pt idx="606">
                  <c:v>1.0580952381</c:v>
                </c:pt>
                <c:pt idx="607">
                  <c:v>1.05984126984</c:v>
                </c:pt>
                <c:pt idx="608">
                  <c:v>1.06158730159</c:v>
                </c:pt>
                <c:pt idx="609">
                  <c:v>1.06333333333</c:v>
                </c:pt>
                <c:pt idx="610">
                  <c:v>1.06507936508</c:v>
                </c:pt>
                <c:pt idx="611">
                  <c:v>1.06682539683</c:v>
                </c:pt>
                <c:pt idx="612">
                  <c:v>1.06857142857</c:v>
                </c:pt>
                <c:pt idx="613">
                  <c:v>1.07031746032</c:v>
                </c:pt>
                <c:pt idx="614">
                  <c:v>1.07206349206</c:v>
                </c:pt>
                <c:pt idx="615">
                  <c:v>1.07380952381</c:v>
                </c:pt>
                <c:pt idx="616">
                  <c:v>1.07555555556</c:v>
                </c:pt>
                <c:pt idx="617">
                  <c:v>1.0773015873</c:v>
                </c:pt>
                <c:pt idx="618">
                  <c:v>1.07904761905</c:v>
                </c:pt>
                <c:pt idx="619">
                  <c:v>1.08079365079</c:v>
                </c:pt>
                <c:pt idx="620">
                  <c:v>1.08253968254</c:v>
                </c:pt>
                <c:pt idx="621">
                  <c:v>1.08428571429</c:v>
                </c:pt>
                <c:pt idx="622">
                  <c:v>1.08603174603</c:v>
                </c:pt>
                <c:pt idx="623">
                  <c:v>1.08777777778</c:v>
                </c:pt>
                <c:pt idx="624">
                  <c:v>1.08952380952</c:v>
                </c:pt>
                <c:pt idx="625">
                  <c:v>1.09126984127</c:v>
                </c:pt>
                <c:pt idx="626">
                  <c:v>1.09301587302</c:v>
                </c:pt>
                <c:pt idx="627">
                  <c:v>1.09476190476</c:v>
                </c:pt>
                <c:pt idx="628">
                  <c:v>1.09650793651</c:v>
                </c:pt>
                <c:pt idx="629">
                  <c:v>1.09825396825</c:v>
                </c:pt>
                <c:pt idx="630">
                  <c:v>1.1</c:v>
                </c:pt>
                <c:pt idx="631">
                  <c:v>1.10174603175</c:v>
                </c:pt>
                <c:pt idx="632">
                  <c:v>1.10349206349</c:v>
                </c:pt>
                <c:pt idx="633">
                  <c:v>1.10523809524</c:v>
                </c:pt>
                <c:pt idx="634">
                  <c:v>1.10698412698</c:v>
                </c:pt>
                <c:pt idx="635">
                  <c:v>1.10873015873</c:v>
                </c:pt>
                <c:pt idx="636">
                  <c:v>1.11047619048</c:v>
                </c:pt>
                <c:pt idx="637">
                  <c:v>1.11222222222</c:v>
                </c:pt>
                <c:pt idx="638">
                  <c:v>1.11396825397</c:v>
                </c:pt>
                <c:pt idx="639">
                  <c:v>1.11571428571</c:v>
                </c:pt>
                <c:pt idx="640">
                  <c:v>1.11746031746</c:v>
                </c:pt>
                <c:pt idx="641">
                  <c:v>1.11920634921</c:v>
                </c:pt>
                <c:pt idx="642">
                  <c:v>1.12095238095</c:v>
                </c:pt>
                <c:pt idx="643">
                  <c:v>1.1226984127</c:v>
                </c:pt>
                <c:pt idx="644">
                  <c:v>1.12444444444</c:v>
                </c:pt>
                <c:pt idx="645">
                  <c:v>1.12619047619</c:v>
                </c:pt>
                <c:pt idx="646">
                  <c:v>1.12793650794</c:v>
                </c:pt>
                <c:pt idx="647">
                  <c:v>1.12968253968</c:v>
                </c:pt>
                <c:pt idx="648">
                  <c:v>1.13142857143</c:v>
                </c:pt>
                <c:pt idx="649">
                  <c:v>1.13317460317</c:v>
                </c:pt>
                <c:pt idx="650">
                  <c:v>1.13492063492</c:v>
                </c:pt>
                <c:pt idx="651">
                  <c:v>1.13666666667</c:v>
                </c:pt>
                <c:pt idx="652">
                  <c:v>1.13841269841</c:v>
                </c:pt>
                <c:pt idx="653">
                  <c:v>1.14015873016</c:v>
                </c:pt>
                <c:pt idx="654">
                  <c:v>1.1419047619</c:v>
                </c:pt>
                <c:pt idx="655">
                  <c:v>1.14365079365</c:v>
                </c:pt>
                <c:pt idx="656">
                  <c:v>1.1453968254</c:v>
                </c:pt>
                <c:pt idx="657">
                  <c:v>1.14714285714</c:v>
                </c:pt>
                <c:pt idx="658">
                  <c:v>1.14888888889</c:v>
                </c:pt>
                <c:pt idx="659">
                  <c:v>1.15063492063</c:v>
                </c:pt>
                <c:pt idx="660">
                  <c:v>1.15238095238</c:v>
                </c:pt>
                <c:pt idx="661">
                  <c:v>1.15412698413</c:v>
                </c:pt>
                <c:pt idx="662">
                  <c:v>1.15587301587</c:v>
                </c:pt>
                <c:pt idx="663">
                  <c:v>1.15761904762</c:v>
                </c:pt>
                <c:pt idx="664">
                  <c:v>1.15936507937</c:v>
                </c:pt>
                <c:pt idx="665">
                  <c:v>1.16111111111</c:v>
                </c:pt>
                <c:pt idx="666">
                  <c:v>1.16285714286</c:v>
                </c:pt>
                <c:pt idx="667">
                  <c:v>1.1646031746</c:v>
                </c:pt>
                <c:pt idx="668">
                  <c:v>1.16634920635</c:v>
                </c:pt>
                <c:pt idx="669">
                  <c:v>1.1680952381</c:v>
                </c:pt>
                <c:pt idx="670">
                  <c:v>1.16984126984</c:v>
                </c:pt>
                <c:pt idx="671">
                  <c:v>1.17158730159</c:v>
                </c:pt>
                <c:pt idx="672">
                  <c:v>1.17333333333</c:v>
                </c:pt>
                <c:pt idx="673">
                  <c:v>1.17507936508</c:v>
                </c:pt>
                <c:pt idx="674">
                  <c:v>1.17682539683</c:v>
                </c:pt>
                <c:pt idx="675">
                  <c:v>1.17857142857</c:v>
                </c:pt>
                <c:pt idx="676">
                  <c:v>1.18031746032</c:v>
                </c:pt>
                <c:pt idx="677">
                  <c:v>1.18206349206</c:v>
                </c:pt>
                <c:pt idx="678">
                  <c:v>1.18380952381</c:v>
                </c:pt>
                <c:pt idx="679">
                  <c:v>1.18555555556</c:v>
                </c:pt>
                <c:pt idx="680">
                  <c:v>1.1873015873</c:v>
                </c:pt>
                <c:pt idx="681">
                  <c:v>1.18904761905</c:v>
                </c:pt>
                <c:pt idx="682">
                  <c:v>1.19079365079</c:v>
                </c:pt>
                <c:pt idx="683">
                  <c:v>1.19253968254</c:v>
                </c:pt>
                <c:pt idx="684">
                  <c:v>1.19428571429</c:v>
                </c:pt>
                <c:pt idx="685">
                  <c:v>1.19603174603</c:v>
                </c:pt>
                <c:pt idx="686">
                  <c:v>1.19777777778</c:v>
                </c:pt>
                <c:pt idx="687">
                  <c:v>1.19952380952</c:v>
                </c:pt>
                <c:pt idx="688">
                  <c:v>1.20126984127</c:v>
                </c:pt>
                <c:pt idx="689">
                  <c:v>1.20301587302</c:v>
                </c:pt>
                <c:pt idx="690">
                  <c:v>1.20476190476</c:v>
                </c:pt>
                <c:pt idx="691">
                  <c:v>1.20650793651</c:v>
                </c:pt>
                <c:pt idx="692">
                  <c:v>1.20825396825</c:v>
                </c:pt>
                <c:pt idx="693">
                  <c:v>1.21</c:v>
                </c:pt>
                <c:pt idx="694">
                  <c:v>1.21174603175</c:v>
                </c:pt>
                <c:pt idx="695">
                  <c:v>1.21349206349</c:v>
                </c:pt>
                <c:pt idx="696">
                  <c:v>1.21523809524</c:v>
                </c:pt>
                <c:pt idx="697">
                  <c:v>1.21698412698</c:v>
                </c:pt>
                <c:pt idx="698">
                  <c:v>1.21873015873</c:v>
                </c:pt>
                <c:pt idx="699">
                  <c:v>1.22047619048</c:v>
                </c:pt>
                <c:pt idx="700">
                  <c:v>1.22222222222</c:v>
                </c:pt>
                <c:pt idx="701">
                  <c:v>1.22396825397</c:v>
                </c:pt>
                <c:pt idx="702">
                  <c:v>1.22571428571</c:v>
                </c:pt>
                <c:pt idx="703">
                  <c:v>1.22746031746</c:v>
                </c:pt>
                <c:pt idx="704">
                  <c:v>1.22920634921</c:v>
                </c:pt>
                <c:pt idx="705">
                  <c:v>1.23095238095</c:v>
                </c:pt>
                <c:pt idx="706">
                  <c:v>1.2326984127</c:v>
                </c:pt>
                <c:pt idx="707">
                  <c:v>1.23444444444</c:v>
                </c:pt>
                <c:pt idx="708">
                  <c:v>1.23619047619</c:v>
                </c:pt>
                <c:pt idx="709">
                  <c:v>1.23793650794</c:v>
                </c:pt>
                <c:pt idx="710">
                  <c:v>1.23968253968</c:v>
                </c:pt>
                <c:pt idx="711">
                  <c:v>1.24142857143</c:v>
                </c:pt>
                <c:pt idx="712">
                  <c:v>1.24317460317</c:v>
                </c:pt>
                <c:pt idx="713">
                  <c:v>1.24492063492</c:v>
                </c:pt>
                <c:pt idx="714">
                  <c:v>1.24666666667</c:v>
                </c:pt>
                <c:pt idx="715">
                  <c:v>1.24841269841</c:v>
                </c:pt>
                <c:pt idx="716">
                  <c:v>1.25015873016</c:v>
                </c:pt>
                <c:pt idx="717">
                  <c:v>1.2519047619</c:v>
                </c:pt>
                <c:pt idx="718">
                  <c:v>1.25365079365</c:v>
                </c:pt>
                <c:pt idx="719">
                  <c:v>1.2553968254</c:v>
                </c:pt>
                <c:pt idx="720">
                  <c:v>1.25714285714</c:v>
                </c:pt>
                <c:pt idx="721">
                  <c:v>1.25888888889</c:v>
                </c:pt>
                <c:pt idx="722">
                  <c:v>1.26063492063</c:v>
                </c:pt>
                <c:pt idx="723">
                  <c:v>1.26238095238</c:v>
                </c:pt>
                <c:pt idx="724">
                  <c:v>1.26412698413</c:v>
                </c:pt>
                <c:pt idx="725">
                  <c:v>1.26587301587</c:v>
                </c:pt>
                <c:pt idx="726">
                  <c:v>1.26761904762</c:v>
                </c:pt>
                <c:pt idx="727">
                  <c:v>1.26936507937</c:v>
                </c:pt>
                <c:pt idx="728">
                  <c:v>1.27111111111</c:v>
                </c:pt>
                <c:pt idx="729">
                  <c:v>1.27285714286</c:v>
                </c:pt>
                <c:pt idx="730">
                  <c:v>1.2746031746</c:v>
                </c:pt>
                <c:pt idx="731">
                  <c:v>1.27634920635</c:v>
                </c:pt>
                <c:pt idx="732">
                  <c:v>1.2780952381</c:v>
                </c:pt>
                <c:pt idx="733">
                  <c:v>1.27984126984</c:v>
                </c:pt>
                <c:pt idx="734">
                  <c:v>1.28158730159</c:v>
                </c:pt>
                <c:pt idx="735">
                  <c:v>1.28333333333</c:v>
                </c:pt>
                <c:pt idx="736">
                  <c:v>1.28507936508</c:v>
                </c:pt>
                <c:pt idx="737">
                  <c:v>1.28682539683</c:v>
                </c:pt>
                <c:pt idx="738">
                  <c:v>1.28857142857</c:v>
                </c:pt>
                <c:pt idx="739">
                  <c:v>1.29031746032</c:v>
                </c:pt>
                <c:pt idx="740">
                  <c:v>1.29206349206</c:v>
                </c:pt>
                <c:pt idx="741">
                  <c:v>1.29380952381</c:v>
                </c:pt>
                <c:pt idx="742">
                  <c:v>1.29555555556</c:v>
                </c:pt>
                <c:pt idx="743">
                  <c:v>1.2973015873</c:v>
                </c:pt>
                <c:pt idx="744">
                  <c:v>1.29904761905</c:v>
                </c:pt>
                <c:pt idx="745">
                  <c:v>1.30079365079</c:v>
                </c:pt>
                <c:pt idx="746">
                  <c:v>1.30253968254</c:v>
                </c:pt>
                <c:pt idx="747">
                  <c:v>1.30428571429</c:v>
                </c:pt>
                <c:pt idx="748">
                  <c:v>1.30603174603</c:v>
                </c:pt>
                <c:pt idx="749">
                  <c:v>1.30777777778</c:v>
                </c:pt>
                <c:pt idx="750">
                  <c:v>1.30952380952</c:v>
                </c:pt>
                <c:pt idx="751">
                  <c:v>1.31126984127</c:v>
                </c:pt>
                <c:pt idx="752">
                  <c:v>1.31301587302</c:v>
                </c:pt>
                <c:pt idx="753">
                  <c:v>1.31476190476</c:v>
                </c:pt>
                <c:pt idx="754">
                  <c:v>1.31650793651</c:v>
                </c:pt>
                <c:pt idx="755">
                  <c:v>1.31825396825</c:v>
                </c:pt>
                <c:pt idx="756">
                  <c:v>1.32</c:v>
                </c:pt>
                <c:pt idx="757">
                  <c:v>1.32174603175</c:v>
                </c:pt>
                <c:pt idx="758">
                  <c:v>1.32349206349</c:v>
                </c:pt>
                <c:pt idx="759">
                  <c:v>1.32523809524</c:v>
                </c:pt>
                <c:pt idx="760">
                  <c:v>1.32698412698</c:v>
                </c:pt>
                <c:pt idx="761">
                  <c:v>1.32873015873</c:v>
                </c:pt>
                <c:pt idx="762">
                  <c:v>1.33047619048</c:v>
                </c:pt>
                <c:pt idx="763">
                  <c:v>1.33222222222</c:v>
                </c:pt>
                <c:pt idx="764">
                  <c:v>1.33396825397</c:v>
                </c:pt>
                <c:pt idx="765">
                  <c:v>1.33571428571</c:v>
                </c:pt>
                <c:pt idx="766">
                  <c:v>1.33746031746</c:v>
                </c:pt>
                <c:pt idx="767">
                  <c:v>1.33920634921</c:v>
                </c:pt>
                <c:pt idx="768">
                  <c:v>1.34095238095</c:v>
                </c:pt>
                <c:pt idx="769">
                  <c:v>1.3426984127</c:v>
                </c:pt>
                <c:pt idx="770">
                  <c:v>1.34444444444</c:v>
                </c:pt>
                <c:pt idx="771">
                  <c:v>1.34619047619</c:v>
                </c:pt>
                <c:pt idx="772">
                  <c:v>1.34793650794</c:v>
                </c:pt>
                <c:pt idx="773">
                  <c:v>1.34968253968</c:v>
                </c:pt>
                <c:pt idx="774">
                  <c:v>1.35142857143</c:v>
                </c:pt>
                <c:pt idx="775">
                  <c:v>1.35317460317</c:v>
                </c:pt>
                <c:pt idx="776">
                  <c:v>1.35492063492</c:v>
                </c:pt>
                <c:pt idx="777">
                  <c:v>1.35666666667</c:v>
                </c:pt>
                <c:pt idx="778">
                  <c:v>1.35841269841</c:v>
                </c:pt>
                <c:pt idx="779">
                  <c:v>1.36015873016</c:v>
                </c:pt>
                <c:pt idx="780">
                  <c:v>1.3619047619</c:v>
                </c:pt>
                <c:pt idx="781">
                  <c:v>1.36365079365</c:v>
                </c:pt>
                <c:pt idx="782">
                  <c:v>1.3653968254</c:v>
                </c:pt>
                <c:pt idx="783">
                  <c:v>1.36714285714</c:v>
                </c:pt>
                <c:pt idx="784">
                  <c:v>1.36888888889</c:v>
                </c:pt>
                <c:pt idx="785">
                  <c:v>1.37063492063</c:v>
                </c:pt>
                <c:pt idx="786">
                  <c:v>1.37238095238</c:v>
                </c:pt>
                <c:pt idx="787">
                  <c:v>1.37412698413</c:v>
                </c:pt>
                <c:pt idx="788">
                  <c:v>1.37587301587</c:v>
                </c:pt>
                <c:pt idx="789">
                  <c:v>1.37761904762</c:v>
                </c:pt>
                <c:pt idx="790">
                  <c:v>1.37936507937</c:v>
                </c:pt>
                <c:pt idx="791">
                  <c:v>1.38111111111</c:v>
                </c:pt>
                <c:pt idx="792">
                  <c:v>1.38285714286</c:v>
                </c:pt>
                <c:pt idx="793">
                  <c:v>1.3846031746</c:v>
                </c:pt>
                <c:pt idx="794">
                  <c:v>1.38634920635</c:v>
                </c:pt>
                <c:pt idx="795">
                  <c:v>1.3880952381</c:v>
                </c:pt>
                <c:pt idx="796">
                  <c:v>1.38984126984</c:v>
                </c:pt>
                <c:pt idx="797">
                  <c:v>1.39158730159</c:v>
                </c:pt>
                <c:pt idx="798">
                  <c:v>1.39333333333</c:v>
                </c:pt>
                <c:pt idx="799">
                  <c:v>1.39507936508</c:v>
                </c:pt>
                <c:pt idx="800">
                  <c:v>1.39682539683</c:v>
                </c:pt>
                <c:pt idx="801">
                  <c:v>1.39857142857</c:v>
                </c:pt>
                <c:pt idx="802">
                  <c:v>1.40031746032</c:v>
                </c:pt>
                <c:pt idx="803">
                  <c:v>1.40206349206</c:v>
                </c:pt>
                <c:pt idx="804">
                  <c:v>1.40380952381</c:v>
                </c:pt>
                <c:pt idx="805">
                  <c:v>1.40555555556</c:v>
                </c:pt>
                <c:pt idx="806">
                  <c:v>1.4073015873</c:v>
                </c:pt>
                <c:pt idx="807">
                  <c:v>1.40904761905</c:v>
                </c:pt>
                <c:pt idx="808">
                  <c:v>1.41079365079</c:v>
                </c:pt>
                <c:pt idx="809">
                  <c:v>1.41253968254</c:v>
                </c:pt>
                <c:pt idx="810">
                  <c:v>1.41428571429</c:v>
                </c:pt>
                <c:pt idx="811">
                  <c:v>1.41603174603</c:v>
                </c:pt>
                <c:pt idx="812">
                  <c:v>1.41777777778</c:v>
                </c:pt>
                <c:pt idx="813">
                  <c:v>1.41952380952</c:v>
                </c:pt>
                <c:pt idx="814">
                  <c:v>1.42126984127</c:v>
                </c:pt>
                <c:pt idx="815">
                  <c:v>1.42301587302</c:v>
                </c:pt>
                <c:pt idx="816">
                  <c:v>1.42476190476</c:v>
                </c:pt>
                <c:pt idx="817">
                  <c:v>1.42650793651</c:v>
                </c:pt>
                <c:pt idx="818">
                  <c:v>1.42825396825</c:v>
                </c:pt>
                <c:pt idx="819">
                  <c:v>1.43</c:v>
                </c:pt>
                <c:pt idx="820">
                  <c:v>1.43174603175</c:v>
                </c:pt>
                <c:pt idx="821">
                  <c:v>1.43349206349</c:v>
                </c:pt>
                <c:pt idx="822">
                  <c:v>1.43523809524</c:v>
                </c:pt>
                <c:pt idx="823">
                  <c:v>1.43698412698</c:v>
                </c:pt>
                <c:pt idx="824">
                  <c:v>1.43873015873</c:v>
                </c:pt>
                <c:pt idx="825">
                  <c:v>1.44047619048</c:v>
                </c:pt>
                <c:pt idx="826">
                  <c:v>1.44222222222</c:v>
                </c:pt>
                <c:pt idx="827">
                  <c:v>1.44396825397</c:v>
                </c:pt>
                <c:pt idx="828">
                  <c:v>1.44571428571</c:v>
                </c:pt>
                <c:pt idx="829">
                  <c:v>1.44746031746</c:v>
                </c:pt>
                <c:pt idx="830">
                  <c:v>1.44920634921</c:v>
                </c:pt>
                <c:pt idx="831">
                  <c:v>1.45095238095</c:v>
                </c:pt>
                <c:pt idx="832">
                  <c:v>1.4526984127</c:v>
                </c:pt>
                <c:pt idx="833">
                  <c:v>1.45444444444</c:v>
                </c:pt>
                <c:pt idx="834">
                  <c:v>1.45619047619</c:v>
                </c:pt>
                <c:pt idx="835">
                  <c:v>1.45793650794</c:v>
                </c:pt>
                <c:pt idx="836">
                  <c:v>1.45968253968</c:v>
                </c:pt>
                <c:pt idx="837">
                  <c:v>1.46142857143</c:v>
                </c:pt>
                <c:pt idx="838">
                  <c:v>1.46317460317</c:v>
                </c:pt>
                <c:pt idx="839">
                  <c:v>1.46492063492</c:v>
                </c:pt>
                <c:pt idx="840">
                  <c:v>1.46666666667</c:v>
                </c:pt>
                <c:pt idx="841">
                  <c:v>1.46841269841</c:v>
                </c:pt>
                <c:pt idx="842">
                  <c:v>1.47015873016</c:v>
                </c:pt>
                <c:pt idx="843">
                  <c:v>1.4719047619</c:v>
                </c:pt>
                <c:pt idx="844">
                  <c:v>1.47365079365</c:v>
                </c:pt>
                <c:pt idx="845">
                  <c:v>1.4753968254</c:v>
                </c:pt>
                <c:pt idx="846">
                  <c:v>1.47714285714</c:v>
                </c:pt>
                <c:pt idx="847">
                  <c:v>1.47888888889</c:v>
                </c:pt>
                <c:pt idx="848">
                  <c:v>1.48063492063</c:v>
                </c:pt>
                <c:pt idx="849">
                  <c:v>1.48238095238</c:v>
                </c:pt>
                <c:pt idx="850">
                  <c:v>1.48412698413</c:v>
                </c:pt>
                <c:pt idx="851">
                  <c:v>1.48587301587</c:v>
                </c:pt>
                <c:pt idx="852">
                  <c:v>1.48761904762</c:v>
                </c:pt>
                <c:pt idx="853">
                  <c:v>1.48936507937</c:v>
                </c:pt>
                <c:pt idx="854">
                  <c:v>1.49111111111</c:v>
                </c:pt>
                <c:pt idx="855">
                  <c:v>1.49285714286</c:v>
                </c:pt>
                <c:pt idx="856">
                  <c:v>1.4946031746</c:v>
                </c:pt>
                <c:pt idx="857">
                  <c:v>1.49634920635</c:v>
                </c:pt>
                <c:pt idx="858">
                  <c:v>1.4980952381</c:v>
                </c:pt>
                <c:pt idx="859">
                  <c:v>1.49984126984</c:v>
                </c:pt>
                <c:pt idx="860">
                  <c:v>1.50158730159</c:v>
                </c:pt>
                <c:pt idx="861">
                  <c:v>1.50333333333</c:v>
                </c:pt>
                <c:pt idx="862">
                  <c:v>1.50507936508</c:v>
                </c:pt>
                <c:pt idx="863">
                  <c:v>1.50682539683</c:v>
                </c:pt>
                <c:pt idx="864">
                  <c:v>1.50857142857</c:v>
                </c:pt>
                <c:pt idx="865">
                  <c:v>1.51031746032</c:v>
                </c:pt>
                <c:pt idx="866">
                  <c:v>1.51206349206</c:v>
                </c:pt>
                <c:pt idx="867">
                  <c:v>1.51380952381</c:v>
                </c:pt>
                <c:pt idx="868">
                  <c:v>1.51555555556</c:v>
                </c:pt>
                <c:pt idx="869">
                  <c:v>1.5173015873</c:v>
                </c:pt>
                <c:pt idx="870">
                  <c:v>1.51904761905</c:v>
                </c:pt>
                <c:pt idx="871">
                  <c:v>1.52079365079</c:v>
                </c:pt>
                <c:pt idx="872">
                  <c:v>1.52253968254</c:v>
                </c:pt>
                <c:pt idx="873">
                  <c:v>1.52428571429</c:v>
                </c:pt>
                <c:pt idx="874">
                  <c:v>1.52603174603</c:v>
                </c:pt>
                <c:pt idx="875">
                  <c:v>1.52777777778</c:v>
                </c:pt>
                <c:pt idx="876">
                  <c:v>1.52952380952</c:v>
                </c:pt>
                <c:pt idx="877">
                  <c:v>1.53126984127</c:v>
                </c:pt>
                <c:pt idx="878">
                  <c:v>1.53301587302</c:v>
                </c:pt>
                <c:pt idx="879">
                  <c:v>1.53476190476</c:v>
                </c:pt>
                <c:pt idx="880">
                  <c:v>1.53650793651</c:v>
                </c:pt>
                <c:pt idx="881">
                  <c:v>1.53825396825</c:v>
                </c:pt>
                <c:pt idx="882">
                  <c:v>1.54</c:v>
                </c:pt>
                <c:pt idx="883">
                  <c:v>1.54174603175</c:v>
                </c:pt>
                <c:pt idx="884">
                  <c:v>1.54349206349</c:v>
                </c:pt>
                <c:pt idx="885">
                  <c:v>1.54523809524</c:v>
                </c:pt>
                <c:pt idx="886">
                  <c:v>1.54698412698</c:v>
                </c:pt>
                <c:pt idx="887">
                  <c:v>1.54873015873</c:v>
                </c:pt>
                <c:pt idx="888">
                  <c:v>1.55047619048</c:v>
                </c:pt>
                <c:pt idx="889">
                  <c:v>1.55222222222</c:v>
                </c:pt>
                <c:pt idx="890">
                  <c:v>1.55396825397</c:v>
                </c:pt>
                <c:pt idx="891">
                  <c:v>1.55571428571</c:v>
                </c:pt>
                <c:pt idx="892">
                  <c:v>1.55746031746</c:v>
                </c:pt>
                <c:pt idx="893">
                  <c:v>1.55920634921</c:v>
                </c:pt>
                <c:pt idx="894">
                  <c:v>1.56095238095</c:v>
                </c:pt>
                <c:pt idx="895">
                  <c:v>1.5626984127</c:v>
                </c:pt>
                <c:pt idx="896">
                  <c:v>1.56444444444</c:v>
                </c:pt>
                <c:pt idx="897">
                  <c:v>1.56619047619</c:v>
                </c:pt>
                <c:pt idx="898">
                  <c:v>1.56793650794</c:v>
                </c:pt>
                <c:pt idx="899">
                  <c:v>1.56968253968</c:v>
                </c:pt>
                <c:pt idx="900">
                  <c:v>1.57142857143</c:v>
                </c:pt>
                <c:pt idx="901">
                  <c:v>1.57317460317</c:v>
                </c:pt>
                <c:pt idx="902">
                  <c:v>1.57492063492</c:v>
                </c:pt>
                <c:pt idx="903">
                  <c:v>1.57666666667</c:v>
                </c:pt>
                <c:pt idx="904">
                  <c:v>1.57841269841</c:v>
                </c:pt>
                <c:pt idx="905">
                  <c:v>1.58015873016</c:v>
                </c:pt>
                <c:pt idx="906">
                  <c:v>1.5819047619</c:v>
                </c:pt>
                <c:pt idx="907">
                  <c:v>1.58365079365</c:v>
                </c:pt>
                <c:pt idx="908">
                  <c:v>1.5853968254</c:v>
                </c:pt>
                <c:pt idx="909">
                  <c:v>1.58714285714</c:v>
                </c:pt>
                <c:pt idx="910">
                  <c:v>1.58888888889</c:v>
                </c:pt>
                <c:pt idx="911">
                  <c:v>1.59063492063</c:v>
                </c:pt>
                <c:pt idx="912">
                  <c:v>1.59238095238</c:v>
                </c:pt>
                <c:pt idx="913">
                  <c:v>1.59412698413</c:v>
                </c:pt>
                <c:pt idx="914">
                  <c:v>1.59587301587</c:v>
                </c:pt>
                <c:pt idx="915">
                  <c:v>1.59761904762</c:v>
                </c:pt>
                <c:pt idx="916">
                  <c:v>1.59936507937</c:v>
                </c:pt>
                <c:pt idx="917">
                  <c:v>1.60111111111</c:v>
                </c:pt>
                <c:pt idx="918">
                  <c:v>1.60285714286</c:v>
                </c:pt>
                <c:pt idx="919">
                  <c:v>1.6046031746</c:v>
                </c:pt>
                <c:pt idx="920">
                  <c:v>1.60634920635</c:v>
                </c:pt>
                <c:pt idx="921">
                  <c:v>1.6080952381</c:v>
                </c:pt>
                <c:pt idx="922">
                  <c:v>1.60984126984</c:v>
                </c:pt>
                <c:pt idx="923">
                  <c:v>1.61158730159</c:v>
                </c:pt>
                <c:pt idx="924">
                  <c:v>1.61333333333</c:v>
                </c:pt>
                <c:pt idx="925">
                  <c:v>1.61507936508</c:v>
                </c:pt>
                <c:pt idx="926">
                  <c:v>1.61682539683</c:v>
                </c:pt>
                <c:pt idx="927">
                  <c:v>1.61857142857</c:v>
                </c:pt>
                <c:pt idx="928">
                  <c:v>1.62031746032</c:v>
                </c:pt>
                <c:pt idx="929">
                  <c:v>1.62206349206</c:v>
                </c:pt>
                <c:pt idx="930">
                  <c:v>1.62380952381</c:v>
                </c:pt>
                <c:pt idx="931">
                  <c:v>1.62555555556</c:v>
                </c:pt>
                <c:pt idx="932">
                  <c:v>1.6273015873</c:v>
                </c:pt>
                <c:pt idx="933">
                  <c:v>1.62904761905</c:v>
                </c:pt>
                <c:pt idx="934">
                  <c:v>1.63079365079</c:v>
                </c:pt>
                <c:pt idx="935">
                  <c:v>1.63253968254</c:v>
                </c:pt>
                <c:pt idx="936">
                  <c:v>1.63428571429</c:v>
                </c:pt>
                <c:pt idx="937">
                  <c:v>1.63603174603</c:v>
                </c:pt>
                <c:pt idx="938">
                  <c:v>1.63777777778</c:v>
                </c:pt>
                <c:pt idx="939">
                  <c:v>1.63952380952</c:v>
                </c:pt>
                <c:pt idx="940">
                  <c:v>1.64126984127</c:v>
                </c:pt>
                <c:pt idx="941">
                  <c:v>1.64301587302</c:v>
                </c:pt>
                <c:pt idx="942">
                  <c:v>1.64476190476</c:v>
                </c:pt>
                <c:pt idx="943">
                  <c:v>1.64650793651</c:v>
                </c:pt>
                <c:pt idx="944">
                  <c:v>1.64825396825</c:v>
                </c:pt>
                <c:pt idx="945">
                  <c:v>1.65</c:v>
                </c:pt>
                <c:pt idx="946">
                  <c:v>1.65174603175</c:v>
                </c:pt>
                <c:pt idx="947">
                  <c:v>1.65349206349</c:v>
                </c:pt>
                <c:pt idx="948">
                  <c:v>1.65523809524</c:v>
                </c:pt>
                <c:pt idx="949">
                  <c:v>1.65698412698</c:v>
                </c:pt>
                <c:pt idx="950">
                  <c:v>1.65873015873</c:v>
                </c:pt>
                <c:pt idx="951">
                  <c:v>1.66047619048</c:v>
                </c:pt>
                <c:pt idx="952">
                  <c:v>1.66222222222</c:v>
                </c:pt>
                <c:pt idx="953">
                  <c:v>1.66396825397</c:v>
                </c:pt>
                <c:pt idx="954">
                  <c:v>1.66571428571</c:v>
                </c:pt>
                <c:pt idx="955">
                  <c:v>1.66746031746</c:v>
                </c:pt>
                <c:pt idx="956">
                  <c:v>1.66920634921</c:v>
                </c:pt>
                <c:pt idx="957">
                  <c:v>1.67095238095</c:v>
                </c:pt>
                <c:pt idx="958">
                  <c:v>1.6726984127</c:v>
                </c:pt>
                <c:pt idx="959">
                  <c:v>1.67444444444</c:v>
                </c:pt>
                <c:pt idx="960">
                  <c:v>1.67619047619</c:v>
                </c:pt>
                <c:pt idx="961">
                  <c:v>1.67793650794</c:v>
                </c:pt>
                <c:pt idx="962">
                  <c:v>1.67968253968</c:v>
                </c:pt>
                <c:pt idx="963">
                  <c:v>1.68142857143</c:v>
                </c:pt>
                <c:pt idx="964">
                  <c:v>1.68317460317</c:v>
                </c:pt>
                <c:pt idx="965">
                  <c:v>1.68492063492</c:v>
                </c:pt>
                <c:pt idx="966">
                  <c:v>1.68666666667</c:v>
                </c:pt>
                <c:pt idx="967">
                  <c:v>1.68841269841</c:v>
                </c:pt>
                <c:pt idx="968">
                  <c:v>1.69015873016</c:v>
                </c:pt>
                <c:pt idx="969">
                  <c:v>1.6919047619</c:v>
                </c:pt>
                <c:pt idx="970">
                  <c:v>1.69365079365</c:v>
                </c:pt>
                <c:pt idx="971">
                  <c:v>1.6953968254</c:v>
                </c:pt>
                <c:pt idx="972">
                  <c:v>1.69714285714</c:v>
                </c:pt>
                <c:pt idx="973">
                  <c:v>1.69888888889</c:v>
                </c:pt>
                <c:pt idx="974">
                  <c:v>1.70063492063</c:v>
                </c:pt>
                <c:pt idx="975">
                  <c:v>1.70238095238</c:v>
                </c:pt>
                <c:pt idx="976">
                  <c:v>1.70412698413</c:v>
                </c:pt>
                <c:pt idx="977">
                  <c:v>1.70587301587</c:v>
                </c:pt>
                <c:pt idx="978">
                  <c:v>1.70761904762</c:v>
                </c:pt>
                <c:pt idx="979">
                  <c:v>1.70936507937</c:v>
                </c:pt>
                <c:pt idx="980">
                  <c:v>1.71111111111</c:v>
                </c:pt>
                <c:pt idx="981">
                  <c:v>1.71285714286</c:v>
                </c:pt>
                <c:pt idx="982">
                  <c:v>1.7146031746</c:v>
                </c:pt>
                <c:pt idx="983">
                  <c:v>1.71634920635</c:v>
                </c:pt>
                <c:pt idx="984">
                  <c:v>1.7180952381</c:v>
                </c:pt>
                <c:pt idx="985">
                  <c:v>1.71984126984</c:v>
                </c:pt>
                <c:pt idx="986">
                  <c:v>1.72158730159</c:v>
                </c:pt>
                <c:pt idx="987">
                  <c:v>1.72333333333</c:v>
                </c:pt>
                <c:pt idx="988">
                  <c:v>1.72507936508</c:v>
                </c:pt>
                <c:pt idx="989">
                  <c:v>1.72682539683</c:v>
                </c:pt>
                <c:pt idx="990">
                  <c:v>1.72857142857</c:v>
                </c:pt>
                <c:pt idx="991">
                  <c:v>1.73031746032</c:v>
                </c:pt>
                <c:pt idx="992">
                  <c:v>1.73206349206</c:v>
                </c:pt>
                <c:pt idx="993">
                  <c:v>1.73380952381</c:v>
                </c:pt>
                <c:pt idx="994">
                  <c:v>1.73555555556</c:v>
                </c:pt>
                <c:pt idx="995">
                  <c:v>1.7373015873</c:v>
                </c:pt>
                <c:pt idx="996">
                  <c:v>1.73904761905</c:v>
                </c:pt>
                <c:pt idx="997">
                  <c:v>1.74079365079</c:v>
                </c:pt>
                <c:pt idx="998">
                  <c:v>1.74253968254</c:v>
                </c:pt>
                <c:pt idx="999">
                  <c:v>1.74428571429</c:v>
                </c:pt>
                <c:pt idx="1000">
                  <c:v>1.74603174603</c:v>
                </c:pt>
                <c:pt idx="1001">
                  <c:v>1.74777777778</c:v>
                </c:pt>
                <c:pt idx="1002">
                  <c:v>1.74952380952</c:v>
                </c:pt>
                <c:pt idx="1003">
                  <c:v>1.75126984127</c:v>
                </c:pt>
                <c:pt idx="1004">
                  <c:v>1.75301587302</c:v>
                </c:pt>
                <c:pt idx="1005">
                  <c:v>1.75476190476</c:v>
                </c:pt>
                <c:pt idx="1006">
                  <c:v>1.75650793651</c:v>
                </c:pt>
                <c:pt idx="1007">
                  <c:v>1.75825396825</c:v>
                </c:pt>
                <c:pt idx="1008">
                  <c:v>1.76</c:v>
                </c:pt>
                <c:pt idx="1009">
                  <c:v>1.76174603175</c:v>
                </c:pt>
                <c:pt idx="1010">
                  <c:v>1.76349206349</c:v>
                </c:pt>
                <c:pt idx="1011">
                  <c:v>1.76523809524</c:v>
                </c:pt>
                <c:pt idx="1012">
                  <c:v>1.76698412698</c:v>
                </c:pt>
                <c:pt idx="1013">
                  <c:v>1.76873015873</c:v>
                </c:pt>
                <c:pt idx="1014">
                  <c:v>1.77047619048</c:v>
                </c:pt>
                <c:pt idx="1015">
                  <c:v>1.77222222222</c:v>
                </c:pt>
                <c:pt idx="1016">
                  <c:v>1.77396825397</c:v>
                </c:pt>
                <c:pt idx="1017">
                  <c:v>1.77571428571</c:v>
                </c:pt>
                <c:pt idx="1018">
                  <c:v>1.77746031746</c:v>
                </c:pt>
                <c:pt idx="1019">
                  <c:v>1.77920634921</c:v>
                </c:pt>
                <c:pt idx="1020">
                  <c:v>1.78095238095</c:v>
                </c:pt>
                <c:pt idx="1021">
                  <c:v>1.7826984127</c:v>
                </c:pt>
                <c:pt idx="1022">
                  <c:v>1.78444444444</c:v>
                </c:pt>
                <c:pt idx="1023">
                  <c:v>1.78619047619</c:v>
                </c:pt>
                <c:pt idx="1024">
                  <c:v>1.78793650794</c:v>
                </c:pt>
                <c:pt idx="1025">
                  <c:v>1.78968253968</c:v>
                </c:pt>
                <c:pt idx="1026">
                  <c:v>1.79142857143</c:v>
                </c:pt>
                <c:pt idx="1027">
                  <c:v>1.79317460317</c:v>
                </c:pt>
                <c:pt idx="1028">
                  <c:v>1.79492063492</c:v>
                </c:pt>
                <c:pt idx="1029">
                  <c:v>1.79666666667</c:v>
                </c:pt>
                <c:pt idx="1030">
                  <c:v>1.79841269841</c:v>
                </c:pt>
                <c:pt idx="1031">
                  <c:v>1.80015873016</c:v>
                </c:pt>
                <c:pt idx="1032">
                  <c:v>1.8019047619</c:v>
                </c:pt>
                <c:pt idx="1033">
                  <c:v>1.80365079365</c:v>
                </c:pt>
                <c:pt idx="1034">
                  <c:v>1.8053968254</c:v>
                </c:pt>
                <c:pt idx="1035">
                  <c:v>1.80714285714</c:v>
                </c:pt>
                <c:pt idx="1036">
                  <c:v>1.80888888889</c:v>
                </c:pt>
                <c:pt idx="1037">
                  <c:v>1.81063492063</c:v>
                </c:pt>
                <c:pt idx="1038">
                  <c:v>1.81238095238</c:v>
                </c:pt>
                <c:pt idx="1039">
                  <c:v>1.81412698413</c:v>
                </c:pt>
                <c:pt idx="1040">
                  <c:v>1.81587301587</c:v>
                </c:pt>
                <c:pt idx="1041">
                  <c:v>1.81761904762</c:v>
                </c:pt>
                <c:pt idx="1042">
                  <c:v>1.81936507937</c:v>
                </c:pt>
                <c:pt idx="1043">
                  <c:v>1.82111111111</c:v>
                </c:pt>
                <c:pt idx="1044">
                  <c:v>1.82285714286</c:v>
                </c:pt>
                <c:pt idx="1045">
                  <c:v>1.8246031746</c:v>
                </c:pt>
                <c:pt idx="1046">
                  <c:v>1.82634920635</c:v>
                </c:pt>
                <c:pt idx="1047">
                  <c:v>1.8280952381</c:v>
                </c:pt>
                <c:pt idx="1048">
                  <c:v>1.82984126984</c:v>
                </c:pt>
                <c:pt idx="1049">
                  <c:v>1.83158730159</c:v>
                </c:pt>
                <c:pt idx="1050">
                  <c:v>1.83333333333</c:v>
                </c:pt>
                <c:pt idx="1051">
                  <c:v>1.83507936508</c:v>
                </c:pt>
                <c:pt idx="1052">
                  <c:v>1.83682539683</c:v>
                </c:pt>
                <c:pt idx="1053">
                  <c:v>1.83857142857</c:v>
                </c:pt>
                <c:pt idx="1054">
                  <c:v>1.84031746032</c:v>
                </c:pt>
                <c:pt idx="1055">
                  <c:v>1.84206349206</c:v>
                </c:pt>
                <c:pt idx="1056">
                  <c:v>1.84380952381</c:v>
                </c:pt>
                <c:pt idx="1057">
                  <c:v>1.84555555556</c:v>
                </c:pt>
                <c:pt idx="1058">
                  <c:v>1.8473015873</c:v>
                </c:pt>
                <c:pt idx="1059">
                  <c:v>1.84904761905</c:v>
                </c:pt>
                <c:pt idx="1060">
                  <c:v>1.85079365079</c:v>
                </c:pt>
                <c:pt idx="1061">
                  <c:v>1.85253968254</c:v>
                </c:pt>
                <c:pt idx="1062">
                  <c:v>1.85428571429</c:v>
                </c:pt>
                <c:pt idx="1063">
                  <c:v>1.85603174603</c:v>
                </c:pt>
                <c:pt idx="1064">
                  <c:v>1.85777777778</c:v>
                </c:pt>
                <c:pt idx="1065">
                  <c:v>1.85952380952</c:v>
                </c:pt>
                <c:pt idx="1066">
                  <c:v>1.86126984127</c:v>
                </c:pt>
                <c:pt idx="1067">
                  <c:v>1.86301587302</c:v>
                </c:pt>
                <c:pt idx="1068">
                  <c:v>1.86476190476</c:v>
                </c:pt>
                <c:pt idx="1069">
                  <c:v>1.86650793651</c:v>
                </c:pt>
                <c:pt idx="1070">
                  <c:v>1.86825396825</c:v>
                </c:pt>
                <c:pt idx="1071">
                  <c:v>1.87</c:v>
                </c:pt>
                <c:pt idx="1072">
                  <c:v>1.87174603175</c:v>
                </c:pt>
                <c:pt idx="1073">
                  <c:v>1.87349206349</c:v>
                </c:pt>
                <c:pt idx="1074">
                  <c:v>1.87523809524</c:v>
                </c:pt>
                <c:pt idx="1075">
                  <c:v>1.87698412698</c:v>
                </c:pt>
                <c:pt idx="1076">
                  <c:v>1.87873015873</c:v>
                </c:pt>
                <c:pt idx="1077">
                  <c:v>1.88047619048</c:v>
                </c:pt>
                <c:pt idx="1078">
                  <c:v>1.88222222222</c:v>
                </c:pt>
                <c:pt idx="1079">
                  <c:v>1.88396825397</c:v>
                </c:pt>
                <c:pt idx="1080">
                  <c:v>1.88571428571</c:v>
                </c:pt>
                <c:pt idx="1081">
                  <c:v>1.88746031746</c:v>
                </c:pt>
                <c:pt idx="1082">
                  <c:v>1.88920634921</c:v>
                </c:pt>
                <c:pt idx="1083">
                  <c:v>1.89095238095</c:v>
                </c:pt>
                <c:pt idx="1084">
                  <c:v>1.8926984127</c:v>
                </c:pt>
                <c:pt idx="1085">
                  <c:v>1.89444444444</c:v>
                </c:pt>
                <c:pt idx="1086">
                  <c:v>1.89619047619</c:v>
                </c:pt>
                <c:pt idx="1087">
                  <c:v>1.89793650794</c:v>
                </c:pt>
                <c:pt idx="1088">
                  <c:v>1.89968253968</c:v>
                </c:pt>
                <c:pt idx="1089">
                  <c:v>1.90142857143</c:v>
                </c:pt>
                <c:pt idx="1090">
                  <c:v>1.90317460317</c:v>
                </c:pt>
                <c:pt idx="1091">
                  <c:v>1.90492063492</c:v>
                </c:pt>
                <c:pt idx="1092">
                  <c:v>1.90666666667</c:v>
                </c:pt>
                <c:pt idx="1093">
                  <c:v>1.90841269841</c:v>
                </c:pt>
                <c:pt idx="1094">
                  <c:v>1.91015873016</c:v>
                </c:pt>
                <c:pt idx="1095">
                  <c:v>1.9119047619</c:v>
                </c:pt>
                <c:pt idx="1096">
                  <c:v>1.91365079365</c:v>
                </c:pt>
                <c:pt idx="1097">
                  <c:v>1.9153968254</c:v>
                </c:pt>
                <c:pt idx="1098">
                  <c:v>1.91714285714</c:v>
                </c:pt>
                <c:pt idx="1099">
                  <c:v>1.91888888889</c:v>
                </c:pt>
                <c:pt idx="1100">
                  <c:v>1.92063492063</c:v>
                </c:pt>
                <c:pt idx="1101">
                  <c:v>1.92238095238</c:v>
                </c:pt>
                <c:pt idx="1102">
                  <c:v>1.92412698413</c:v>
                </c:pt>
                <c:pt idx="1103">
                  <c:v>1.92587301587</c:v>
                </c:pt>
                <c:pt idx="1104">
                  <c:v>1.92761904762</c:v>
                </c:pt>
                <c:pt idx="1105">
                  <c:v>1.92936507937</c:v>
                </c:pt>
                <c:pt idx="1106">
                  <c:v>1.93111111111</c:v>
                </c:pt>
                <c:pt idx="1107">
                  <c:v>1.93285714286</c:v>
                </c:pt>
                <c:pt idx="1108">
                  <c:v>1.9346031746</c:v>
                </c:pt>
                <c:pt idx="1109">
                  <c:v>1.93634920635</c:v>
                </c:pt>
                <c:pt idx="1110">
                  <c:v>1.9380952381</c:v>
                </c:pt>
                <c:pt idx="1111">
                  <c:v>1.93984126984</c:v>
                </c:pt>
                <c:pt idx="1112">
                  <c:v>1.94158730159</c:v>
                </c:pt>
                <c:pt idx="1113">
                  <c:v>1.94333333333</c:v>
                </c:pt>
                <c:pt idx="1114">
                  <c:v>1.94507936508</c:v>
                </c:pt>
                <c:pt idx="1115">
                  <c:v>1.94682539683</c:v>
                </c:pt>
                <c:pt idx="1116">
                  <c:v>1.94857142857</c:v>
                </c:pt>
                <c:pt idx="1117">
                  <c:v>1.95031746032</c:v>
                </c:pt>
                <c:pt idx="1118">
                  <c:v>1.95206349206</c:v>
                </c:pt>
                <c:pt idx="1119">
                  <c:v>1.95380952381</c:v>
                </c:pt>
                <c:pt idx="1120">
                  <c:v>1.95555555556</c:v>
                </c:pt>
                <c:pt idx="1121">
                  <c:v>1.9573015873</c:v>
                </c:pt>
                <c:pt idx="1122">
                  <c:v>1.95904761905</c:v>
                </c:pt>
                <c:pt idx="1123">
                  <c:v>1.96079365079</c:v>
                </c:pt>
                <c:pt idx="1124">
                  <c:v>1.96253968254</c:v>
                </c:pt>
                <c:pt idx="1125">
                  <c:v>1.96428571429</c:v>
                </c:pt>
                <c:pt idx="1126">
                  <c:v>1.96603174603</c:v>
                </c:pt>
                <c:pt idx="1127">
                  <c:v>1.96777777778</c:v>
                </c:pt>
                <c:pt idx="1128">
                  <c:v>1.96952380952</c:v>
                </c:pt>
                <c:pt idx="1129">
                  <c:v>1.97126984127</c:v>
                </c:pt>
                <c:pt idx="1130">
                  <c:v>1.97301587302</c:v>
                </c:pt>
                <c:pt idx="1131">
                  <c:v>1.97476190476</c:v>
                </c:pt>
                <c:pt idx="1132">
                  <c:v>1.97650793651</c:v>
                </c:pt>
                <c:pt idx="1133">
                  <c:v>1.97825396825</c:v>
                </c:pt>
                <c:pt idx="1134">
                  <c:v>1.98</c:v>
                </c:pt>
                <c:pt idx="1135">
                  <c:v>1.98174603175</c:v>
                </c:pt>
                <c:pt idx="1136">
                  <c:v>1.98349206349</c:v>
                </c:pt>
                <c:pt idx="1137">
                  <c:v>1.98523809524</c:v>
                </c:pt>
                <c:pt idx="1138">
                  <c:v>1.98698412698</c:v>
                </c:pt>
                <c:pt idx="1139">
                  <c:v>1.98873015873</c:v>
                </c:pt>
                <c:pt idx="1140">
                  <c:v>1.99047619048</c:v>
                </c:pt>
                <c:pt idx="1141">
                  <c:v>1.99222222222</c:v>
                </c:pt>
                <c:pt idx="1142">
                  <c:v>1.99396825397</c:v>
                </c:pt>
                <c:pt idx="1143">
                  <c:v>1.99571428571</c:v>
                </c:pt>
                <c:pt idx="1144">
                  <c:v>1.99746031746</c:v>
                </c:pt>
                <c:pt idx="1145">
                  <c:v>1.99920634921</c:v>
                </c:pt>
                <c:pt idx="1146">
                  <c:v>2.00095238095</c:v>
                </c:pt>
                <c:pt idx="1147">
                  <c:v>2.0026984127</c:v>
                </c:pt>
                <c:pt idx="1148">
                  <c:v>2.00444444444</c:v>
                </c:pt>
                <c:pt idx="1149">
                  <c:v>2.00619047619</c:v>
                </c:pt>
                <c:pt idx="1150">
                  <c:v>2.00793650794</c:v>
                </c:pt>
                <c:pt idx="1151">
                  <c:v>2.00968253968</c:v>
                </c:pt>
                <c:pt idx="1152">
                  <c:v>2.01142857143</c:v>
                </c:pt>
                <c:pt idx="1153">
                  <c:v>2.01317460317</c:v>
                </c:pt>
                <c:pt idx="1154">
                  <c:v>2.01492063492</c:v>
                </c:pt>
                <c:pt idx="1155">
                  <c:v>2.01666666667</c:v>
                </c:pt>
                <c:pt idx="1156">
                  <c:v>2.01841269841</c:v>
                </c:pt>
                <c:pt idx="1157">
                  <c:v>2.02015873016</c:v>
                </c:pt>
                <c:pt idx="1158">
                  <c:v>2.0219047619</c:v>
                </c:pt>
                <c:pt idx="1159">
                  <c:v>2.02365079365</c:v>
                </c:pt>
                <c:pt idx="1160">
                  <c:v>2.0253968254</c:v>
                </c:pt>
                <c:pt idx="1161">
                  <c:v>2.02714285714</c:v>
                </c:pt>
                <c:pt idx="1162">
                  <c:v>2.02888888889</c:v>
                </c:pt>
                <c:pt idx="1163">
                  <c:v>2.03063492063</c:v>
                </c:pt>
                <c:pt idx="1164">
                  <c:v>2.03238095238</c:v>
                </c:pt>
                <c:pt idx="1165">
                  <c:v>2.03412698413</c:v>
                </c:pt>
                <c:pt idx="1166">
                  <c:v>2.03587301587</c:v>
                </c:pt>
                <c:pt idx="1167">
                  <c:v>2.03761904762</c:v>
                </c:pt>
                <c:pt idx="1168">
                  <c:v>2.03936507937</c:v>
                </c:pt>
                <c:pt idx="1169">
                  <c:v>2.04111111111</c:v>
                </c:pt>
                <c:pt idx="1170">
                  <c:v>2.04285714286</c:v>
                </c:pt>
                <c:pt idx="1171">
                  <c:v>2.0446031746</c:v>
                </c:pt>
                <c:pt idx="1172">
                  <c:v>2.04634920635</c:v>
                </c:pt>
                <c:pt idx="1173">
                  <c:v>2.0480952381</c:v>
                </c:pt>
                <c:pt idx="1174">
                  <c:v>2.04984126984</c:v>
                </c:pt>
                <c:pt idx="1175">
                  <c:v>2.05158730159</c:v>
                </c:pt>
                <c:pt idx="1176">
                  <c:v>2.05333333333</c:v>
                </c:pt>
                <c:pt idx="1177">
                  <c:v>2.05507936508</c:v>
                </c:pt>
                <c:pt idx="1178">
                  <c:v>2.05682539683</c:v>
                </c:pt>
                <c:pt idx="1179">
                  <c:v>2.05857142857</c:v>
                </c:pt>
                <c:pt idx="1180">
                  <c:v>2.06031746032</c:v>
                </c:pt>
                <c:pt idx="1181">
                  <c:v>2.06206349206</c:v>
                </c:pt>
                <c:pt idx="1182">
                  <c:v>2.06380952381</c:v>
                </c:pt>
                <c:pt idx="1183">
                  <c:v>2.06555555556</c:v>
                </c:pt>
                <c:pt idx="1184">
                  <c:v>2.0673015873</c:v>
                </c:pt>
                <c:pt idx="1185">
                  <c:v>2.06904761905</c:v>
                </c:pt>
                <c:pt idx="1186">
                  <c:v>2.07079365079</c:v>
                </c:pt>
                <c:pt idx="1187">
                  <c:v>2.07253968254</c:v>
                </c:pt>
                <c:pt idx="1188">
                  <c:v>2.07428571429</c:v>
                </c:pt>
                <c:pt idx="1189">
                  <c:v>2.07603174603</c:v>
                </c:pt>
                <c:pt idx="1190">
                  <c:v>2.07777777778</c:v>
                </c:pt>
                <c:pt idx="1191">
                  <c:v>2.07952380952</c:v>
                </c:pt>
                <c:pt idx="1192">
                  <c:v>2.08126984127</c:v>
                </c:pt>
                <c:pt idx="1193">
                  <c:v>2.08301587302</c:v>
                </c:pt>
                <c:pt idx="1194">
                  <c:v>2.08476190476</c:v>
                </c:pt>
                <c:pt idx="1195">
                  <c:v>2.08650793651</c:v>
                </c:pt>
                <c:pt idx="1196">
                  <c:v>2.08825396825</c:v>
                </c:pt>
                <c:pt idx="1197">
                  <c:v>2.09</c:v>
                </c:pt>
                <c:pt idx="1198">
                  <c:v>2.09174603175</c:v>
                </c:pt>
                <c:pt idx="1199">
                  <c:v>2.09349206349</c:v>
                </c:pt>
                <c:pt idx="1200">
                  <c:v>2.09523809524</c:v>
                </c:pt>
                <c:pt idx="1201">
                  <c:v>2.09698412698</c:v>
                </c:pt>
                <c:pt idx="1202">
                  <c:v>2.09873015873</c:v>
                </c:pt>
                <c:pt idx="1203">
                  <c:v>2.10047619048</c:v>
                </c:pt>
                <c:pt idx="1204">
                  <c:v>2.10222222222</c:v>
                </c:pt>
                <c:pt idx="1205">
                  <c:v>2.10396825397</c:v>
                </c:pt>
                <c:pt idx="1206">
                  <c:v>2.10571428571</c:v>
                </c:pt>
                <c:pt idx="1207">
                  <c:v>2.10746031746</c:v>
                </c:pt>
                <c:pt idx="1208">
                  <c:v>2.10920634921</c:v>
                </c:pt>
                <c:pt idx="1209">
                  <c:v>2.11095238095</c:v>
                </c:pt>
                <c:pt idx="1210">
                  <c:v>2.1126984127</c:v>
                </c:pt>
                <c:pt idx="1211">
                  <c:v>2.11444444444</c:v>
                </c:pt>
                <c:pt idx="1212">
                  <c:v>2.11619047619</c:v>
                </c:pt>
                <c:pt idx="1213">
                  <c:v>2.11793650794</c:v>
                </c:pt>
                <c:pt idx="1214">
                  <c:v>2.11968253968</c:v>
                </c:pt>
                <c:pt idx="1215">
                  <c:v>2.12142857143</c:v>
                </c:pt>
                <c:pt idx="1216">
                  <c:v>2.12317460317</c:v>
                </c:pt>
                <c:pt idx="1217">
                  <c:v>2.12492063492</c:v>
                </c:pt>
                <c:pt idx="1218">
                  <c:v>2.12666666667</c:v>
                </c:pt>
                <c:pt idx="1219">
                  <c:v>2.12841269841</c:v>
                </c:pt>
                <c:pt idx="1220">
                  <c:v>2.13015873016</c:v>
                </c:pt>
                <c:pt idx="1221">
                  <c:v>2.1319047619</c:v>
                </c:pt>
                <c:pt idx="1222">
                  <c:v>2.13365079365</c:v>
                </c:pt>
                <c:pt idx="1223">
                  <c:v>2.1353968254</c:v>
                </c:pt>
                <c:pt idx="1224">
                  <c:v>2.13714285714</c:v>
                </c:pt>
                <c:pt idx="1225">
                  <c:v>2.13888888889</c:v>
                </c:pt>
                <c:pt idx="1226">
                  <c:v>2.14063492063</c:v>
                </c:pt>
                <c:pt idx="1227">
                  <c:v>2.14238095238</c:v>
                </c:pt>
                <c:pt idx="1228">
                  <c:v>2.14412698413</c:v>
                </c:pt>
                <c:pt idx="1229">
                  <c:v>2.14587301587</c:v>
                </c:pt>
                <c:pt idx="1230">
                  <c:v>2.14761904762</c:v>
                </c:pt>
                <c:pt idx="1231">
                  <c:v>2.14936507937</c:v>
                </c:pt>
                <c:pt idx="1232">
                  <c:v>2.15111111111</c:v>
                </c:pt>
                <c:pt idx="1233">
                  <c:v>2.15285714286</c:v>
                </c:pt>
                <c:pt idx="1234">
                  <c:v>2.1546031746</c:v>
                </c:pt>
                <c:pt idx="1235">
                  <c:v>2.15634920635</c:v>
                </c:pt>
                <c:pt idx="1236">
                  <c:v>2.1580952381</c:v>
                </c:pt>
                <c:pt idx="1237">
                  <c:v>2.15984126984</c:v>
                </c:pt>
                <c:pt idx="1238">
                  <c:v>2.16158730159</c:v>
                </c:pt>
                <c:pt idx="1239">
                  <c:v>2.16333333333</c:v>
                </c:pt>
                <c:pt idx="1240">
                  <c:v>2.16507936508</c:v>
                </c:pt>
                <c:pt idx="1241">
                  <c:v>2.16682539683</c:v>
                </c:pt>
                <c:pt idx="1242">
                  <c:v>2.16857142857</c:v>
                </c:pt>
                <c:pt idx="1243">
                  <c:v>2.17031746032</c:v>
                </c:pt>
                <c:pt idx="1244">
                  <c:v>2.17206349206</c:v>
                </c:pt>
                <c:pt idx="1245">
                  <c:v>2.17380952381</c:v>
                </c:pt>
                <c:pt idx="1246">
                  <c:v>2.17555555556</c:v>
                </c:pt>
                <c:pt idx="1247">
                  <c:v>2.1773015873</c:v>
                </c:pt>
                <c:pt idx="1248">
                  <c:v>2.17904761905</c:v>
                </c:pt>
                <c:pt idx="1249">
                  <c:v>2.18079365079</c:v>
                </c:pt>
                <c:pt idx="1250">
                  <c:v>2.18253968254</c:v>
                </c:pt>
                <c:pt idx="1251">
                  <c:v>2.18428571429</c:v>
                </c:pt>
                <c:pt idx="1252">
                  <c:v>2.18603174603</c:v>
                </c:pt>
                <c:pt idx="1253">
                  <c:v>2.18777777778</c:v>
                </c:pt>
                <c:pt idx="1254">
                  <c:v>2.18952380952</c:v>
                </c:pt>
                <c:pt idx="1255">
                  <c:v>2.19126984127</c:v>
                </c:pt>
                <c:pt idx="1256">
                  <c:v>2.19301587302</c:v>
                </c:pt>
                <c:pt idx="1257">
                  <c:v>2.19476190476</c:v>
                </c:pt>
                <c:pt idx="1258">
                  <c:v>2.19650793651</c:v>
                </c:pt>
                <c:pt idx="1259">
                  <c:v>2.19825396825</c:v>
                </c:pt>
                <c:pt idx="1260">
                  <c:v>2.2</c:v>
                </c:pt>
                <c:pt idx="1261">
                  <c:v>2.20174603175</c:v>
                </c:pt>
                <c:pt idx="1262">
                  <c:v>2.20349206349</c:v>
                </c:pt>
                <c:pt idx="1263">
                  <c:v>2.20523809524</c:v>
                </c:pt>
                <c:pt idx="1264">
                  <c:v>2.20698412698</c:v>
                </c:pt>
                <c:pt idx="1265">
                  <c:v>2.20873015873</c:v>
                </c:pt>
                <c:pt idx="1266">
                  <c:v>2.21047619048</c:v>
                </c:pt>
                <c:pt idx="1267">
                  <c:v>2.21222222222</c:v>
                </c:pt>
                <c:pt idx="1268">
                  <c:v>2.21396825397</c:v>
                </c:pt>
                <c:pt idx="1269">
                  <c:v>2.21571428571</c:v>
                </c:pt>
                <c:pt idx="1270">
                  <c:v>2.21746031746</c:v>
                </c:pt>
                <c:pt idx="1271">
                  <c:v>2.21920634921</c:v>
                </c:pt>
                <c:pt idx="1272">
                  <c:v>2.22095238095</c:v>
                </c:pt>
                <c:pt idx="1273">
                  <c:v>2.2226984127</c:v>
                </c:pt>
                <c:pt idx="1274">
                  <c:v>2.22444444444</c:v>
                </c:pt>
                <c:pt idx="1275">
                  <c:v>2.22619047619</c:v>
                </c:pt>
                <c:pt idx="1276">
                  <c:v>2.22793650794</c:v>
                </c:pt>
                <c:pt idx="1277">
                  <c:v>2.22968253968</c:v>
                </c:pt>
                <c:pt idx="1278">
                  <c:v>2.23142857143</c:v>
                </c:pt>
                <c:pt idx="1279">
                  <c:v>2.23317460317</c:v>
                </c:pt>
                <c:pt idx="1280">
                  <c:v>2.23492063492</c:v>
                </c:pt>
                <c:pt idx="1281">
                  <c:v>2.23666666667</c:v>
                </c:pt>
                <c:pt idx="1282">
                  <c:v>2.23841269841</c:v>
                </c:pt>
                <c:pt idx="1283">
                  <c:v>2.24015873016</c:v>
                </c:pt>
                <c:pt idx="1284">
                  <c:v>2.2419047619</c:v>
                </c:pt>
                <c:pt idx="1285">
                  <c:v>2.24365079365</c:v>
                </c:pt>
                <c:pt idx="1286">
                  <c:v>2.2453968254</c:v>
                </c:pt>
                <c:pt idx="1287">
                  <c:v>2.24714285714</c:v>
                </c:pt>
                <c:pt idx="1288">
                  <c:v>2.24888888889</c:v>
                </c:pt>
                <c:pt idx="1289">
                  <c:v>2.25063492063</c:v>
                </c:pt>
                <c:pt idx="1290">
                  <c:v>2.25238095238</c:v>
                </c:pt>
                <c:pt idx="1291">
                  <c:v>2.25412698413</c:v>
                </c:pt>
                <c:pt idx="1292">
                  <c:v>2.25587301587</c:v>
                </c:pt>
                <c:pt idx="1293">
                  <c:v>2.25761904762</c:v>
                </c:pt>
                <c:pt idx="1294">
                  <c:v>2.25936507937</c:v>
                </c:pt>
                <c:pt idx="1295">
                  <c:v>2.26111111111</c:v>
                </c:pt>
                <c:pt idx="1296">
                  <c:v>2.26285714286</c:v>
                </c:pt>
                <c:pt idx="1297">
                  <c:v>2.2646031746</c:v>
                </c:pt>
                <c:pt idx="1298">
                  <c:v>2.26634920635</c:v>
                </c:pt>
                <c:pt idx="1299">
                  <c:v>2.2680952381</c:v>
                </c:pt>
                <c:pt idx="1300">
                  <c:v>2.26984126984</c:v>
                </c:pt>
                <c:pt idx="1301">
                  <c:v>2.27158730159</c:v>
                </c:pt>
                <c:pt idx="1302">
                  <c:v>2.27333333333</c:v>
                </c:pt>
                <c:pt idx="1303">
                  <c:v>2.27507936508</c:v>
                </c:pt>
                <c:pt idx="1304">
                  <c:v>2.27682539683</c:v>
                </c:pt>
                <c:pt idx="1305">
                  <c:v>2.27857142857</c:v>
                </c:pt>
                <c:pt idx="1306">
                  <c:v>2.28031746032</c:v>
                </c:pt>
                <c:pt idx="1307">
                  <c:v>2.28206349206</c:v>
                </c:pt>
                <c:pt idx="1308">
                  <c:v>2.28380952381</c:v>
                </c:pt>
                <c:pt idx="1309">
                  <c:v>2.28555555556</c:v>
                </c:pt>
                <c:pt idx="1310">
                  <c:v>2.2873015873</c:v>
                </c:pt>
                <c:pt idx="1311">
                  <c:v>2.28904761905</c:v>
                </c:pt>
                <c:pt idx="1312">
                  <c:v>2.29079365079</c:v>
                </c:pt>
                <c:pt idx="1313">
                  <c:v>2.29253968254</c:v>
                </c:pt>
                <c:pt idx="1314">
                  <c:v>2.29428571429</c:v>
                </c:pt>
                <c:pt idx="1315">
                  <c:v>2.29603174603</c:v>
                </c:pt>
                <c:pt idx="1316">
                  <c:v>2.29777777778</c:v>
                </c:pt>
                <c:pt idx="1317">
                  <c:v>2.29952380952</c:v>
                </c:pt>
                <c:pt idx="1318">
                  <c:v>2.30126984127</c:v>
                </c:pt>
                <c:pt idx="1319">
                  <c:v>2.30301587302</c:v>
                </c:pt>
                <c:pt idx="1320">
                  <c:v>2.30476190476</c:v>
                </c:pt>
                <c:pt idx="1321">
                  <c:v>2.30650793651</c:v>
                </c:pt>
                <c:pt idx="1322">
                  <c:v>2.30825396825</c:v>
                </c:pt>
                <c:pt idx="1323">
                  <c:v>2.31</c:v>
                </c:pt>
                <c:pt idx="1324">
                  <c:v>2.31174603175</c:v>
                </c:pt>
                <c:pt idx="1325">
                  <c:v>2.31349206349</c:v>
                </c:pt>
                <c:pt idx="1326">
                  <c:v>2.31523809524</c:v>
                </c:pt>
                <c:pt idx="1327">
                  <c:v>2.31698412698</c:v>
                </c:pt>
                <c:pt idx="1328">
                  <c:v>2.31873015873</c:v>
                </c:pt>
                <c:pt idx="1329">
                  <c:v>2.32047619048</c:v>
                </c:pt>
                <c:pt idx="1330">
                  <c:v>2.32222222222</c:v>
                </c:pt>
                <c:pt idx="1331">
                  <c:v>2.32396825397</c:v>
                </c:pt>
                <c:pt idx="1332">
                  <c:v>2.32571428571</c:v>
                </c:pt>
                <c:pt idx="1333">
                  <c:v>2.32746031746</c:v>
                </c:pt>
                <c:pt idx="1334">
                  <c:v>2.32920634921</c:v>
                </c:pt>
                <c:pt idx="1335">
                  <c:v>2.33095238095</c:v>
                </c:pt>
                <c:pt idx="1336">
                  <c:v>2.3326984127</c:v>
                </c:pt>
                <c:pt idx="1337">
                  <c:v>2.33444444444</c:v>
                </c:pt>
                <c:pt idx="1338">
                  <c:v>2.33619047619</c:v>
                </c:pt>
                <c:pt idx="1339">
                  <c:v>2.33793650794</c:v>
                </c:pt>
                <c:pt idx="1340">
                  <c:v>2.33968253968</c:v>
                </c:pt>
                <c:pt idx="1341">
                  <c:v>2.34142857143</c:v>
                </c:pt>
                <c:pt idx="1342">
                  <c:v>2.34317460317</c:v>
                </c:pt>
                <c:pt idx="1343">
                  <c:v>2.34492063492</c:v>
                </c:pt>
                <c:pt idx="1344">
                  <c:v>2.34666666667</c:v>
                </c:pt>
                <c:pt idx="1345">
                  <c:v>2.34841269841</c:v>
                </c:pt>
                <c:pt idx="1346">
                  <c:v>2.35015873016</c:v>
                </c:pt>
                <c:pt idx="1347">
                  <c:v>2.3519047619</c:v>
                </c:pt>
                <c:pt idx="1348">
                  <c:v>2.35365079365</c:v>
                </c:pt>
                <c:pt idx="1349">
                  <c:v>2.3553968254</c:v>
                </c:pt>
                <c:pt idx="1350">
                  <c:v>2.35714285714</c:v>
                </c:pt>
                <c:pt idx="1351">
                  <c:v>2.35888888889</c:v>
                </c:pt>
                <c:pt idx="1352">
                  <c:v>2.36063492063</c:v>
                </c:pt>
                <c:pt idx="1353">
                  <c:v>2.36238095238</c:v>
                </c:pt>
                <c:pt idx="1354">
                  <c:v>2.36412698413</c:v>
                </c:pt>
                <c:pt idx="1355">
                  <c:v>2.36587301587</c:v>
                </c:pt>
                <c:pt idx="1356">
                  <c:v>2.36761904762</c:v>
                </c:pt>
                <c:pt idx="1357">
                  <c:v>2.36936507937</c:v>
                </c:pt>
                <c:pt idx="1358">
                  <c:v>2.37111111111</c:v>
                </c:pt>
                <c:pt idx="1359">
                  <c:v>2.37285714286</c:v>
                </c:pt>
                <c:pt idx="1360">
                  <c:v>2.3746031746</c:v>
                </c:pt>
                <c:pt idx="1361">
                  <c:v>2.37634920635</c:v>
                </c:pt>
                <c:pt idx="1362">
                  <c:v>2.3780952381</c:v>
                </c:pt>
                <c:pt idx="1363">
                  <c:v>2.37984126984</c:v>
                </c:pt>
                <c:pt idx="1364">
                  <c:v>2.38158730159</c:v>
                </c:pt>
                <c:pt idx="1365">
                  <c:v>2.38333333333</c:v>
                </c:pt>
                <c:pt idx="1366">
                  <c:v>2.38507936508</c:v>
                </c:pt>
                <c:pt idx="1367">
                  <c:v>2.38682539683</c:v>
                </c:pt>
                <c:pt idx="1368">
                  <c:v>2.38857142857</c:v>
                </c:pt>
                <c:pt idx="1369">
                  <c:v>2.39031746032</c:v>
                </c:pt>
                <c:pt idx="1370">
                  <c:v>2.39206349206</c:v>
                </c:pt>
                <c:pt idx="1371">
                  <c:v>2.39380952381</c:v>
                </c:pt>
                <c:pt idx="1372">
                  <c:v>2.39555555556</c:v>
                </c:pt>
                <c:pt idx="1373">
                  <c:v>2.3973015873</c:v>
                </c:pt>
                <c:pt idx="1374">
                  <c:v>2.39904761905</c:v>
                </c:pt>
                <c:pt idx="1375">
                  <c:v>2.40079365079</c:v>
                </c:pt>
                <c:pt idx="1376">
                  <c:v>2.40253968254</c:v>
                </c:pt>
                <c:pt idx="1377">
                  <c:v>2.40428571429</c:v>
                </c:pt>
                <c:pt idx="1378">
                  <c:v>2.40603174603</c:v>
                </c:pt>
                <c:pt idx="1379">
                  <c:v>2.40777777778</c:v>
                </c:pt>
                <c:pt idx="1380">
                  <c:v>2.40952380952</c:v>
                </c:pt>
                <c:pt idx="1381">
                  <c:v>2.41126984127</c:v>
                </c:pt>
                <c:pt idx="1382">
                  <c:v>2.41301587302</c:v>
                </c:pt>
                <c:pt idx="1383">
                  <c:v>2.41476190476</c:v>
                </c:pt>
                <c:pt idx="1384">
                  <c:v>2.41650793651</c:v>
                </c:pt>
                <c:pt idx="1385">
                  <c:v>2.41825396825</c:v>
                </c:pt>
                <c:pt idx="1386">
                  <c:v>2.42</c:v>
                </c:pt>
                <c:pt idx="1387">
                  <c:v>2.42174603175</c:v>
                </c:pt>
                <c:pt idx="1388">
                  <c:v>2.42349206349</c:v>
                </c:pt>
                <c:pt idx="1389">
                  <c:v>2.42523809524</c:v>
                </c:pt>
                <c:pt idx="1390">
                  <c:v>2.42698412698</c:v>
                </c:pt>
                <c:pt idx="1391">
                  <c:v>2.42873015873</c:v>
                </c:pt>
                <c:pt idx="1392">
                  <c:v>2.43047619048</c:v>
                </c:pt>
                <c:pt idx="1393">
                  <c:v>2.43222222222</c:v>
                </c:pt>
                <c:pt idx="1394">
                  <c:v>2.43396825397</c:v>
                </c:pt>
                <c:pt idx="1395">
                  <c:v>2.43571428571</c:v>
                </c:pt>
                <c:pt idx="1396">
                  <c:v>2.43746031746</c:v>
                </c:pt>
                <c:pt idx="1397">
                  <c:v>2.43920634921</c:v>
                </c:pt>
                <c:pt idx="1398">
                  <c:v>2.44095238095</c:v>
                </c:pt>
                <c:pt idx="1399">
                  <c:v>2.4426984127</c:v>
                </c:pt>
                <c:pt idx="1400">
                  <c:v>2.44444444444</c:v>
                </c:pt>
                <c:pt idx="1401">
                  <c:v>2.44619047619</c:v>
                </c:pt>
                <c:pt idx="1402">
                  <c:v>2.44793650794</c:v>
                </c:pt>
                <c:pt idx="1403">
                  <c:v>2.44968253968</c:v>
                </c:pt>
                <c:pt idx="1404">
                  <c:v>2.45142857143</c:v>
                </c:pt>
                <c:pt idx="1405">
                  <c:v>2.45317460317</c:v>
                </c:pt>
                <c:pt idx="1406">
                  <c:v>2.45492063492</c:v>
                </c:pt>
                <c:pt idx="1407">
                  <c:v>2.45666666667</c:v>
                </c:pt>
                <c:pt idx="1408">
                  <c:v>2.45841269841</c:v>
                </c:pt>
                <c:pt idx="1409">
                  <c:v>2.46015873016</c:v>
                </c:pt>
                <c:pt idx="1410">
                  <c:v>2.4619047619</c:v>
                </c:pt>
                <c:pt idx="1411">
                  <c:v>2.46365079365</c:v>
                </c:pt>
                <c:pt idx="1412">
                  <c:v>2.4653968254</c:v>
                </c:pt>
                <c:pt idx="1413">
                  <c:v>2.46714285714</c:v>
                </c:pt>
                <c:pt idx="1414">
                  <c:v>2.46888888889</c:v>
                </c:pt>
                <c:pt idx="1415">
                  <c:v>2.47063492063</c:v>
                </c:pt>
                <c:pt idx="1416">
                  <c:v>2.47238095238</c:v>
                </c:pt>
                <c:pt idx="1417">
                  <c:v>2.47412698413</c:v>
                </c:pt>
                <c:pt idx="1418">
                  <c:v>2.47587301587</c:v>
                </c:pt>
                <c:pt idx="1419">
                  <c:v>2.47761904762</c:v>
                </c:pt>
                <c:pt idx="1420">
                  <c:v>2.47936507937</c:v>
                </c:pt>
                <c:pt idx="1421">
                  <c:v>2.48111111111</c:v>
                </c:pt>
                <c:pt idx="1422">
                  <c:v>2.48285714286</c:v>
                </c:pt>
                <c:pt idx="1423">
                  <c:v>2.4846031746</c:v>
                </c:pt>
                <c:pt idx="1424">
                  <c:v>2.48634920635</c:v>
                </c:pt>
                <c:pt idx="1425">
                  <c:v>2.4880952381</c:v>
                </c:pt>
                <c:pt idx="1426">
                  <c:v>2.48984126984</c:v>
                </c:pt>
                <c:pt idx="1427">
                  <c:v>2.49158730159</c:v>
                </c:pt>
                <c:pt idx="1428">
                  <c:v>2.49333333333</c:v>
                </c:pt>
                <c:pt idx="1429">
                  <c:v>2.49507936508</c:v>
                </c:pt>
                <c:pt idx="1430">
                  <c:v>2.49682539683</c:v>
                </c:pt>
                <c:pt idx="1431">
                  <c:v>2.49857142857</c:v>
                </c:pt>
                <c:pt idx="1432">
                  <c:v>2.50031746032</c:v>
                </c:pt>
                <c:pt idx="1433">
                  <c:v>2.50206349206</c:v>
                </c:pt>
                <c:pt idx="1434">
                  <c:v>2.50380952381</c:v>
                </c:pt>
                <c:pt idx="1435">
                  <c:v>2.50555555556</c:v>
                </c:pt>
                <c:pt idx="1436">
                  <c:v>2.5073015873</c:v>
                </c:pt>
                <c:pt idx="1437">
                  <c:v>2.50904761905</c:v>
                </c:pt>
                <c:pt idx="1438">
                  <c:v>2.51079365079</c:v>
                </c:pt>
                <c:pt idx="1439">
                  <c:v>2.51253968254</c:v>
                </c:pt>
                <c:pt idx="1440">
                  <c:v>2.51428571429</c:v>
                </c:pt>
                <c:pt idx="1441">
                  <c:v>2.51603174603</c:v>
                </c:pt>
                <c:pt idx="1442">
                  <c:v>2.51777777778</c:v>
                </c:pt>
                <c:pt idx="1443">
                  <c:v>2.51952380952</c:v>
                </c:pt>
                <c:pt idx="1444">
                  <c:v>2.52126984127</c:v>
                </c:pt>
                <c:pt idx="1445">
                  <c:v>2.52301587302</c:v>
                </c:pt>
                <c:pt idx="1446">
                  <c:v>2.52476190476</c:v>
                </c:pt>
                <c:pt idx="1447">
                  <c:v>2.52650793651</c:v>
                </c:pt>
                <c:pt idx="1448">
                  <c:v>2.52825396825</c:v>
                </c:pt>
                <c:pt idx="1449">
                  <c:v>2.53</c:v>
                </c:pt>
                <c:pt idx="1450">
                  <c:v>2.53174603175</c:v>
                </c:pt>
                <c:pt idx="1451">
                  <c:v>2.53349206349</c:v>
                </c:pt>
                <c:pt idx="1452">
                  <c:v>2.53523809524</c:v>
                </c:pt>
                <c:pt idx="1453">
                  <c:v>2.53698412698</c:v>
                </c:pt>
                <c:pt idx="1454">
                  <c:v>2.53873015873</c:v>
                </c:pt>
                <c:pt idx="1455">
                  <c:v>2.54047619048</c:v>
                </c:pt>
                <c:pt idx="1456">
                  <c:v>2.54222222222</c:v>
                </c:pt>
                <c:pt idx="1457">
                  <c:v>2.54396825397</c:v>
                </c:pt>
                <c:pt idx="1458">
                  <c:v>2.54571428571</c:v>
                </c:pt>
                <c:pt idx="1459">
                  <c:v>2.54746031746</c:v>
                </c:pt>
                <c:pt idx="1460">
                  <c:v>2.54920634921</c:v>
                </c:pt>
                <c:pt idx="1461">
                  <c:v>2.55095238095</c:v>
                </c:pt>
                <c:pt idx="1462">
                  <c:v>2.5526984127</c:v>
                </c:pt>
                <c:pt idx="1463">
                  <c:v>2.55444444444</c:v>
                </c:pt>
                <c:pt idx="1464">
                  <c:v>2.55619047619</c:v>
                </c:pt>
                <c:pt idx="1465">
                  <c:v>2.55793650794</c:v>
                </c:pt>
                <c:pt idx="1466">
                  <c:v>2.55968253968</c:v>
                </c:pt>
                <c:pt idx="1467">
                  <c:v>2.56142857143</c:v>
                </c:pt>
                <c:pt idx="1468">
                  <c:v>2.56317460317</c:v>
                </c:pt>
                <c:pt idx="1469">
                  <c:v>2.56492063492</c:v>
                </c:pt>
                <c:pt idx="1470">
                  <c:v>2.56666666667</c:v>
                </c:pt>
                <c:pt idx="1471">
                  <c:v>2.56841269841</c:v>
                </c:pt>
                <c:pt idx="1472">
                  <c:v>2.57015873016</c:v>
                </c:pt>
                <c:pt idx="1473">
                  <c:v>2.5719047619</c:v>
                </c:pt>
                <c:pt idx="1474">
                  <c:v>2.57365079365</c:v>
                </c:pt>
                <c:pt idx="1475">
                  <c:v>2.5753968254</c:v>
                </c:pt>
                <c:pt idx="1476">
                  <c:v>2.57714285714</c:v>
                </c:pt>
                <c:pt idx="1477">
                  <c:v>2.57888888889</c:v>
                </c:pt>
                <c:pt idx="1478">
                  <c:v>2.58063492063</c:v>
                </c:pt>
                <c:pt idx="1479">
                  <c:v>2.58238095238</c:v>
                </c:pt>
                <c:pt idx="1480">
                  <c:v>2.58412698413</c:v>
                </c:pt>
                <c:pt idx="1481">
                  <c:v>2.58587301587</c:v>
                </c:pt>
                <c:pt idx="1482">
                  <c:v>2.58761904762</c:v>
                </c:pt>
                <c:pt idx="1483">
                  <c:v>2.58936507937</c:v>
                </c:pt>
                <c:pt idx="1484">
                  <c:v>2.59111111111</c:v>
                </c:pt>
                <c:pt idx="1485">
                  <c:v>2.59285714286</c:v>
                </c:pt>
                <c:pt idx="1486">
                  <c:v>2.5946031746</c:v>
                </c:pt>
                <c:pt idx="1487">
                  <c:v>2.59634920635</c:v>
                </c:pt>
                <c:pt idx="1488">
                  <c:v>2.5980952381</c:v>
                </c:pt>
                <c:pt idx="1489">
                  <c:v>2.59984126984</c:v>
                </c:pt>
                <c:pt idx="1490">
                  <c:v>2.60158730159</c:v>
                </c:pt>
                <c:pt idx="1491">
                  <c:v>2.60333333333</c:v>
                </c:pt>
                <c:pt idx="1492">
                  <c:v>2.60507936508</c:v>
                </c:pt>
                <c:pt idx="1493">
                  <c:v>2.60682539683</c:v>
                </c:pt>
                <c:pt idx="1494">
                  <c:v>2.60857142857</c:v>
                </c:pt>
                <c:pt idx="1495">
                  <c:v>2.61031746032</c:v>
                </c:pt>
                <c:pt idx="1496">
                  <c:v>2.61206349206</c:v>
                </c:pt>
                <c:pt idx="1497">
                  <c:v>2.61380952381</c:v>
                </c:pt>
                <c:pt idx="1498">
                  <c:v>2.61555555556</c:v>
                </c:pt>
                <c:pt idx="1499">
                  <c:v>2.6173015873</c:v>
                </c:pt>
                <c:pt idx="1500">
                  <c:v>2.61904761905</c:v>
                </c:pt>
                <c:pt idx="1501">
                  <c:v>2.62079365079</c:v>
                </c:pt>
                <c:pt idx="1502">
                  <c:v>2.62253968254</c:v>
                </c:pt>
                <c:pt idx="1503">
                  <c:v>2.62428571429</c:v>
                </c:pt>
                <c:pt idx="1504">
                  <c:v>2.62603174603</c:v>
                </c:pt>
                <c:pt idx="1505">
                  <c:v>2.62777777778</c:v>
                </c:pt>
                <c:pt idx="1506">
                  <c:v>2.62952380952</c:v>
                </c:pt>
                <c:pt idx="1507">
                  <c:v>2.63126984127</c:v>
                </c:pt>
                <c:pt idx="1508">
                  <c:v>2.63301587302</c:v>
                </c:pt>
                <c:pt idx="1509">
                  <c:v>2.63476190476</c:v>
                </c:pt>
                <c:pt idx="1510">
                  <c:v>2.63650793651</c:v>
                </c:pt>
                <c:pt idx="1511">
                  <c:v>2.63825396825</c:v>
                </c:pt>
                <c:pt idx="1512">
                  <c:v>2.64</c:v>
                </c:pt>
                <c:pt idx="1513">
                  <c:v>2.64174603175</c:v>
                </c:pt>
                <c:pt idx="1514">
                  <c:v>2.64349206349</c:v>
                </c:pt>
                <c:pt idx="1515">
                  <c:v>2.64523809524</c:v>
                </c:pt>
                <c:pt idx="1516">
                  <c:v>2.64698412698</c:v>
                </c:pt>
                <c:pt idx="1517">
                  <c:v>2.64873015873</c:v>
                </c:pt>
                <c:pt idx="1518">
                  <c:v>2.65047619048</c:v>
                </c:pt>
                <c:pt idx="1519">
                  <c:v>2.65222222222</c:v>
                </c:pt>
                <c:pt idx="1520">
                  <c:v>2.65396825397</c:v>
                </c:pt>
                <c:pt idx="1521">
                  <c:v>2.65571428571</c:v>
                </c:pt>
                <c:pt idx="1522">
                  <c:v>2.65746031746</c:v>
                </c:pt>
                <c:pt idx="1523">
                  <c:v>2.65920634921</c:v>
                </c:pt>
                <c:pt idx="1524">
                  <c:v>2.66095238095</c:v>
                </c:pt>
                <c:pt idx="1525">
                  <c:v>2.6626984127</c:v>
                </c:pt>
                <c:pt idx="1526">
                  <c:v>2.66444444444</c:v>
                </c:pt>
                <c:pt idx="1527">
                  <c:v>2.66619047619</c:v>
                </c:pt>
                <c:pt idx="1528">
                  <c:v>2.66793650794</c:v>
                </c:pt>
                <c:pt idx="1529">
                  <c:v>2.66968253968</c:v>
                </c:pt>
                <c:pt idx="1530">
                  <c:v>2.67142857143</c:v>
                </c:pt>
                <c:pt idx="1531">
                  <c:v>2.67317460317</c:v>
                </c:pt>
                <c:pt idx="1532">
                  <c:v>2.67492063492</c:v>
                </c:pt>
                <c:pt idx="1533">
                  <c:v>2.67666666667</c:v>
                </c:pt>
                <c:pt idx="1534">
                  <c:v>2.67841269841</c:v>
                </c:pt>
                <c:pt idx="1535">
                  <c:v>2.68015873016</c:v>
                </c:pt>
                <c:pt idx="1536">
                  <c:v>2.6819047619</c:v>
                </c:pt>
                <c:pt idx="1537">
                  <c:v>2.68365079365</c:v>
                </c:pt>
                <c:pt idx="1538">
                  <c:v>2.6853968254</c:v>
                </c:pt>
                <c:pt idx="1539">
                  <c:v>2.68714285714</c:v>
                </c:pt>
                <c:pt idx="1540">
                  <c:v>2.68888888889</c:v>
                </c:pt>
                <c:pt idx="1541">
                  <c:v>2.69063492063</c:v>
                </c:pt>
                <c:pt idx="1542">
                  <c:v>2.69238095238</c:v>
                </c:pt>
                <c:pt idx="1543">
                  <c:v>2.69412698413</c:v>
                </c:pt>
                <c:pt idx="1544">
                  <c:v>2.69587301587</c:v>
                </c:pt>
                <c:pt idx="1545">
                  <c:v>2.69761904762</c:v>
                </c:pt>
                <c:pt idx="1546">
                  <c:v>2.69936507937</c:v>
                </c:pt>
                <c:pt idx="1547">
                  <c:v>2.70111111111</c:v>
                </c:pt>
                <c:pt idx="1548">
                  <c:v>2.70285714286</c:v>
                </c:pt>
                <c:pt idx="1549">
                  <c:v>2.7046031746</c:v>
                </c:pt>
                <c:pt idx="1550">
                  <c:v>2.70634920635</c:v>
                </c:pt>
                <c:pt idx="1551">
                  <c:v>2.7080952381</c:v>
                </c:pt>
                <c:pt idx="1552">
                  <c:v>2.70984126984</c:v>
                </c:pt>
                <c:pt idx="1553">
                  <c:v>2.71158730159</c:v>
                </c:pt>
                <c:pt idx="1554">
                  <c:v>2.71333333333</c:v>
                </c:pt>
                <c:pt idx="1555">
                  <c:v>2.71507936508</c:v>
                </c:pt>
                <c:pt idx="1556">
                  <c:v>2.71682539683</c:v>
                </c:pt>
                <c:pt idx="1557">
                  <c:v>2.71857142857</c:v>
                </c:pt>
                <c:pt idx="1558">
                  <c:v>2.72031746032</c:v>
                </c:pt>
                <c:pt idx="1559">
                  <c:v>2.72206349206</c:v>
                </c:pt>
                <c:pt idx="1560">
                  <c:v>2.72380952381</c:v>
                </c:pt>
                <c:pt idx="1561">
                  <c:v>2.72555555556</c:v>
                </c:pt>
                <c:pt idx="1562">
                  <c:v>2.7273015873</c:v>
                </c:pt>
                <c:pt idx="1563">
                  <c:v>2.72904761905</c:v>
                </c:pt>
                <c:pt idx="1564">
                  <c:v>2.73079365079</c:v>
                </c:pt>
                <c:pt idx="1565">
                  <c:v>2.73253968254</c:v>
                </c:pt>
                <c:pt idx="1566">
                  <c:v>2.73428571429</c:v>
                </c:pt>
                <c:pt idx="1567">
                  <c:v>2.73603174603</c:v>
                </c:pt>
                <c:pt idx="1568">
                  <c:v>2.73777777778</c:v>
                </c:pt>
                <c:pt idx="1569">
                  <c:v>2.73952380952</c:v>
                </c:pt>
                <c:pt idx="1570">
                  <c:v>2.74126984127</c:v>
                </c:pt>
                <c:pt idx="1571">
                  <c:v>2.74301587302</c:v>
                </c:pt>
                <c:pt idx="1572">
                  <c:v>2.74476190476</c:v>
                </c:pt>
                <c:pt idx="1573">
                  <c:v>2.74650793651</c:v>
                </c:pt>
                <c:pt idx="1574">
                  <c:v>2.74825396825</c:v>
                </c:pt>
                <c:pt idx="1575">
                  <c:v>2.75</c:v>
                </c:pt>
                <c:pt idx="1576">
                  <c:v>2.75174603175</c:v>
                </c:pt>
                <c:pt idx="1577">
                  <c:v>2.75349206349</c:v>
                </c:pt>
                <c:pt idx="1578">
                  <c:v>2.75523809524</c:v>
                </c:pt>
                <c:pt idx="1579">
                  <c:v>2.75698412698</c:v>
                </c:pt>
                <c:pt idx="1580">
                  <c:v>2.75873015873</c:v>
                </c:pt>
                <c:pt idx="1581">
                  <c:v>2.76047619048</c:v>
                </c:pt>
                <c:pt idx="1582">
                  <c:v>2.76222222222</c:v>
                </c:pt>
                <c:pt idx="1583">
                  <c:v>2.76396825397</c:v>
                </c:pt>
                <c:pt idx="1584">
                  <c:v>2.76571428571</c:v>
                </c:pt>
                <c:pt idx="1585">
                  <c:v>2.76746031746</c:v>
                </c:pt>
                <c:pt idx="1586">
                  <c:v>2.76920634921</c:v>
                </c:pt>
                <c:pt idx="1587">
                  <c:v>2.77095238095</c:v>
                </c:pt>
                <c:pt idx="1588">
                  <c:v>2.7726984127</c:v>
                </c:pt>
                <c:pt idx="1589">
                  <c:v>2.77444444444</c:v>
                </c:pt>
                <c:pt idx="1590">
                  <c:v>2.77619047619</c:v>
                </c:pt>
                <c:pt idx="1591">
                  <c:v>2.77793650794</c:v>
                </c:pt>
                <c:pt idx="1592">
                  <c:v>2.77968253968</c:v>
                </c:pt>
                <c:pt idx="1593">
                  <c:v>2.78142857143</c:v>
                </c:pt>
                <c:pt idx="1594">
                  <c:v>2.78317460317</c:v>
                </c:pt>
                <c:pt idx="1595">
                  <c:v>2.78492063492</c:v>
                </c:pt>
                <c:pt idx="1596">
                  <c:v>2.78666666667</c:v>
                </c:pt>
                <c:pt idx="1597">
                  <c:v>2.78841269841</c:v>
                </c:pt>
                <c:pt idx="1598">
                  <c:v>2.79015873016</c:v>
                </c:pt>
                <c:pt idx="1599">
                  <c:v>2.7919047619</c:v>
                </c:pt>
                <c:pt idx="1600">
                  <c:v>2.79365079365</c:v>
                </c:pt>
                <c:pt idx="1601">
                  <c:v>2.7953968254</c:v>
                </c:pt>
                <c:pt idx="1602">
                  <c:v>2.79714285714</c:v>
                </c:pt>
                <c:pt idx="1603">
                  <c:v>2.79888888889</c:v>
                </c:pt>
                <c:pt idx="1604">
                  <c:v>2.80063492063</c:v>
                </c:pt>
                <c:pt idx="1605">
                  <c:v>2.80238095238</c:v>
                </c:pt>
                <c:pt idx="1606">
                  <c:v>2.80412698413</c:v>
                </c:pt>
                <c:pt idx="1607">
                  <c:v>2.80587301587</c:v>
                </c:pt>
                <c:pt idx="1608">
                  <c:v>2.80761904762</c:v>
                </c:pt>
                <c:pt idx="1609">
                  <c:v>2.80936507937</c:v>
                </c:pt>
                <c:pt idx="1610">
                  <c:v>2.81111111111</c:v>
                </c:pt>
                <c:pt idx="1611">
                  <c:v>2.81285714286</c:v>
                </c:pt>
                <c:pt idx="1612">
                  <c:v>2.8146031746</c:v>
                </c:pt>
                <c:pt idx="1613">
                  <c:v>2.81634920635</c:v>
                </c:pt>
                <c:pt idx="1614">
                  <c:v>2.8180952381</c:v>
                </c:pt>
                <c:pt idx="1615">
                  <c:v>2.81984126984</c:v>
                </c:pt>
                <c:pt idx="1616">
                  <c:v>2.82158730159</c:v>
                </c:pt>
                <c:pt idx="1617">
                  <c:v>2.82333333333</c:v>
                </c:pt>
                <c:pt idx="1618">
                  <c:v>2.82507936508</c:v>
                </c:pt>
                <c:pt idx="1619">
                  <c:v>2.82682539683</c:v>
                </c:pt>
                <c:pt idx="1620">
                  <c:v>2.82857142857</c:v>
                </c:pt>
                <c:pt idx="1621">
                  <c:v>2.83031746032</c:v>
                </c:pt>
                <c:pt idx="1622">
                  <c:v>2.83206349206</c:v>
                </c:pt>
                <c:pt idx="1623">
                  <c:v>2.83380952381</c:v>
                </c:pt>
                <c:pt idx="1624">
                  <c:v>2.83555555556</c:v>
                </c:pt>
                <c:pt idx="1625">
                  <c:v>2.8373015873</c:v>
                </c:pt>
                <c:pt idx="1626">
                  <c:v>2.83904761905</c:v>
                </c:pt>
                <c:pt idx="1627">
                  <c:v>2.84079365079</c:v>
                </c:pt>
                <c:pt idx="1628">
                  <c:v>2.84253968254</c:v>
                </c:pt>
                <c:pt idx="1629">
                  <c:v>2.84428571429</c:v>
                </c:pt>
                <c:pt idx="1630">
                  <c:v>2.84603174603</c:v>
                </c:pt>
                <c:pt idx="1631">
                  <c:v>2.84777777778</c:v>
                </c:pt>
                <c:pt idx="1632">
                  <c:v>2.84952380952</c:v>
                </c:pt>
                <c:pt idx="1633">
                  <c:v>2.85126984127</c:v>
                </c:pt>
                <c:pt idx="1634">
                  <c:v>2.85301587302</c:v>
                </c:pt>
                <c:pt idx="1635">
                  <c:v>2.85476190476</c:v>
                </c:pt>
                <c:pt idx="1636">
                  <c:v>2.85650793651</c:v>
                </c:pt>
                <c:pt idx="1637">
                  <c:v>2.85825396825</c:v>
                </c:pt>
                <c:pt idx="1638">
                  <c:v>2.86</c:v>
                </c:pt>
                <c:pt idx="1639">
                  <c:v>2.86174603175</c:v>
                </c:pt>
                <c:pt idx="1640">
                  <c:v>2.86349206349</c:v>
                </c:pt>
                <c:pt idx="1641">
                  <c:v>2.86523809524</c:v>
                </c:pt>
                <c:pt idx="1642">
                  <c:v>2.86698412698</c:v>
                </c:pt>
                <c:pt idx="1643">
                  <c:v>2.86873015873</c:v>
                </c:pt>
                <c:pt idx="1644">
                  <c:v>2.87047619048</c:v>
                </c:pt>
                <c:pt idx="1645">
                  <c:v>2.87222222222</c:v>
                </c:pt>
                <c:pt idx="1646">
                  <c:v>2.87396825397</c:v>
                </c:pt>
                <c:pt idx="1647">
                  <c:v>2.87571428571</c:v>
                </c:pt>
                <c:pt idx="1648">
                  <c:v>2.87746031746</c:v>
                </c:pt>
                <c:pt idx="1649">
                  <c:v>2.87920634921</c:v>
                </c:pt>
                <c:pt idx="1650">
                  <c:v>2.88095238095</c:v>
                </c:pt>
                <c:pt idx="1651">
                  <c:v>2.8826984127</c:v>
                </c:pt>
                <c:pt idx="1652">
                  <c:v>2.88444444444</c:v>
                </c:pt>
                <c:pt idx="1653">
                  <c:v>2.88619047619</c:v>
                </c:pt>
                <c:pt idx="1654">
                  <c:v>2.88793650794</c:v>
                </c:pt>
                <c:pt idx="1655">
                  <c:v>2.88968253968</c:v>
                </c:pt>
                <c:pt idx="1656">
                  <c:v>2.89142857143</c:v>
                </c:pt>
                <c:pt idx="1657">
                  <c:v>2.89317460317</c:v>
                </c:pt>
                <c:pt idx="1658">
                  <c:v>2.89492063492</c:v>
                </c:pt>
                <c:pt idx="1659">
                  <c:v>2.89666666667</c:v>
                </c:pt>
                <c:pt idx="1660">
                  <c:v>2.89841269841</c:v>
                </c:pt>
                <c:pt idx="1661">
                  <c:v>2.90015873016</c:v>
                </c:pt>
                <c:pt idx="1662">
                  <c:v>2.9019047619</c:v>
                </c:pt>
                <c:pt idx="1663">
                  <c:v>2.90365079365</c:v>
                </c:pt>
                <c:pt idx="1664">
                  <c:v>2.9053968254</c:v>
                </c:pt>
                <c:pt idx="1665">
                  <c:v>2.90714285714</c:v>
                </c:pt>
                <c:pt idx="1666">
                  <c:v>2.90888888889</c:v>
                </c:pt>
                <c:pt idx="1667">
                  <c:v>2.91063492063</c:v>
                </c:pt>
                <c:pt idx="1668">
                  <c:v>2.91238095238</c:v>
                </c:pt>
                <c:pt idx="1669">
                  <c:v>2.91412698413</c:v>
                </c:pt>
                <c:pt idx="1670">
                  <c:v>2.91587301587</c:v>
                </c:pt>
                <c:pt idx="1671">
                  <c:v>2.91761904762</c:v>
                </c:pt>
                <c:pt idx="1672">
                  <c:v>2.91936507937</c:v>
                </c:pt>
                <c:pt idx="1673">
                  <c:v>2.92111111111</c:v>
                </c:pt>
                <c:pt idx="1674">
                  <c:v>2.92285714286</c:v>
                </c:pt>
                <c:pt idx="1675">
                  <c:v>2.9246031746</c:v>
                </c:pt>
                <c:pt idx="1676">
                  <c:v>2.92634920635</c:v>
                </c:pt>
                <c:pt idx="1677">
                  <c:v>2.9280952381</c:v>
                </c:pt>
                <c:pt idx="1678">
                  <c:v>2.92984126984</c:v>
                </c:pt>
                <c:pt idx="1679">
                  <c:v>2.93158730159</c:v>
                </c:pt>
                <c:pt idx="1680">
                  <c:v>2.93333333333</c:v>
                </c:pt>
                <c:pt idx="1681">
                  <c:v>2.93507936508</c:v>
                </c:pt>
                <c:pt idx="1682">
                  <c:v>2.93682539683</c:v>
                </c:pt>
                <c:pt idx="1683">
                  <c:v>2.93857142857</c:v>
                </c:pt>
                <c:pt idx="1684">
                  <c:v>2.94031746032</c:v>
                </c:pt>
                <c:pt idx="1685">
                  <c:v>2.94206349206</c:v>
                </c:pt>
                <c:pt idx="1686">
                  <c:v>2.94380952381</c:v>
                </c:pt>
                <c:pt idx="1687">
                  <c:v>2.94555555556</c:v>
                </c:pt>
                <c:pt idx="1688">
                  <c:v>2.9473015873</c:v>
                </c:pt>
                <c:pt idx="1689">
                  <c:v>2.94904761905</c:v>
                </c:pt>
                <c:pt idx="1690">
                  <c:v>2.95079365079</c:v>
                </c:pt>
                <c:pt idx="1691">
                  <c:v>2.95253968254</c:v>
                </c:pt>
                <c:pt idx="1692">
                  <c:v>2.95428571429</c:v>
                </c:pt>
                <c:pt idx="1693">
                  <c:v>2.95603174603</c:v>
                </c:pt>
                <c:pt idx="1694">
                  <c:v>2.95777777778</c:v>
                </c:pt>
                <c:pt idx="1695">
                  <c:v>2.95952380952</c:v>
                </c:pt>
                <c:pt idx="1696">
                  <c:v>2.96126984127</c:v>
                </c:pt>
                <c:pt idx="1697">
                  <c:v>2.96301587302</c:v>
                </c:pt>
                <c:pt idx="1698">
                  <c:v>2.96476190476</c:v>
                </c:pt>
                <c:pt idx="1699">
                  <c:v>2.96650793651</c:v>
                </c:pt>
                <c:pt idx="1700">
                  <c:v>2.96825396825</c:v>
                </c:pt>
                <c:pt idx="1701">
                  <c:v>2.97</c:v>
                </c:pt>
                <c:pt idx="1702">
                  <c:v>2.97174603175</c:v>
                </c:pt>
                <c:pt idx="1703">
                  <c:v>2.97349206349</c:v>
                </c:pt>
                <c:pt idx="1704">
                  <c:v>2.97523809524</c:v>
                </c:pt>
                <c:pt idx="1705">
                  <c:v>2.97698412698</c:v>
                </c:pt>
                <c:pt idx="1706">
                  <c:v>2.97873015873</c:v>
                </c:pt>
                <c:pt idx="1707">
                  <c:v>2.98047619048</c:v>
                </c:pt>
                <c:pt idx="1708">
                  <c:v>2.98222222222</c:v>
                </c:pt>
                <c:pt idx="1709">
                  <c:v>2.98396825397</c:v>
                </c:pt>
                <c:pt idx="1710">
                  <c:v>2.98571428571</c:v>
                </c:pt>
                <c:pt idx="1711">
                  <c:v>2.98746031746</c:v>
                </c:pt>
                <c:pt idx="1712">
                  <c:v>2.98920634921</c:v>
                </c:pt>
                <c:pt idx="1713">
                  <c:v>2.99095238095</c:v>
                </c:pt>
                <c:pt idx="1714">
                  <c:v>2.9926984127</c:v>
                </c:pt>
                <c:pt idx="1715">
                  <c:v>2.99444444444</c:v>
                </c:pt>
                <c:pt idx="1716">
                  <c:v>2.99619047619</c:v>
                </c:pt>
                <c:pt idx="1717">
                  <c:v>2.99793650794</c:v>
                </c:pt>
                <c:pt idx="1718">
                  <c:v>2.99968253968</c:v>
                </c:pt>
                <c:pt idx="1719">
                  <c:v>3.00142857143</c:v>
                </c:pt>
                <c:pt idx="1720">
                  <c:v>3.00317460317</c:v>
                </c:pt>
                <c:pt idx="1721">
                  <c:v>3.00492063492</c:v>
                </c:pt>
                <c:pt idx="1722">
                  <c:v>3.00666666667</c:v>
                </c:pt>
                <c:pt idx="1723">
                  <c:v>3.00841269841</c:v>
                </c:pt>
                <c:pt idx="1724">
                  <c:v>3.01015873016</c:v>
                </c:pt>
                <c:pt idx="1725">
                  <c:v>3.0119047619</c:v>
                </c:pt>
                <c:pt idx="1726">
                  <c:v>3.01365079365</c:v>
                </c:pt>
                <c:pt idx="1727">
                  <c:v>3.0153968254</c:v>
                </c:pt>
                <c:pt idx="1728">
                  <c:v>3.01714285714</c:v>
                </c:pt>
                <c:pt idx="1729">
                  <c:v>3.01888888889</c:v>
                </c:pt>
                <c:pt idx="1730">
                  <c:v>3.02063492063</c:v>
                </c:pt>
                <c:pt idx="1731">
                  <c:v>3.02238095238</c:v>
                </c:pt>
                <c:pt idx="1732">
                  <c:v>3.02412698413</c:v>
                </c:pt>
                <c:pt idx="1733">
                  <c:v>3.02587301587</c:v>
                </c:pt>
                <c:pt idx="1734">
                  <c:v>3.02761904762</c:v>
                </c:pt>
                <c:pt idx="1735">
                  <c:v>3.02936507937</c:v>
                </c:pt>
                <c:pt idx="1736">
                  <c:v>3.03111111111</c:v>
                </c:pt>
                <c:pt idx="1737">
                  <c:v>3.03285714286</c:v>
                </c:pt>
                <c:pt idx="1738">
                  <c:v>3.0346031746</c:v>
                </c:pt>
                <c:pt idx="1739">
                  <c:v>3.03634920635</c:v>
                </c:pt>
                <c:pt idx="1740">
                  <c:v>3.0380952381</c:v>
                </c:pt>
                <c:pt idx="1741">
                  <c:v>3.03984126984</c:v>
                </c:pt>
                <c:pt idx="1742">
                  <c:v>3.04158730159</c:v>
                </c:pt>
                <c:pt idx="1743">
                  <c:v>3.04333333333</c:v>
                </c:pt>
                <c:pt idx="1744">
                  <c:v>3.04507936508</c:v>
                </c:pt>
                <c:pt idx="1745">
                  <c:v>3.04682539683</c:v>
                </c:pt>
                <c:pt idx="1746">
                  <c:v>3.04857142857</c:v>
                </c:pt>
                <c:pt idx="1747">
                  <c:v>3.05031746032</c:v>
                </c:pt>
                <c:pt idx="1748">
                  <c:v>3.05206349206</c:v>
                </c:pt>
                <c:pt idx="1749">
                  <c:v>3.05380952381</c:v>
                </c:pt>
                <c:pt idx="1750">
                  <c:v>3.05555555556</c:v>
                </c:pt>
                <c:pt idx="1751">
                  <c:v>3.0573015873</c:v>
                </c:pt>
                <c:pt idx="1752">
                  <c:v>3.05904761905</c:v>
                </c:pt>
                <c:pt idx="1753">
                  <c:v>3.06079365079</c:v>
                </c:pt>
                <c:pt idx="1754">
                  <c:v>3.06253968254</c:v>
                </c:pt>
                <c:pt idx="1755">
                  <c:v>3.06428571429</c:v>
                </c:pt>
                <c:pt idx="1756">
                  <c:v>3.06603174603</c:v>
                </c:pt>
                <c:pt idx="1757">
                  <c:v>3.06777777778</c:v>
                </c:pt>
                <c:pt idx="1758">
                  <c:v>3.06952380952</c:v>
                </c:pt>
                <c:pt idx="1759">
                  <c:v>3.07126984127</c:v>
                </c:pt>
                <c:pt idx="1760">
                  <c:v>3.07301587302</c:v>
                </c:pt>
                <c:pt idx="1761">
                  <c:v>3.07476190476</c:v>
                </c:pt>
                <c:pt idx="1762">
                  <c:v>3.07650793651</c:v>
                </c:pt>
                <c:pt idx="1763">
                  <c:v>3.07825396825</c:v>
                </c:pt>
                <c:pt idx="1764">
                  <c:v>3.08</c:v>
                </c:pt>
                <c:pt idx="1765">
                  <c:v>3.08174603175</c:v>
                </c:pt>
                <c:pt idx="1766">
                  <c:v>3.08349206349</c:v>
                </c:pt>
                <c:pt idx="1767">
                  <c:v>3.08523809524</c:v>
                </c:pt>
                <c:pt idx="1768">
                  <c:v>3.08698412698</c:v>
                </c:pt>
                <c:pt idx="1769">
                  <c:v>3.08873015873</c:v>
                </c:pt>
                <c:pt idx="1770">
                  <c:v>3.09047619048</c:v>
                </c:pt>
                <c:pt idx="1771">
                  <c:v>3.09222222222</c:v>
                </c:pt>
                <c:pt idx="1772">
                  <c:v>3.09396825397</c:v>
                </c:pt>
                <c:pt idx="1773">
                  <c:v>3.09571428571</c:v>
                </c:pt>
                <c:pt idx="1774">
                  <c:v>3.09746031746</c:v>
                </c:pt>
                <c:pt idx="1775">
                  <c:v>3.09920634921</c:v>
                </c:pt>
                <c:pt idx="1776">
                  <c:v>3.10095238095</c:v>
                </c:pt>
                <c:pt idx="1777">
                  <c:v>3.1026984127</c:v>
                </c:pt>
                <c:pt idx="1778">
                  <c:v>3.10444444444</c:v>
                </c:pt>
                <c:pt idx="1779">
                  <c:v>3.10619047619</c:v>
                </c:pt>
                <c:pt idx="1780">
                  <c:v>3.10793650794</c:v>
                </c:pt>
                <c:pt idx="1781">
                  <c:v>3.10968253968</c:v>
                </c:pt>
                <c:pt idx="1782">
                  <c:v>3.11142857143</c:v>
                </c:pt>
                <c:pt idx="1783">
                  <c:v>3.11317460317</c:v>
                </c:pt>
                <c:pt idx="1784">
                  <c:v>3.11492063492</c:v>
                </c:pt>
                <c:pt idx="1785">
                  <c:v>3.11666666667</c:v>
                </c:pt>
                <c:pt idx="1786">
                  <c:v>3.11841269841</c:v>
                </c:pt>
                <c:pt idx="1787">
                  <c:v>3.12015873016</c:v>
                </c:pt>
                <c:pt idx="1788">
                  <c:v>3.1219047619</c:v>
                </c:pt>
                <c:pt idx="1789">
                  <c:v>3.12365079365</c:v>
                </c:pt>
                <c:pt idx="1790">
                  <c:v>3.1253968254</c:v>
                </c:pt>
                <c:pt idx="1791">
                  <c:v>3.12714285714</c:v>
                </c:pt>
                <c:pt idx="1792">
                  <c:v>3.12888888889</c:v>
                </c:pt>
                <c:pt idx="1793">
                  <c:v>3.13063492063</c:v>
                </c:pt>
                <c:pt idx="1794">
                  <c:v>3.13238095238</c:v>
                </c:pt>
                <c:pt idx="1795">
                  <c:v>3.13412698413</c:v>
                </c:pt>
                <c:pt idx="1796">
                  <c:v>3.13587301587</c:v>
                </c:pt>
                <c:pt idx="1797">
                  <c:v>3.13761904762</c:v>
                </c:pt>
                <c:pt idx="1798">
                  <c:v>3.13936507937</c:v>
                </c:pt>
                <c:pt idx="1799">
                  <c:v>3.14111111111</c:v>
                </c:pt>
                <c:pt idx="1800">
                  <c:v>3.14285714286</c:v>
                </c:pt>
                <c:pt idx="1801">
                  <c:v>3.1446031746</c:v>
                </c:pt>
                <c:pt idx="1802">
                  <c:v>3.14634920635</c:v>
                </c:pt>
                <c:pt idx="1803">
                  <c:v>3.1480952381</c:v>
                </c:pt>
              </c:numCache>
            </c:numRef>
          </c:xVal>
          <c:yVal>
            <c:numRef>
              <c:f>'Chart Data'!$B$2:$B$1805</c:f>
              <c:numCache>
                <c:formatCode>0.0</c:formatCode>
                <c:ptCount val="180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0.00896069513271</c:v>
                </c:pt>
                <c:pt idx="444">
                  <c:v>-0.0118797094562</c:v>
                </c:pt>
                <c:pt idx="445">
                  <c:v>-0.251374652094</c:v>
                </c:pt>
                <c:pt idx="446">
                  <c:v>0.0357070124228</c:v>
                </c:pt>
                <c:pt idx="447">
                  <c:v>0.192315525083</c:v>
                </c:pt>
                <c:pt idx="448">
                  <c:v>0.126026746317</c:v>
                </c:pt>
                <c:pt idx="449">
                  <c:v>0.0444640553934</c:v>
                </c:pt>
                <c:pt idx="450">
                  <c:v>0.196117032109</c:v>
                </c:pt>
                <c:pt idx="451">
                  <c:v>0.149955875365</c:v>
                </c:pt>
                <c:pt idx="452">
                  <c:v>-0.251883782499</c:v>
                </c:pt>
                <c:pt idx="453">
                  <c:v>-0.0859412124092</c:v>
                </c:pt>
                <c:pt idx="454">
                  <c:v>0.109870341457</c:v>
                </c:pt>
                <c:pt idx="455">
                  <c:v>0.30479940262</c:v>
                </c:pt>
                <c:pt idx="456">
                  <c:v>-0.0314642590456</c:v>
                </c:pt>
                <c:pt idx="457">
                  <c:v>0.0438530989071</c:v>
                </c:pt>
                <c:pt idx="458">
                  <c:v>-0.104846921458</c:v>
                </c:pt>
                <c:pt idx="459">
                  <c:v>0.136345122531</c:v>
                </c:pt>
                <c:pt idx="460">
                  <c:v>0.184542800896</c:v>
                </c:pt>
                <c:pt idx="461">
                  <c:v>-0.0769126332225</c:v>
                </c:pt>
                <c:pt idx="462">
                  <c:v>-0.0764713868712</c:v>
                </c:pt>
                <c:pt idx="463">
                  <c:v>-0.17527662752</c:v>
                </c:pt>
                <c:pt idx="464">
                  <c:v>0.161699816713</c:v>
                </c:pt>
                <c:pt idx="465">
                  <c:v>0.201513814405</c:v>
                </c:pt>
                <c:pt idx="466">
                  <c:v>-0.0320073314778</c:v>
                </c:pt>
                <c:pt idx="467">
                  <c:v>0.237797841287</c:v>
                </c:pt>
                <c:pt idx="468">
                  <c:v>-0.371325775575</c:v>
                </c:pt>
                <c:pt idx="469">
                  <c:v>0.114791935374</c:v>
                </c:pt>
                <c:pt idx="470">
                  <c:v>0.0264068970199</c:v>
                </c:pt>
                <c:pt idx="471">
                  <c:v>-0.0343832733691</c:v>
                </c:pt>
                <c:pt idx="472">
                  <c:v>0.443282872853</c:v>
                </c:pt>
                <c:pt idx="473">
                  <c:v>-0.383986151653</c:v>
                </c:pt>
                <c:pt idx="474">
                  <c:v>0.0970741972711</c:v>
                </c:pt>
                <c:pt idx="475">
                  <c:v>-0.137159731179</c:v>
                </c:pt>
                <c:pt idx="476">
                  <c:v>-0.0455162582309</c:v>
                </c:pt>
                <c:pt idx="477">
                  <c:v>0.444708437988</c:v>
                </c:pt>
                <c:pt idx="478">
                  <c:v>-0.215158509266</c:v>
                </c:pt>
                <c:pt idx="479">
                  <c:v>0.0491819971489</c:v>
                </c:pt>
                <c:pt idx="480">
                  <c:v>-0.232061638721</c:v>
                </c:pt>
                <c:pt idx="481">
                  <c:v>-0.143812368475</c:v>
                </c:pt>
                <c:pt idx="482">
                  <c:v>0.362806326794</c:v>
                </c:pt>
                <c:pt idx="483">
                  <c:v>-0.0708709524133</c:v>
                </c:pt>
                <c:pt idx="484">
                  <c:v>0.128436630236</c:v>
                </c:pt>
                <c:pt idx="485">
                  <c:v>0.0359446066119</c:v>
                </c:pt>
                <c:pt idx="486">
                  <c:v>-0.300319055054</c:v>
                </c:pt>
                <c:pt idx="487">
                  <c:v>0.222388161021</c:v>
                </c:pt>
                <c:pt idx="488">
                  <c:v>-0.281616998167</c:v>
                </c:pt>
                <c:pt idx="489">
                  <c:v>-0.0412056207997</c:v>
                </c:pt>
                <c:pt idx="490">
                  <c:v>0.281311519924</c:v>
                </c:pt>
                <c:pt idx="491">
                  <c:v>-0.240547145476</c:v>
                </c:pt>
                <c:pt idx="492">
                  <c:v>0.215158509266</c:v>
                </c:pt>
                <c:pt idx="493">
                  <c:v>-0.0458896205281</c:v>
                </c:pt>
                <c:pt idx="494">
                  <c:v>-0.188038829679</c:v>
                </c:pt>
                <c:pt idx="495">
                  <c:v>0.230771841694</c:v>
                </c:pt>
                <c:pt idx="496">
                  <c:v>-0.245706333582</c:v>
                </c:pt>
                <c:pt idx="497">
                  <c:v>0.024743737696</c:v>
                </c:pt>
                <c:pt idx="498">
                  <c:v>0.192383409137</c:v>
                </c:pt>
                <c:pt idx="499">
                  <c:v>-0.237594189125</c:v>
                </c:pt>
                <c:pt idx="500">
                  <c:v>0.192926481569</c:v>
                </c:pt>
                <c:pt idx="501">
                  <c:v>0.0290883171543</c:v>
                </c:pt>
                <c:pt idx="502">
                  <c:v>-0.200122191297</c:v>
                </c:pt>
                <c:pt idx="503">
                  <c:v>0.213800828185</c:v>
                </c:pt>
                <c:pt idx="504">
                  <c:v>-0.189566220895</c:v>
                </c:pt>
                <c:pt idx="505">
                  <c:v>-0.0250152739122</c:v>
                </c:pt>
                <c:pt idx="506">
                  <c:v>0.214242074537</c:v>
                </c:pt>
                <c:pt idx="507">
                  <c:v>-0.269805172765</c:v>
                </c:pt>
                <c:pt idx="508">
                  <c:v>0.142488629421</c:v>
                </c:pt>
                <c:pt idx="509">
                  <c:v>0.146493788609</c:v>
                </c:pt>
                <c:pt idx="510">
                  <c:v>-0.255074333039</c:v>
                </c:pt>
                <c:pt idx="511">
                  <c:v>0.241531464259</c:v>
                </c:pt>
                <c:pt idx="512">
                  <c:v>-0.156099382255</c:v>
                </c:pt>
                <c:pt idx="513">
                  <c:v>-0.0852623718688</c:v>
                </c:pt>
                <c:pt idx="514">
                  <c:v>0.274013984115</c:v>
                </c:pt>
                <c:pt idx="515">
                  <c:v>-0.307480822755</c:v>
                </c:pt>
                <c:pt idx="516">
                  <c:v>0.149344918879</c:v>
                </c:pt>
                <c:pt idx="517">
                  <c:v>0.150159527527</c:v>
                </c:pt>
                <c:pt idx="518">
                  <c:v>-0.269601520603</c:v>
                </c:pt>
                <c:pt idx="519">
                  <c:v>0.275609259385</c:v>
                </c:pt>
                <c:pt idx="520">
                  <c:v>-0.205247437377</c:v>
                </c:pt>
                <c:pt idx="521">
                  <c:v>-0.0556649243093</c:v>
                </c:pt>
                <c:pt idx="522">
                  <c:v>0.324044531939</c:v>
                </c:pt>
                <c:pt idx="523">
                  <c:v>-0.344952820582</c:v>
                </c:pt>
                <c:pt idx="524">
                  <c:v>0.214479668726</c:v>
                </c:pt>
                <c:pt idx="525">
                  <c:v>0.02287692621</c:v>
                </c:pt>
                <c:pt idx="526">
                  <c:v>-0.228599551965</c:v>
                </c:pt>
                <c:pt idx="527">
                  <c:v>0.291528070056</c:v>
                </c:pt>
                <c:pt idx="528">
                  <c:v>-0.279376824384</c:v>
                </c:pt>
                <c:pt idx="529">
                  <c:v>0.034213563234</c:v>
                </c:pt>
                <c:pt idx="530">
                  <c:v>0.281447288032</c:v>
                </c:pt>
                <c:pt idx="531">
                  <c:v>-0.332326386532</c:v>
                </c:pt>
                <c:pt idx="532">
                  <c:v>0.254259724391</c:v>
                </c:pt>
                <c:pt idx="533">
                  <c:v>-0.115233181726</c:v>
                </c:pt>
                <c:pt idx="534">
                  <c:v>-0.149955875365</c:v>
                </c:pt>
                <c:pt idx="535">
                  <c:v>0.310331953024</c:v>
                </c:pt>
                <c:pt idx="536">
                  <c:v>-0.337485574639</c:v>
                </c:pt>
                <c:pt idx="537">
                  <c:v>0.137736745638</c:v>
                </c:pt>
                <c:pt idx="538">
                  <c:v>0.160308193605</c:v>
                </c:pt>
                <c:pt idx="539">
                  <c:v>-0.268277781549</c:v>
                </c:pt>
                <c:pt idx="540">
                  <c:v>0.275269839115</c:v>
                </c:pt>
                <c:pt idx="541">
                  <c:v>-0.22136990021</c:v>
                </c:pt>
                <c:pt idx="542">
                  <c:v>-0.0356730703958</c:v>
                </c:pt>
                <c:pt idx="543">
                  <c:v>0.341253139637</c:v>
                </c:pt>
                <c:pt idx="544">
                  <c:v>-0.335822415315</c:v>
                </c:pt>
                <c:pt idx="545">
                  <c:v>0.22194691467</c:v>
                </c:pt>
                <c:pt idx="546">
                  <c:v>-0.0579390401195</c:v>
                </c:pt>
                <c:pt idx="547">
                  <c:v>-0.194080510488</c:v>
                </c:pt>
                <c:pt idx="548">
                  <c:v>0.288880591949</c:v>
                </c:pt>
                <c:pt idx="549">
                  <c:v>-0.316780938158</c:v>
                </c:pt>
                <c:pt idx="550">
                  <c:v>0.0909646324078</c:v>
                </c:pt>
                <c:pt idx="551">
                  <c:v>0.218518769941</c:v>
                </c:pt>
                <c:pt idx="552">
                  <c:v>-0.28670830222</c:v>
                </c:pt>
                <c:pt idx="553">
                  <c:v>0.260742651551</c:v>
                </c:pt>
                <c:pt idx="554">
                  <c:v>-0.173409816034</c:v>
                </c:pt>
                <c:pt idx="555">
                  <c:v>-0.0941891249745</c:v>
                </c:pt>
                <c:pt idx="556">
                  <c:v>0.345733487204</c:v>
                </c:pt>
                <c:pt idx="557">
                  <c:v>-0.332054850316</c:v>
                </c:pt>
                <c:pt idx="558">
                  <c:v>0.17174665671</c:v>
                </c:pt>
                <c:pt idx="559">
                  <c:v>0.0967687190279</c:v>
                </c:pt>
                <c:pt idx="560">
                  <c:v>-0.246045753852</c:v>
                </c:pt>
                <c:pt idx="561">
                  <c:v>0.257416332903</c:v>
                </c:pt>
                <c:pt idx="562">
                  <c:v>-0.237390536963</c:v>
                </c:pt>
                <c:pt idx="563">
                  <c:v>-0.0429027221506</c:v>
                </c:pt>
                <c:pt idx="564">
                  <c:v>0.337723168828</c:v>
                </c:pt>
                <c:pt idx="565">
                  <c:v>-0.326081053561</c:v>
                </c:pt>
                <c:pt idx="566">
                  <c:v>0.190041409273</c:v>
                </c:pt>
                <c:pt idx="567">
                  <c:v>0.0727038218722</c:v>
                </c:pt>
                <c:pt idx="568">
                  <c:v>-0.237220826828</c:v>
                </c:pt>
                <c:pt idx="569">
                  <c:v>0.237560247098</c:v>
                </c:pt>
                <c:pt idx="570">
                  <c:v>-0.209218654538</c:v>
                </c:pt>
                <c:pt idx="571">
                  <c:v>-0.0571923155251</c:v>
                </c:pt>
                <c:pt idx="572">
                  <c:v>0.300963953567</c:v>
                </c:pt>
                <c:pt idx="573">
                  <c:v>-0.310331953024</c:v>
                </c:pt>
                <c:pt idx="574">
                  <c:v>0.116081732401</c:v>
                </c:pt>
                <c:pt idx="575">
                  <c:v>0.229108682371</c:v>
                </c:pt>
                <c:pt idx="576">
                  <c:v>-0.314201344104</c:v>
                </c:pt>
                <c:pt idx="577">
                  <c:v>0.227547349128</c:v>
                </c:pt>
                <c:pt idx="578">
                  <c:v>-0.051422170932</c:v>
                </c:pt>
                <c:pt idx="579">
                  <c:v>-0.171339352386</c:v>
                </c:pt>
                <c:pt idx="580">
                  <c:v>0.236813522504</c:v>
                </c:pt>
                <c:pt idx="581">
                  <c:v>-0.219129726427</c:v>
                </c:pt>
                <c:pt idx="582">
                  <c:v>-0.0161224628335</c:v>
                </c:pt>
                <c:pt idx="583">
                  <c:v>0.267836535198</c:v>
                </c:pt>
                <c:pt idx="584">
                  <c:v>-0.369594732197</c:v>
                </c:pt>
                <c:pt idx="585">
                  <c:v>0.152773063607</c:v>
                </c:pt>
                <c:pt idx="586">
                  <c:v>0.241192043989</c:v>
                </c:pt>
                <c:pt idx="587">
                  <c:v>-0.372310094359</c:v>
                </c:pt>
                <c:pt idx="588">
                  <c:v>0.233826624126</c:v>
                </c:pt>
                <c:pt idx="589">
                  <c:v>0.0936799945693</c:v>
                </c:pt>
                <c:pt idx="590">
                  <c:v>-0.289186070192</c:v>
                </c:pt>
                <c:pt idx="591">
                  <c:v>0.2506279275</c:v>
                </c:pt>
                <c:pt idx="592">
                  <c:v>-0.0263390129659</c:v>
                </c:pt>
                <c:pt idx="593">
                  <c:v>-0.185934424004</c:v>
                </c:pt>
                <c:pt idx="594">
                  <c:v>0.190041409273</c:v>
                </c:pt>
                <c:pt idx="595">
                  <c:v>-0.0523386056615</c:v>
                </c:pt>
                <c:pt idx="596">
                  <c:v>-0.0936460525423</c:v>
                </c:pt>
                <c:pt idx="597">
                  <c:v>0.111363790646</c:v>
                </c:pt>
                <c:pt idx="598">
                  <c:v>0.00213834770212</c:v>
                </c:pt>
                <c:pt idx="599">
                  <c:v>-0.0903197338945</c:v>
                </c:pt>
                <c:pt idx="600">
                  <c:v>0.0712443147105</c:v>
                </c:pt>
                <c:pt idx="601">
                  <c:v>0.05702260539</c:v>
                </c:pt>
                <c:pt idx="602">
                  <c:v>-0.0896408933542</c:v>
                </c:pt>
                <c:pt idx="603">
                  <c:v>0.0516258230942</c:v>
                </c:pt>
                <c:pt idx="604">
                  <c:v>0.0715497929536</c:v>
                </c:pt>
                <c:pt idx="605">
                  <c:v>-0.0787115606544</c:v>
                </c:pt>
                <c:pt idx="606">
                  <c:v>0.00668657932252</c:v>
                </c:pt>
                <c:pt idx="607">
                  <c:v>0.0509469825538</c:v>
                </c:pt>
                <c:pt idx="608">
                  <c:v>-0.0450750118797</c:v>
                </c:pt>
                <c:pt idx="609">
                  <c:v>-0.0382866064761</c:v>
                </c:pt>
                <c:pt idx="610">
                  <c:v>0.036182200801</c:v>
                </c:pt>
                <c:pt idx="611">
                  <c:v>0.0264747810739</c:v>
                </c:pt>
                <c:pt idx="612">
                  <c:v>-0.062690923902</c:v>
                </c:pt>
                <c:pt idx="613">
                  <c:v>0.0241327812097</c:v>
                </c:pt>
                <c:pt idx="614">
                  <c:v>0.0678501120087</c:v>
                </c:pt>
                <c:pt idx="615">
                  <c:v>-0.0535944606612</c:v>
                </c:pt>
                <c:pt idx="616">
                  <c:v>-0.00179892743195</c:v>
                </c:pt>
                <c:pt idx="617">
                  <c:v>0.0594324893083</c:v>
                </c:pt>
                <c:pt idx="618">
                  <c:v>-0.0653723440364</c:v>
                </c:pt>
                <c:pt idx="619">
                  <c:v>-0.0145611295907</c:v>
                </c:pt>
                <c:pt idx="620">
                  <c:v>0.0761659086281</c:v>
                </c:pt>
                <c:pt idx="621">
                  <c:v>-0.13977326726</c:v>
                </c:pt>
                <c:pt idx="622">
                  <c:v>-0.0564455909307</c:v>
                </c:pt>
                <c:pt idx="623">
                  <c:v>0.130269499695</c:v>
                </c:pt>
                <c:pt idx="624">
                  <c:v>-0.244314710475</c:v>
                </c:pt>
                <c:pt idx="625">
                  <c:v>-0.212748625348</c:v>
                </c:pt>
                <c:pt idx="626">
                  <c:v>0.227513407101</c:v>
                </c:pt>
                <c:pt idx="627">
                  <c:v>-0.0281379403978</c:v>
                </c:pt>
                <c:pt idx="628">
                  <c:v>-0.199918539135</c:v>
                </c:pt>
                <c:pt idx="629">
                  <c:v>0.480449392438</c:v>
                </c:pt>
                <c:pt idx="630">
                  <c:v>0.211119408051</c:v>
                </c:pt>
                <c:pt idx="631">
                  <c:v>0.160919150092</c:v>
                </c:pt>
                <c:pt idx="632">
                  <c:v>0.738205145611</c:v>
                </c:pt>
                <c:pt idx="633">
                  <c:v>0.275745027493</c:v>
                </c:pt>
                <c:pt idx="634">
                  <c:v>0.18335482995</c:v>
                </c:pt>
                <c:pt idx="635">
                  <c:v>-0.0300047518838</c:v>
                </c:pt>
                <c:pt idx="636">
                  <c:v>0.070293937954</c:v>
                </c:pt>
                <c:pt idx="637">
                  <c:v>-0.0537641707963</c:v>
                </c:pt>
                <c:pt idx="638">
                  <c:v>-0.494060145272</c:v>
                </c:pt>
                <c:pt idx="639">
                  <c:v>-0.565813590388</c:v>
                </c:pt>
                <c:pt idx="640">
                  <c:v>-0.365046500577</c:v>
                </c:pt>
                <c:pt idx="641">
                  <c:v>-0.66628199036</c:v>
                </c:pt>
                <c:pt idx="642">
                  <c:v>-0.323739053696</c:v>
                </c:pt>
                <c:pt idx="643">
                  <c:v>0.0119815355373</c:v>
                </c:pt>
                <c:pt idx="644">
                  <c:v>-0.547315185663</c:v>
                </c:pt>
                <c:pt idx="645">
                  <c:v>-0.371122123413</c:v>
                </c:pt>
                <c:pt idx="646">
                  <c:v>-0.00821397053832</c:v>
                </c:pt>
                <c:pt idx="647">
                  <c:v>-0.167945149684</c:v>
                </c:pt>
                <c:pt idx="648">
                  <c:v>-0.13817799199</c:v>
                </c:pt>
                <c:pt idx="649">
                  <c:v>0.116115674428</c:v>
                </c:pt>
                <c:pt idx="650">
                  <c:v>-0.280870273573</c:v>
                </c:pt>
                <c:pt idx="651">
                  <c:v>-0.183524540086</c:v>
                </c:pt>
                <c:pt idx="652">
                  <c:v>0.158407440092</c:v>
                </c:pt>
                <c:pt idx="653">
                  <c:v>-0.0442604032313</c:v>
                </c:pt>
                <c:pt idx="654">
                  <c:v>0.0595343153893</c:v>
                </c:pt>
                <c:pt idx="655">
                  <c:v>-0.00210440567511</c:v>
                </c:pt>
                <c:pt idx="656">
                  <c:v>-0.0706673002512</c:v>
                </c:pt>
                <c:pt idx="657">
                  <c:v>-0.0154096802661</c:v>
                </c:pt>
                <c:pt idx="658">
                  <c:v>0.00953770959202</c:v>
                </c:pt>
                <c:pt idx="659">
                  <c:v>-0.0529835041749</c:v>
                </c:pt>
                <c:pt idx="660">
                  <c:v>0.00573620256602</c:v>
                </c:pt>
                <c:pt idx="661">
                  <c:v>-0.0139162310773</c:v>
                </c:pt>
                <c:pt idx="662">
                  <c:v>-0.0305138822891</c:v>
                </c:pt>
                <c:pt idx="663">
                  <c:v>-0.00122191297264</c:v>
                </c:pt>
                <c:pt idx="664">
                  <c:v>-0.0149344918879</c:v>
                </c:pt>
                <c:pt idx="665">
                  <c:v>0.00909646324078</c:v>
                </c:pt>
                <c:pt idx="666">
                  <c:v>-0.0131016224289</c:v>
                </c:pt>
                <c:pt idx="667">
                  <c:v>-0.0187699409409</c:v>
                </c:pt>
                <c:pt idx="668">
                  <c:v>0.0256601724255</c:v>
                </c:pt>
                <c:pt idx="669">
                  <c:v>-0.0356391283687</c:v>
                </c:pt>
                <c:pt idx="670">
                  <c:v>0.0134071006721</c:v>
                </c:pt>
                <c:pt idx="671">
                  <c:v>-0.0297671576947</c:v>
                </c:pt>
                <c:pt idx="672">
                  <c:v>-0.0350960559365</c:v>
                </c:pt>
                <c:pt idx="673">
                  <c:v>0.119068630779</c:v>
                </c:pt>
                <c:pt idx="674">
                  <c:v>-0.106442196728</c:v>
                </c:pt>
                <c:pt idx="675">
                  <c:v>0.00162921729686</c:v>
                </c:pt>
                <c:pt idx="676">
                  <c:v>0.077930894033</c:v>
                </c:pt>
                <c:pt idx="677">
                  <c:v>-0.108309008214</c:v>
                </c:pt>
                <c:pt idx="678">
                  <c:v>0.156370918471</c:v>
                </c:pt>
                <c:pt idx="679">
                  <c:v>-0.148021179825</c:v>
                </c:pt>
                <c:pt idx="680">
                  <c:v>-0.0295974475596</c:v>
                </c:pt>
                <c:pt idx="681">
                  <c:v>0.118050369968</c:v>
                </c:pt>
                <c:pt idx="682">
                  <c:v>-0.139026542665</c:v>
                </c:pt>
                <c:pt idx="683">
                  <c:v>0.25643201412</c:v>
                </c:pt>
                <c:pt idx="684">
                  <c:v>-0.188310365895</c:v>
                </c:pt>
                <c:pt idx="685">
                  <c:v>0.0459235625552</c:v>
                </c:pt>
                <c:pt idx="686">
                  <c:v>-0.0453804901229</c:v>
                </c:pt>
                <c:pt idx="687">
                  <c:v>-0.110651008078</c:v>
                </c:pt>
                <c:pt idx="688">
                  <c:v>0.224764102912</c:v>
                </c:pt>
                <c:pt idx="689">
                  <c:v>-0.159154164687</c:v>
                </c:pt>
                <c:pt idx="690">
                  <c:v>0.241870884529</c:v>
                </c:pt>
                <c:pt idx="691">
                  <c:v>-0.17459778698</c:v>
                </c:pt>
                <c:pt idx="692">
                  <c:v>0.0669336772792</c:v>
                </c:pt>
                <c:pt idx="693">
                  <c:v>-0.0671373294413</c:v>
                </c:pt>
                <c:pt idx="694">
                  <c:v>-0.0464326929604</c:v>
                </c:pt>
                <c:pt idx="695">
                  <c:v>0.141300658475</c:v>
                </c:pt>
                <c:pt idx="696">
                  <c:v>-0.140010861449</c:v>
                </c:pt>
                <c:pt idx="697">
                  <c:v>0.196490394406</c:v>
                </c:pt>
                <c:pt idx="698">
                  <c:v>-0.168284569955</c:v>
                </c:pt>
                <c:pt idx="699">
                  <c:v>0.136548774693</c:v>
                </c:pt>
                <c:pt idx="700">
                  <c:v>-0.126467992669</c:v>
                </c:pt>
                <c:pt idx="701">
                  <c:v>0.0597040255244</c:v>
                </c:pt>
                <c:pt idx="702">
                  <c:v>-0.020874346616</c:v>
                </c:pt>
                <c:pt idx="703">
                  <c:v>-0.00539678229584</c:v>
                </c:pt>
                <c:pt idx="704">
                  <c:v>0.0565134749847</c:v>
                </c:pt>
                <c:pt idx="705">
                  <c:v>-0.0617405471455</c:v>
                </c:pt>
                <c:pt idx="706">
                  <c:v>0.0426990699885</c:v>
                </c:pt>
                <c:pt idx="707">
                  <c:v>-0.0442264612043</c:v>
                </c:pt>
                <c:pt idx="708">
                  <c:v>0.0445998235015</c:v>
                </c:pt>
                <c:pt idx="709">
                  <c:v>-0.0444301133664</c:v>
                </c:pt>
                <c:pt idx="710">
                  <c:v>0.039847939719</c:v>
                </c:pt>
                <c:pt idx="711">
                  <c:v>-0.0276288099925</c:v>
                </c:pt>
                <c:pt idx="712">
                  <c:v>0.0241327812097</c:v>
                </c:pt>
                <c:pt idx="713">
                  <c:v>-0.00841762270043</c:v>
                </c:pt>
                <c:pt idx="714">
                  <c:v>-0.00668657932252</c:v>
                </c:pt>
                <c:pt idx="715">
                  <c:v>0.0220283755346</c:v>
                </c:pt>
                <c:pt idx="716">
                  <c:v>-0.024675853642</c:v>
                </c:pt>
                <c:pt idx="717">
                  <c:v>0.0168691874279</c:v>
                </c:pt>
                <c:pt idx="718">
                  <c:v>-0.00692417351164</c:v>
                </c:pt>
                <c:pt idx="719">
                  <c:v>0.005702260539</c:v>
                </c:pt>
                <c:pt idx="720">
                  <c:v>-0.000746724594393</c:v>
                </c:pt>
                <c:pt idx="721">
                  <c:v>-0.114113094834</c:v>
                </c:pt>
                <c:pt idx="722">
                  <c:v>-0.0422238816102</c:v>
                </c:pt>
                <c:pt idx="723">
                  <c:v>-0.0211458828321</c:v>
                </c:pt>
                <c:pt idx="724">
                  <c:v>0.125619441993</c:v>
                </c:pt>
                <c:pt idx="725">
                  <c:v>0.001900753513</c:v>
                </c:pt>
                <c:pt idx="726">
                  <c:v>-0.0339420270179</c:v>
                </c:pt>
                <c:pt idx="727">
                  <c:v>-0.0423596497183</c:v>
                </c:pt>
                <c:pt idx="728">
                  <c:v>-0.00386939108004</c:v>
                </c:pt>
                <c:pt idx="729">
                  <c:v>-0.0248455637771</c:v>
                </c:pt>
                <c:pt idx="730">
                  <c:v>-0.038082954314</c:v>
                </c:pt>
                <c:pt idx="731">
                  <c:v>0.139230194827</c:v>
                </c:pt>
                <c:pt idx="732">
                  <c:v>-0.274319462358</c:v>
                </c:pt>
                <c:pt idx="733">
                  <c:v>0.521485303102</c:v>
                </c:pt>
                <c:pt idx="734">
                  <c:v>0.0844477632204</c:v>
                </c:pt>
                <c:pt idx="735">
                  <c:v>-0.419828932184</c:v>
                </c:pt>
                <c:pt idx="736">
                  <c:v>0.0510827506619</c:v>
                </c:pt>
                <c:pt idx="737">
                  <c:v>-0.303170185323</c:v>
                </c:pt>
                <c:pt idx="738">
                  <c:v>0.363892471658</c:v>
                </c:pt>
                <c:pt idx="739">
                  <c:v>0.331986966262</c:v>
                </c:pt>
                <c:pt idx="740">
                  <c:v>-0.141300658475</c:v>
                </c:pt>
                <c:pt idx="741">
                  <c:v>-0.159086280633</c:v>
                </c:pt>
                <c:pt idx="742">
                  <c:v>-0.271196795873</c:v>
                </c:pt>
                <c:pt idx="743">
                  <c:v>-0.0603828660648</c:v>
                </c:pt>
                <c:pt idx="744">
                  <c:v>0.420745366913</c:v>
                </c:pt>
                <c:pt idx="745">
                  <c:v>0.340370646935</c:v>
                </c:pt>
                <c:pt idx="746">
                  <c:v>-0.287251374652</c:v>
                </c:pt>
                <c:pt idx="747">
                  <c:v>-0.185459235626</c:v>
                </c:pt>
                <c:pt idx="748">
                  <c:v>-0.26804018736</c:v>
                </c:pt>
                <c:pt idx="749">
                  <c:v>0.380422238816</c:v>
                </c:pt>
                <c:pt idx="750">
                  <c:v>0.635428687801</c:v>
                </c:pt>
                <c:pt idx="751">
                  <c:v>-0.043717330799</c:v>
                </c:pt>
                <c:pt idx="752">
                  <c:v>-0.244382594529</c:v>
                </c:pt>
                <c:pt idx="753">
                  <c:v>-0.170592627792</c:v>
                </c:pt>
                <c:pt idx="754">
                  <c:v>0.0615368949834</c:v>
                </c:pt>
                <c:pt idx="755">
                  <c:v>0.49932115946</c:v>
                </c:pt>
                <c:pt idx="756">
                  <c:v>0.120120833616</c:v>
                </c:pt>
                <c:pt idx="757">
                  <c:v>-0.102165501324</c:v>
                </c:pt>
                <c:pt idx="758">
                  <c:v>-0.129930079424</c:v>
                </c:pt>
                <c:pt idx="759">
                  <c:v>-0.04188446134</c:v>
                </c:pt>
                <c:pt idx="760">
                  <c:v>0.0583124024167</c:v>
                </c:pt>
                <c:pt idx="761">
                  <c:v>0.0537981128233</c:v>
                </c:pt>
                <c:pt idx="762">
                  <c:v>-0.032312809721</c:v>
                </c:pt>
                <c:pt idx="763">
                  <c:v>-0.032278867694</c:v>
                </c:pt>
                <c:pt idx="764">
                  <c:v>-0.0121851876994</c:v>
                </c:pt>
                <c:pt idx="765">
                  <c:v>0.0398139976919</c:v>
                </c:pt>
                <c:pt idx="766">
                  <c:v>-0.0081800285113</c:v>
                </c:pt>
                <c:pt idx="767">
                  <c:v>0.0178535062114</c:v>
                </c:pt>
                <c:pt idx="768">
                  <c:v>-0.0299029258027</c:v>
                </c:pt>
                <c:pt idx="769">
                  <c:v>-0.00336026067477</c:v>
                </c:pt>
                <c:pt idx="770">
                  <c:v>0.00369968094495</c:v>
                </c:pt>
                <c:pt idx="771">
                  <c:v>0.00312266648564</c:v>
                </c:pt>
                <c:pt idx="772">
                  <c:v>0.00821397053832</c:v>
                </c:pt>
                <c:pt idx="773">
                  <c:v>-0.00587197067409</c:v>
                </c:pt>
                <c:pt idx="774">
                  <c:v>-0.00105220283755</c:v>
                </c:pt>
                <c:pt idx="775">
                  <c:v>-0.00597379675514</c:v>
                </c:pt>
                <c:pt idx="776">
                  <c:v>0.00767089810603</c:v>
                </c:pt>
                <c:pt idx="777">
                  <c:v>-0.00471794175548</c:v>
                </c:pt>
                <c:pt idx="778">
                  <c:v>0.00386939108004</c:v>
                </c:pt>
                <c:pt idx="779">
                  <c:v>-0.00366573891793</c:v>
                </c:pt>
                <c:pt idx="780">
                  <c:v>-0.00108614486457</c:v>
                </c:pt>
                <c:pt idx="781">
                  <c:v>-0.000509130405268</c:v>
                </c:pt>
                <c:pt idx="782">
                  <c:v>-0.000916434729482</c:v>
                </c:pt>
                <c:pt idx="783">
                  <c:v>0.00332631864775</c:v>
                </c:pt>
                <c:pt idx="784">
                  <c:v>-0.00305478243161</c:v>
                </c:pt>
                <c:pt idx="785">
                  <c:v>0.00298689837757</c:v>
                </c:pt>
                <c:pt idx="786">
                  <c:v>-0.000509130405268</c:v>
                </c:pt>
                <c:pt idx="787">
                  <c:v>0.00047518837825</c:v>
                </c:pt>
                <c:pt idx="788">
                  <c:v>0.00186681148598</c:v>
                </c:pt>
                <c:pt idx="789">
                  <c:v>-0.00346208675582</c:v>
                </c:pt>
                <c:pt idx="790">
                  <c:v>-0.000339420270179</c:v>
                </c:pt>
                <c:pt idx="791">
                  <c:v>0.007603014052</c:v>
                </c:pt>
                <c:pt idx="792">
                  <c:v>0.000271536216143</c:v>
                </c:pt>
                <c:pt idx="793">
                  <c:v>0.0015273912158</c:v>
                </c:pt>
                <c:pt idx="794">
                  <c:v>-3.39420270179E-05</c:v>
                </c:pt>
                <c:pt idx="795">
                  <c:v>0.00115402891861</c:v>
                </c:pt>
                <c:pt idx="796">
                  <c:v>-0.0258638245876</c:v>
                </c:pt>
                <c:pt idx="797">
                  <c:v>-0.00563437648496</c:v>
                </c:pt>
                <c:pt idx="798">
                  <c:v>0.0154436222931</c:v>
                </c:pt>
                <c:pt idx="799">
                  <c:v>0.0289525490462</c:v>
                </c:pt>
                <c:pt idx="800">
                  <c:v>-0.00176498540493</c:v>
                </c:pt>
                <c:pt idx="801">
                  <c:v>-0.00726359378182</c:v>
                </c:pt>
                <c:pt idx="802">
                  <c:v>-0.0101826081054</c:v>
                </c:pt>
                <c:pt idx="803">
                  <c:v>-0.00644898513339</c:v>
                </c:pt>
                <c:pt idx="804">
                  <c:v>-0.0187020568868</c:v>
                </c:pt>
                <c:pt idx="805">
                  <c:v>0.0392709252597</c:v>
                </c:pt>
                <c:pt idx="806">
                  <c:v>-0.0865861109225</c:v>
                </c:pt>
                <c:pt idx="807">
                  <c:v>0.154571991039</c:v>
                </c:pt>
                <c:pt idx="808">
                  <c:v>-0.261625144254</c:v>
                </c:pt>
                <c:pt idx="809">
                  <c:v>0.154232570769</c:v>
                </c:pt>
                <c:pt idx="810">
                  <c:v>-0.343018125042</c:v>
                </c:pt>
                <c:pt idx="811">
                  <c:v>0.0796958794379</c:v>
                </c:pt>
                <c:pt idx="812">
                  <c:v>-0.427431946236</c:v>
                </c:pt>
                <c:pt idx="813">
                  <c:v>-0.0312945489105</c:v>
                </c:pt>
                <c:pt idx="814">
                  <c:v>-0.355712443147</c:v>
                </c:pt>
                <c:pt idx="815">
                  <c:v>-0.103896544702</c:v>
                </c:pt>
                <c:pt idx="816">
                  <c:v>-0.160885208065</c:v>
                </c:pt>
                <c:pt idx="817">
                  <c:v>-0.0182947525626</c:v>
                </c:pt>
                <c:pt idx="818">
                  <c:v>0.338775371665</c:v>
                </c:pt>
                <c:pt idx="819">
                  <c:v>0.108512660376</c:v>
                </c:pt>
                <c:pt idx="820">
                  <c:v>0.297467924784</c:v>
                </c:pt>
                <c:pt idx="821">
                  <c:v>-0.264408390469</c:v>
                </c:pt>
                <c:pt idx="822">
                  <c:v>-0.169438598873</c:v>
                </c:pt>
                <c:pt idx="823">
                  <c:v>-0.115708370104</c:v>
                </c:pt>
                <c:pt idx="824">
                  <c:v>0.0146290136447</c:v>
                </c:pt>
                <c:pt idx="825">
                  <c:v>0.320209082886</c:v>
                </c:pt>
                <c:pt idx="826">
                  <c:v>-0.109802457403</c:v>
                </c:pt>
                <c:pt idx="827">
                  <c:v>-0.161122802254</c:v>
                </c:pt>
                <c:pt idx="828">
                  <c:v>0.0998913855135</c:v>
                </c:pt>
                <c:pt idx="829">
                  <c:v>0.161937410902</c:v>
                </c:pt>
                <c:pt idx="830">
                  <c:v>0.192315525083</c:v>
                </c:pt>
                <c:pt idx="831">
                  <c:v>-0.350926617338</c:v>
                </c:pt>
                <c:pt idx="832">
                  <c:v>-0.157796483606</c:v>
                </c:pt>
                <c:pt idx="833">
                  <c:v>0.312266648564</c:v>
                </c:pt>
                <c:pt idx="834">
                  <c:v>-0.213970538321</c:v>
                </c:pt>
                <c:pt idx="835">
                  <c:v>-0.148462426176</c:v>
                </c:pt>
                <c:pt idx="836">
                  <c:v>0.341083429502</c:v>
                </c:pt>
                <c:pt idx="837">
                  <c:v>-0.142149209151</c:v>
                </c:pt>
                <c:pt idx="838">
                  <c:v>-0.0902179078135</c:v>
                </c:pt>
                <c:pt idx="839">
                  <c:v>0.332258502478</c:v>
                </c:pt>
                <c:pt idx="840">
                  <c:v>-0.0332292444505</c:v>
                </c:pt>
                <c:pt idx="841">
                  <c:v>-0.188853438327</c:v>
                </c:pt>
                <c:pt idx="842">
                  <c:v>0.341287081665</c:v>
                </c:pt>
                <c:pt idx="843">
                  <c:v>-0.0859412124092</c:v>
                </c:pt>
                <c:pt idx="844">
                  <c:v>-0.227038218722</c:v>
                </c:pt>
                <c:pt idx="845">
                  <c:v>0.227649175209</c:v>
                </c:pt>
                <c:pt idx="846">
                  <c:v>-0.311146561673</c:v>
                </c:pt>
                <c:pt idx="847">
                  <c:v>-0.25938497047</c:v>
                </c:pt>
                <c:pt idx="848">
                  <c:v>0.227309754939</c:v>
                </c:pt>
                <c:pt idx="849">
                  <c:v>-0.504005159188</c:v>
                </c:pt>
                <c:pt idx="850">
                  <c:v>0.0917792410563</c:v>
                </c:pt>
                <c:pt idx="851">
                  <c:v>0.104507501188</c:v>
                </c:pt>
                <c:pt idx="852">
                  <c:v>-0.193808974272</c:v>
                </c:pt>
                <c:pt idx="853">
                  <c:v>0.248048333446</c:v>
                </c:pt>
                <c:pt idx="854">
                  <c:v>-0.072194691467</c:v>
                </c:pt>
                <c:pt idx="855">
                  <c:v>0.265222999118</c:v>
                </c:pt>
                <c:pt idx="856">
                  <c:v>0.0502681420134</c:v>
                </c:pt>
                <c:pt idx="857">
                  <c:v>-0.235116421153</c:v>
                </c:pt>
                <c:pt idx="858">
                  <c:v>0.158237729957</c:v>
                </c:pt>
                <c:pt idx="859">
                  <c:v>-0.31379403978</c:v>
                </c:pt>
                <c:pt idx="860">
                  <c:v>-0.0781006041681</c:v>
                </c:pt>
                <c:pt idx="861">
                  <c:v>0.159629353065</c:v>
                </c:pt>
                <c:pt idx="862">
                  <c:v>-0.122632543616</c:v>
                </c:pt>
                <c:pt idx="863">
                  <c:v>0.0879777340303</c:v>
                </c:pt>
                <c:pt idx="864">
                  <c:v>-0.110447355916</c:v>
                </c:pt>
                <c:pt idx="865">
                  <c:v>0.0965650668658</c:v>
                </c:pt>
                <c:pt idx="866">
                  <c:v>-0.0738239087638</c:v>
                </c:pt>
                <c:pt idx="867">
                  <c:v>-0.0306157083701</c:v>
                </c:pt>
                <c:pt idx="868">
                  <c:v>0.0412056207997</c:v>
                </c:pt>
                <c:pt idx="869">
                  <c:v>0.0939515307854</c:v>
                </c:pt>
                <c:pt idx="870">
                  <c:v>-0.101927907135</c:v>
                </c:pt>
                <c:pt idx="871">
                  <c:v>-0.0319055053968</c:v>
                </c:pt>
                <c:pt idx="872">
                  <c:v>0.18780123549</c:v>
                </c:pt>
                <c:pt idx="873">
                  <c:v>-0.243466159799</c:v>
                </c:pt>
                <c:pt idx="874">
                  <c:v>0.0516258230942</c:v>
                </c:pt>
                <c:pt idx="875">
                  <c:v>0.121546398751</c:v>
                </c:pt>
                <c:pt idx="876">
                  <c:v>-0.169778019143</c:v>
                </c:pt>
                <c:pt idx="877">
                  <c:v>0.149514629014</c:v>
                </c:pt>
                <c:pt idx="878">
                  <c:v>-0.0849568936257</c:v>
                </c:pt>
                <c:pt idx="879">
                  <c:v>0.156812164822</c:v>
                </c:pt>
                <c:pt idx="880">
                  <c:v>0.0144593035096</c:v>
                </c:pt>
                <c:pt idx="881">
                  <c:v>-0.158407440092</c:v>
                </c:pt>
                <c:pt idx="882">
                  <c:v>0.24356798588</c:v>
                </c:pt>
                <c:pt idx="883">
                  <c:v>-0.24675853642</c:v>
                </c:pt>
                <c:pt idx="884">
                  <c:v>-0.0616726630914</c:v>
                </c:pt>
                <c:pt idx="885">
                  <c:v>0.213732944131</c:v>
                </c:pt>
                <c:pt idx="886">
                  <c:v>-0.181318308329</c:v>
                </c:pt>
                <c:pt idx="887">
                  <c:v>0.160613671848</c:v>
                </c:pt>
                <c:pt idx="888">
                  <c:v>-0.0749779376824</c:v>
                </c:pt>
                <c:pt idx="889">
                  <c:v>0.143676600367</c:v>
                </c:pt>
                <c:pt idx="890">
                  <c:v>-0.0993143710542</c:v>
                </c:pt>
                <c:pt idx="891">
                  <c:v>-0.145407643744</c:v>
                </c:pt>
                <c:pt idx="892">
                  <c:v>0.153180367932</c:v>
                </c:pt>
                <c:pt idx="893">
                  <c:v>-0.129251238884</c:v>
                </c:pt>
                <c:pt idx="894">
                  <c:v>0.102844341864</c:v>
                </c:pt>
                <c:pt idx="895">
                  <c:v>-0.0351978820175</c:v>
                </c:pt>
                <c:pt idx="896">
                  <c:v>0.187495757247</c:v>
                </c:pt>
                <c:pt idx="897">
                  <c:v>-0.126366166587</c:v>
                </c:pt>
                <c:pt idx="898">
                  <c:v>-0.169744077116</c:v>
                </c:pt>
                <c:pt idx="899">
                  <c:v>0.116692688887</c:v>
                </c:pt>
                <c:pt idx="900">
                  <c:v>-0.110311587808</c:v>
                </c:pt>
                <c:pt idx="901">
                  <c:v>0.108648428484</c:v>
                </c:pt>
                <c:pt idx="902">
                  <c:v>-0.00363179689091</c:v>
                </c:pt>
                <c:pt idx="903">
                  <c:v>0.230534247505</c:v>
                </c:pt>
                <c:pt idx="904">
                  <c:v>-0.0407983164755</c:v>
                </c:pt>
                <c:pt idx="905">
                  <c:v>-0.182642047383</c:v>
                </c:pt>
                <c:pt idx="906">
                  <c:v>0.103387414296</c:v>
                </c:pt>
                <c:pt idx="907">
                  <c:v>-0.265833955604</c:v>
                </c:pt>
                <c:pt idx="908">
                  <c:v>-0.0146968976987</c:v>
                </c:pt>
                <c:pt idx="909">
                  <c:v>-0.00899463715973</c:v>
                </c:pt>
                <c:pt idx="910">
                  <c:v>-0.277238476682</c:v>
                </c:pt>
                <c:pt idx="911">
                  <c:v>-0.169336772792</c:v>
                </c:pt>
                <c:pt idx="912">
                  <c:v>-0.249983028986</c:v>
                </c:pt>
                <c:pt idx="913">
                  <c:v>0.205111669269</c:v>
                </c:pt>
                <c:pt idx="914">
                  <c:v>0.252732333175</c:v>
                </c:pt>
                <c:pt idx="915">
                  <c:v>0.0252868101283</c:v>
                </c:pt>
                <c:pt idx="916">
                  <c:v>0.0210779987781</c:v>
                </c:pt>
                <c:pt idx="917">
                  <c:v>-0.269194216279</c:v>
                </c:pt>
                <c:pt idx="918">
                  <c:v>0.160851266038</c:v>
                </c:pt>
                <c:pt idx="919">
                  <c:v>0.0122870137805</c:v>
                </c:pt>
                <c:pt idx="920">
                  <c:v>-0.540424954178</c:v>
                </c:pt>
                <c:pt idx="921">
                  <c:v>0.144355440907</c:v>
                </c:pt>
                <c:pt idx="922">
                  <c:v>-0.0346208675582</c:v>
                </c:pt>
                <c:pt idx="923">
                  <c:v>0.318308329373</c:v>
                </c:pt>
                <c:pt idx="924">
                  <c:v>-0.0802050098432</c:v>
                </c:pt>
                <c:pt idx="925">
                  <c:v>0.00105220283755</c:v>
                </c:pt>
                <c:pt idx="926">
                  <c:v>0.10562758808</c:v>
                </c:pt>
                <c:pt idx="927">
                  <c:v>0.201513814405</c:v>
                </c:pt>
                <c:pt idx="928">
                  <c:v>0.145713121988</c:v>
                </c:pt>
                <c:pt idx="929">
                  <c:v>0.0222659697237</c:v>
                </c:pt>
                <c:pt idx="930">
                  <c:v>-0.151619034689</c:v>
                </c:pt>
                <c:pt idx="931">
                  <c:v>0.0605186341728</c:v>
                </c:pt>
                <c:pt idx="932">
                  <c:v>0.051388228905</c:v>
                </c:pt>
                <c:pt idx="933">
                  <c:v>0.335958183423</c:v>
                </c:pt>
                <c:pt idx="934">
                  <c:v>-0.00678840540357</c:v>
                </c:pt>
                <c:pt idx="935">
                  <c:v>-0.0976851537574</c:v>
                </c:pt>
                <c:pt idx="936">
                  <c:v>0.161869526848</c:v>
                </c:pt>
                <c:pt idx="937">
                  <c:v>0.172120019008</c:v>
                </c:pt>
                <c:pt idx="938">
                  <c:v>0.076131966601</c:v>
                </c:pt>
                <c:pt idx="939">
                  <c:v>0.00244382594529</c:v>
                </c:pt>
                <c:pt idx="940">
                  <c:v>-0.0290883171543</c:v>
                </c:pt>
                <c:pt idx="941">
                  <c:v>0.0573959676872</c:v>
                </c:pt>
                <c:pt idx="942">
                  <c:v>0.0769465752495</c:v>
                </c:pt>
                <c:pt idx="943">
                  <c:v>-0.0407304324214</c:v>
                </c:pt>
                <c:pt idx="944">
                  <c:v>-0.122361007399</c:v>
                </c:pt>
                <c:pt idx="945">
                  <c:v>-0.0859751544362</c:v>
                </c:pt>
                <c:pt idx="946">
                  <c:v>0.236032855882</c:v>
                </c:pt>
                <c:pt idx="947">
                  <c:v>0.0301744620189</c:v>
                </c:pt>
                <c:pt idx="948">
                  <c:v>-0.0172425497251</c:v>
                </c:pt>
                <c:pt idx="949">
                  <c:v>0.0329237662073</c:v>
                </c:pt>
                <c:pt idx="950">
                  <c:v>-0.22523929129</c:v>
                </c:pt>
                <c:pt idx="951">
                  <c:v>0.0235557667504</c:v>
                </c:pt>
                <c:pt idx="952">
                  <c:v>0.107630167674</c:v>
                </c:pt>
                <c:pt idx="953">
                  <c:v>0.055155793904</c:v>
                </c:pt>
                <c:pt idx="954">
                  <c:v>-0.0536284026882</c:v>
                </c:pt>
                <c:pt idx="955">
                  <c:v>-0.113536080375</c:v>
                </c:pt>
                <c:pt idx="956">
                  <c:v>0.0859412124092</c:v>
                </c:pt>
                <c:pt idx="957">
                  <c:v>-0.0506415043106</c:v>
                </c:pt>
                <c:pt idx="958">
                  <c:v>-0.0328558821533</c:v>
                </c:pt>
                <c:pt idx="959">
                  <c:v>0.0259317086416</c:v>
                </c:pt>
                <c:pt idx="960">
                  <c:v>0.10756228362</c:v>
                </c:pt>
                <c:pt idx="961">
                  <c:v>-0.0957844002444</c:v>
                </c:pt>
                <c:pt idx="962">
                  <c:v>0.0238273029665</c:v>
                </c:pt>
                <c:pt idx="963">
                  <c:v>0.161971352929</c:v>
                </c:pt>
                <c:pt idx="964">
                  <c:v>-0.173613468196</c:v>
                </c:pt>
                <c:pt idx="965">
                  <c:v>-0.015206028104</c:v>
                </c:pt>
                <c:pt idx="966">
                  <c:v>0.0547824316068</c:v>
                </c:pt>
                <c:pt idx="967">
                  <c:v>-0.0351978820175</c:v>
                </c:pt>
                <c:pt idx="968">
                  <c:v>-0.0466024030955</c:v>
                </c:pt>
                <c:pt idx="969">
                  <c:v>0.0195845495893</c:v>
                </c:pt>
                <c:pt idx="970">
                  <c:v>0.203584278053</c:v>
                </c:pt>
                <c:pt idx="971">
                  <c:v>-0.157423121309</c:v>
                </c:pt>
                <c:pt idx="972">
                  <c:v>-0.0013237390537</c:v>
                </c:pt>
                <c:pt idx="973">
                  <c:v>0.0752494738986</c:v>
                </c:pt>
                <c:pt idx="974">
                  <c:v>-0.0761659086281</c:v>
                </c:pt>
                <c:pt idx="975">
                  <c:v>-0.0692756771434</c:v>
                </c:pt>
                <c:pt idx="976">
                  <c:v>0.0348924037744</c:v>
                </c:pt>
                <c:pt idx="977">
                  <c:v>0.198526916027</c:v>
                </c:pt>
                <c:pt idx="978">
                  <c:v>-0.170049555359</c:v>
                </c:pt>
                <c:pt idx="979">
                  <c:v>0.00638110107936</c:v>
                </c:pt>
                <c:pt idx="980">
                  <c:v>0.079865589573</c:v>
                </c:pt>
                <c:pt idx="981">
                  <c:v>-0.0545787794447</c:v>
                </c:pt>
                <c:pt idx="982">
                  <c:v>-0.0929332699749</c:v>
                </c:pt>
                <c:pt idx="983">
                  <c:v>0.0469078813387</c:v>
                </c:pt>
                <c:pt idx="984">
                  <c:v>0.178738714276</c:v>
                </c:pt>
                <c:pt idx="985">
                  <c:v>-0.183286945896</c:v>
                </c:pt>
                <c:pt idx="986">
                  <c:v>-0.0066526372955</c:v>
                </c:pt>
                <c:pt idx="987">
                  <c:v>0.0763016767361</c:v>
                </c:pt>
                <c:pt idx="988">
                  <c:v>0.0711085466024</c:v>
                </c:pt>
                <c:pt idx="989">
                  <c:v>-0.144287556853</c:v>
                </c:pt>
                <c:pt idx="990">
                  <c:v>0.0508451564727</c:v>
                </c:pt>
                <c:pt idx="991">
                  <c:v>0.105491819971</c:v>
                </c:pt>
                <c:pt idx="992">
                  <c:v>-0.0960898784875</c:v>
                </c:pt>
                <c:pt idx="993">
                  <c:v>-0.087468603625</c:v>
                </c:pt>
                <c:pt idx="994">
                  <c:v>0.0862127486253</c:v>
                </c:pt>
                <c:pt idx="995">
                  <c:v>0.109972167538</c:v>
                </c:pt>
                <c:pt idx="996">
                  <c:v>-0.149616455095</c:v>
                </c:pt>
                <c:pt idx="997">
                  <c:v>-0.026644491209</c:v>
                </c:pt>
                <c:pt idx="998">
                  <c:v>0.0785757925463</c:v>
                </c:pt>
                <c:pt idx="999">
                  <c:v>0.0802728938972</c:v>
                </c:pt>
                <c:pt idx="1000">
                  <c:v>-0.136650600774</c:v>
                </c:pt>
                <c:pt idx="1001">
                  <c:v>0.00831579661937</c:v>
                </c:pt>
                <c:pt idx="1002">
                  <c:v>0.0600773878216</c:v>
                </c:pt>
                <c:pt idx="1003">
                  <c:v>0.0356051863417</c:v>
                </c:pt>
                <c:pt idx="1004">
                  <c:v>-0.081766343086</c:v>
                </c:pt>
                <c:pt idx="1005">
                  <c:v>-0.00336026067477</c:v>
                </c:pt>
                <c:pt idx="1006">
                  <c:v>0.0349263458014</c:v>
                </c:pt>
                <c:pt idx="1007">
                  <c:v>0.0137804629692</c:v>
                </c:pt>
                <c:pt idx="1008">
                  <c:v>-0.0230466363451</c:v>
                </c:pt>
                <c:pt idx="1009">
                  <c:v>0.00105220283755</c:v>
                </c:pt>
                <c:pt idx="1010">
                  <c:v>0.00566831851198</c:v>
                </c:pt>
                <c:pt idx="1011">
                  <c:v>-0.00305478243161</c:v>
                </c:pt>
                <c:pt idx="1012">
                  <c:v>-0.00346208675582</c:v>
                </c:pt>
                <c:pt idx="1013">
                  <c:v>0.00882492702464</c:v>
                </c:pt>
                <c:pt idx="1014">
                  <c:v>-0.00967347770009</c:v>
                </c:pt>
                <c:pt idx="1015">
                  <c:v>0.00213834770212</c:v>
                </c:pt>
                <c:pt idx="1016">
                  <c:v>-0.00804426040323</c:v>
                </c:pt>
                <c:pt idx="1017">
                  <c:v>0.00403910121512</c:v>
                </c:pt>
                <c:pt idx="1018">
                  <c:v>-0.00587197067409</c:v>
                </c:pt>
                <c:pt idx="1019">
                  <c:v>0.0129658543208</c:v>
                </c:pt>
                <c:pt idx="1020">
                  <c:v>0.00373362297196</c:v>
                </c:pt>
                <c:pt idx="1021">
                  <c:v>-0.005702260539</c:v>
                </c:pt>
                <c:pt idx="1022">
                  <c:v>-0.0509809245808</c:v>
                </c:pt>
                <c:pt idx="1023">
                  <c:v>0.0104880863485</c:v>
                </c:pt>
                <c:pt idx="1024">
                  <c:v>0.0656099382255</c:v>
                </c:pt>
                <c:pt idx="1025">
                  <c:v>0.0207725205349</c:v>
                </c:pt>
                <c:pt idx="1026">
                  <c:v>0.013237390537</c:v>
                </c:pt>
                <c:pt idx="1027">
                  <c:v>0.0519313013373</c:v>
                </c:pt>
                <c:pt idx="1028">
                  <c:v>-0.0137465209422</c:v>
                </c:pt>
                <c:pt idx="1029">
                  <c:v>-0.1282669201</c:v>
                </c:pt>
                <c:pt idx="1030">
                  <c:v>0.0538999389044</c:v>
                </c:pt>
                <c:pt idx="1031">
                  <c:v>0.244891724934</c:v>
                </c:pt>
                <c:pt idx="1032">
                  <c:v>-0.0899463715973</c:v>
                </c:pt>
                <c:pt idx="1033">
                  <c:v>-0.060824112416</c:v>
                </c:pt>
                <c:pt idx="1034">
                  <c:v>0.244077116285</c:v>
                </c:pt>
                <c:pt idx="1035">
                  <c:v>0.00556649243093</c:v>
                </c:pt>
                <c:pt idx="1036">
                  <c:v>-0.266377028036</c:v>
                </c:pt>
                <c:pt idx="1037">
                  <c:v>0.100332631865</c:v>
                </c:pt>
                <c:pt idx="1038">
                  <c:v>0.236881406558</c:v>
                </c:pt>
                <c:pt idx="1039">
                  <c:v>0.0545108953907</c:v>
                </c:pt>
                <c:pt idx="1040">
                  <c:v>0.0145950716177</c:v>
                </c:pt>
                <c:pt idx="1041">
                  <c:v>0.0489104609327</c:v>
                </c:pt>
                <c:pt idx="1042">
                  <c:v>0.0140519991854</c:v>
                </c:pt>
                <c:pt idx="1043">
                  <c:v>-0.0269839114792</c:v>
                </c:pt>
                <c:pt idx="1044">
                  <c:v>0.110107935646</c:v>
                </c:pt>
                <c:pt idx="1045">
                  <c:v>0.0311927228294</c:v>
                </c:pt>
                <c:pt idx="1046">
                  <c:v>0.0642183151178</c:v>
                </c:pt>
                <c:pt idx="1047">
                  <c:v>0.0552915620121</c:v>
                </c:pt>
                <c:pt idx="1048">
                  <c:v>0.0181250424275</c:v>
                </c:pt>
                <c:pt idx="1049">
                  <c:v>0.0198221437784</c:v>
                </c:pt>
                <c:pt idx="1050">
                  <c:v>-0.0558006924174</c:v>
                </c:pt>
                <c:pt idx="1051">
                  <c:v>0.266377028036</c:v>
                </c:pt>
                <c:pt idx="1052">
                  <c:v>-0.0605865182269</c:v>
                </c:pt>
                <c:pt idx="1053">
                  <c:v>0.189600162922</c:v>
                </c:pt>
                <c:pt idx="1054">
                  <c:v>-0.307209286539</c:v>
                </c:pt>
                <c:pt idx="1055">
                  <c:v>-0.254904622904</c:v>
                </c:pt>
                <c:pt idx="1056">
                  <c:v>0.218281175752</c:v>
                </c:pt>
                <c:pt idx="1057">
                  <c:v>0.100638110108</c:v>
                </c:pt>
                <c:pt idx="1058">
                  <c:v>0.0995519652434</c:v>
                </c:pt>
                <c:pt idx="1059">
                  <c:v>-0.0414771570158</c:v>
                </c:pt>
                <c:pt idx="1060">
                  <c:v>-0.405471454755</c:v>
                </c:pt>
                <c:pt idx="1061">
                  <c:v>-0.0449731857987</c:v>
                </c:pt>
                <c:pt idx="1062">
                  <c:v>-0.219706740887</c:v>
                </c:pt>
                <c:pt idx="1063">
                  <c:v>0.164822483199</c:v>
                </c:pt>
                <c:pt idx="1064">
                  <c:v>0.308974271944</c:v>
                </c:pt>
                <c:pt idx="1065">
                  <c:v>0.206571176431</c:v>
                </c:pt>
                <c:pt idx="1066">
                  <c:v>-0.0852623718688</c:v>
                </c:pt>
                <c:pt idx="1067">
                  <c:v>0.148462426176</c:v>
                </c:pt>
                <c:pt idx="1068">
                  <c:v>0.037981128233</c:v>
                </c:pt>
                <c:pt idx="1069">
                  <c:v>-0.04381915688</c:v>
                </c:pt>
                <c:pt idx="1070">
                  <c:v>0.308600909646</c:v>
                </c:pt>
                <c:pt idx="1071">
                  <c:v>-0.347057226258</c:v>
                </c:pt>
                <c:pt idx="1072">
                  <c:v>0.036148258774</c:v>
                </c:pt>
                <c:pt idx="1073">
                  <c:v>0.383510963275</c:v>
                </c:pt>
                <c:pt idx="1074">
                  <c:v>-0.298384359514</c:v>
                </c:pt>
                <c:pt idx="1075">
                  <c:v>-0.0277306360736</c:v>
                </c:pt>
                <c:pt idx="1076">
                  <c:v>0.407983164755</c:v>
                </c:pt>
                <c:pt idx="1077">
                  <c:v>-0.137770687665</c:v>
                </c:pt>
                <c:pt idx="1078">
                  <c:v>-0.0751476478175</c:v>
                </c:pt>
                <c:pt idx="1079">
                  <c:v>0.126603760777</c:v>
                </c:pt>
                <c:pt idx="1080">
                  <c:v>-0.0583463444437</c:v>
                </c:pt>
                <c:pt idx="1081">
                  <c:v>0.0296313895866</c:v>
                </c:pt>
                <c:pt idx="1082">
                  <c:v>0.0100128979703</c:v>
                </c:pt>
                <c:pt idx="1083">
                  <c:v>0.0998574434865</c:v>
                </c:pt>
                <c:pt idx="1084">
                  <c:v>0.115063471591</c:v>
                </c:pt>
                <c:pt idx="1085">
                  <c:v>0.00661869526848</c:v>
                </c:pt>
                <c:pt idx="1086">
                  <c:v>-0.117201819293</c:v>
                </c:pt>
                <c:pt idx="1087">
                  <c:v>-0.0710067205213</c:v>
                </c:pt>
                <c:pt idx="1088">
                  <c:v>-0.0690041409273</c:v>
                </c:pt>
                <c:pt idx="1089">
                  <c:v>0.171373294413</c:v>
                </c:pt>
                <c:pt idx="1090">
                  <c:v>-0.000746724594393</c:v>
                </c:pt>
                <c:pt idx="1091">
                  <c:v>0.00492159391759</c:v>
                </c:pt>
                <c:pt idx="1092">
                  <c:v>-0.00865521688955</c:v>
                </c:pt>
                <c:pt idx="1093">
                  <c:v>-0.0510148666078</c:v>
                </c:pt>
                <c:pt idx="1094">
                  <c:v>0.00930011540289</c:v>
                </c:pt>
                <c:pt idx="1095">
                  <c:v>-0.0403910121512</c:v>
                </c:pt>
                <c:pt idx="1096">
                  <c:v>0.0810196184916</c:v>
                </c:pt>
                <c:pt idx="1097">
                  <c:v>-0.0448713597176</c:v>
                </c:pt>
                <c:pt idx="1098">
                  <c:v>0.0105559704026</c:v>
                </c:pt>
                <c:pt idx="1099">
                  <c:v>0.0164279410766</c:v>
                </c:pt>
                <c:pt idx="1100">
                  <c:v>-0.0158509266173</c:v>
                </c:pt>
                <c:pt idx="1101">
                  <c:v>-0.0129997963478</c:v>
                </c:pt>
                <c:pt idx="1102">
                  <c:v>-0.0622496775507</c:v>
                </c:pt>
                <c:pt idx="1103">
                  <c:v>0.0973796755142</c:v>
                </c:pt>
                <c:pt idx="1104">
                  <c:v>-0.0458896205281</c:v>
                </c:pt>
                <c:pt idx="1105">
                  <c:v>0.0248455637771</c:v>
                </c:pt>
                <c:pt idx="1106">
                  <c:v>0.0534586925531</c:v>
                </c:pt>
                <c:pt idx="1107">
                  <c:v>-0.0432760844478</c:v>
                </c:pt>
                <c:pt idx="1108">
                  <c:v>-0.0118118254022</c:v>
                </c:pt>
                <c:pt idx="1109">
                  <c:v>-0.0310230126943</c:v>
                </c:pt>
                <c:pt idx="1110">
                  <c:v>0.00414092729618</c:v>
                </c:pt>
                <c:pt idx="1111">
                  <c:v>-0.0352997080986</c:v>
                </c:pt>
                <c:pt idx="1112">
                  <c:v>-0.0126943181047</c:v>
                </c:pt>
                <c:pt idx="1113">
                  <c:v>0.110209761727</c:v>
                </c:pt>
                <c:pt idx="1114">
                  <c:v>-0.0346208675582</c:v>
                </c:pt>
                <c:pt idx="1115">
                  <c:v>-0.0296992736406</c:v>
                </c:pt>
                <c:pt idx="1116">
                  <c:v>0.0903536759215</c:v>
                </c:pt>
                <c:pt idx="1117">
                  <c:v>-0.0937818206503</c:v>
                </c:pt>
                <c:pt idx="1118">
                  <c:v>0.00885886905166</c:v>
                </c:pt>
                <c:pt idx="1119">
                  <c:v>0.0227072160749</c:v>
                </c:pt>
                <c:pt idx="1120">
                  <c:v>-0.0288507229652</c:v>
                </c:pt>
                <c:pt idx="1121">
                  <c:v>-0.00336026067477</c:v>
                </c:pt>
                <c:pt idx="1122">
                  <c:v>0.00319055053968</c:v>
                </c:pt>
                <c:pt idx="1123">
                  <c:v>0.0277306360736</c:v>
                </c:pt>
                <c:pt idx="1124">
                  <c:v>-0.0193808974272</c:v>
                </c:pt>
                <c:pt idx="1125">
                  <c:v>-0.0032244925667</c:v>
                </c:pt>
                <c:pt idx="1126">
                  <c:v>0.00339420270179</c:v>
                </c:pt>
                <c:pt idx="1127">
                  <c:v>0.00804426040323</c:v>
                </c:pt>
                <c:pt idx="1128">
                  <c:v>-0.00957165161903</c:v>
                </c:pt>
                <c:pt idx="1129">
                  <c:v>0.000577014459304</c:v>
                </c:pt>
                <c:pt idx="1130">
                  <c:v>-0.000644898513339</c:v>
                </c:pt>
                <c:pt idx="1131">
                  <c:v>0.00240988391827</c:v>
                </c:pt>
                <c:pt idx="1132">
                  <c:v>-0.003801507026</c:v>
                </c:pt>
                <c:pt idx="1133">
                  <c:v>-0.000407304324214</c:v>
                </c:pt>
                <c:pt idx="1134">
                  <c:v>-0.0022741158102</c:v>
                </c:pt>
                <c:pt idx="1135">
                  <c:v>0.00244382594529</c:v>
                </c:pt>
                <c:pt idx="1136">
                  <c:v>-0.00257959405336</c:v>
                </c:pt>
                <c:pt idx="1137">
                  <c:v>0.000169710135089</c:v>
                </c:pt>
                <c:pt idx="1138">
                  <c:v>0.000916434729482</c:v>
                </c:pt>
                <c:pt idx="1139">
                  <c:v>-0.000814608648428</c:v>
                </c:pt>
                <c:pt idx="1140">
                  <c:v>0.00281718824248</c:v>
                </c:pt>
                <c:pt idx="1141">
                  <c:v>0.000610956486321</c:v>
                </c:pt>
                <c:pt idx="1142">
                  <c:v>-0.00257959405336</c:v>
                </c:pt>
                <c:pt idx="1143">
                  <c:v>-0.00101826081054</c:v>
                </c:pt>
                <c:pt idx="1144">
                  <c:v>-0.000746724594393</c:v>
                </c:pt>
                <c:pt idx="1145">
                  <c:v>0.00373362297196</c:v>
                </c:pt>
                <c:pt idx="1146">
                  <c:v>-0.00448034756636</c:v>
                </c:pt>
                <c:pt idx="1147">
                  <c:v>-0.00125585499966</c:v>
                </c:pt>
                <c:pt idx="1148">
                  <c:v>0.00376756499898</c:v>
                </c:pt>
                <c:pt idx="1149">
                  <c:v>-0.00217228972914</c:v>
                </c:pt>
                <c:pt idx="1150">
                  <c:v>0.000678840540357</c:v>
                </c:pt>
                <c:pt idx="1151">
                  <c:v>-0.00145950716177</c:v>
                </c:pt>
                <c:pt idx="1152">
                  <c:v>-0.00281718824248</c:v>
                </c:pt>
                <c:pt idx="1153">
                  <c:v>0.0032244925667</c:v>
                </c:pt>
                <c:pt idx="1154">
                  <c:v>-0.00332631864775</c:v>
                </c:pt>
                <c:pt idx="1155">
                  <c:v>0.00193469554002</c:v>
                </c:pt>
                <c:pt idx="1156">
                  <c:v>0.000577014459304</c:v>
                </c:pt>
                <c:pt idx="1157">
                  <c:v>-0.000339420270179</c:v>
                </c:pt>
                <c:pt idx="1158">
                  <c:v>0.0009503767565</c:v>
                </c:pt>
                <c:pt idx="1159">
                  <c:v>-0.0015273912158</c:v>
                </c:pt>
                <c:pt idx="1160">
                  <c:v>-0.00166315932387</c:v>
                </c:pt>
                <c:pt idx="1161">
                  <c:v>0.000712782567375</c:v>
                </c:pt>
                <c:pt idx="1162">
                  <c:v>-0.0015273912158</c:v>
                </c:pt>
                <c:pt idx="1163">
                  <c:v>0.000746724594393</c:v>
                </c:pt>
                <c:pt idx="1164">
                  <c:v>0.00128979702668</c:v>
                </c:pt>
                <c:pt idx="1165">
                  <c:v>0.000135768108071</c:v>
                </c:pt>
                <c:pt idx="1166">
                  <c:v>-0.000509130405268</c:v>
                </c:pt>
                <c:pt idx="1167">
                  <c:v>-0.00149344918879</c:v>
                </c:pt>
                <c:pt idx="1168">
                  <c:v>-0.00159527526984</c:v>
                </c:pt>
                <c:pt idx="1169">
                  <c:v>0.00339420270179</c:v>
                </c:pt>
                <c:pt idx="1170">
                  <c:v>-0.000984318783518</c:v>
                </c:pt>
                <c:pt idx="1171">
                  <c:v>-0.00193469554002</c:v>
                </c:pt>
                <c:pt idx="1172">
                  <c:v>0.0022741158102</c:v>
                </c:pt>
                <c:pt idx="1173">
                  <c:v>-0.000848550675446</c:v>
                </c:pt>
                <c:pt idx="1174">
                  <c:v>-0.00101826081054</c:v>
                </c:pt>
                <c:pt idx="1175">
                  <c:v>-0.000271536216143</c:v>
                </c:pt>
                <c:pt idx="1176">
                  <c:v>0.0197203176974</c:v>
                </c:pt>
                <c:pt idx="1177">
                  <c:v>0.00841762270043</c:v>
                </c:pt>
                <c:pt idx="1178">
                  <c:v>-0.00312266648564</c:v>
                </c:pt>
                <c:pt idx="1179">
                  <c:v>0.119577761184</c:v>
                </c:pt>
                <c:pt idx="1180">
                  <c:v>-0.0662887787659</c:v>
                </c:pt>
                <c:pt idx="1181">
                  <c:v>0.0875704297061</c:v>
                </c:pt>
                <c:pt idx="1182">
                  <c:v>-0.157151585093</c:v>
                </c:pt>
                <c:pt idx="1183">
                  <c:v>-0.0436155047179</c:v>
                </c:pt>
                <c:pt idx="1184">
                  <c:v>0.187970945625</c:v>
                </c:pt>
                <c:pt idx="1185">
                  <c:v>0.0445658814744</c:v>
                </c:pt>
                <c:pt idx="1186">
                  <c:v>-0.0170049555359</c:v>
                </c:pt>
                <c:pt idx="1187">
                  <c:v>0.11211051524</c:v>
                </c:pt>
                <c:pt idx="1188">
                  <c:v>-0.19587943792</c:v>
                </c:pt>
                <c:pt idx="1189">
                  <c:v>-0.0248795058041</c:v>
                </c:pt>
                <c:pt idx="1190">
                  <c:v>0.0851266037608</c:v>
                </c:pt>
                <c:pt idx="1191">
                  <c:v>-0.148937614554</c:v>
                </c:pt>
                <c:pt idx="1192">
                  <c:v>-0.036114316747</c:v>
                </c:pt>
                <c:pt idx="1193">
                  <c:v>0.000610956486321</c:v>
                </c:pt>
                <c:pt idx="1194">
                  <c:v>-0.18939651076</c:v>
                </c:pt>
                <c:pt idx="1195">
                  <c:v>0.101249066594</c:v>
                </c:pt>
                <c:pt idx="1196">
                  <c:v>0.0139501731043</c:v>
                </c:pt>
                <c:pt idx="1197">
                  <c:v>-0.459167741498</c:v>
                </c:pt>
                <c:pt idx="1198">
                  <c:v>0.0978548638925</c:v>
                </c:pt>
                <c:pt idx="1199">
                  <c:v>-0.0243703753988</c:v>
                </c:pt>
                <c:pt idx="1200">
                  <c:v>0.00485370986355</c:v>
                </c:pt>
                <c:pt idx="1201">
                  <c:v>-0.0195845495893</c:v>
                </c:pt>
                <c:pt idx="1202">
                  <c:v>-0.0534926345801</c:v>
                </c:pt>
                <c:pt idx="1203">
                  <c:v>0.279818070735</c:v>
                </c:pt>
                <c:pt idx="1204">
                  <c:v>-0.0149005498608</c:v>
                </c:pt>
                <c:pt idx="1205">
                  <c:v>-0.0802050098432</c:v>
                </c:pt>
                <c:pt idx="1206">
                  <c:v>0.277238476682</c:v>
                </c:pt>
                <c:pt idx="1207">
                  <c:v>-0.244416536556</c:v>
                </c:pt>
                <c:pt idx="1208">
                  <c:v>0.0451089539067</c:v>
                </c:pt>
                <c:pt idx="1209">
                  <c:v>0.271705926278</c:v>
                </c:pt>
                <c:pt idx="1210">
                  <c:v>-0.111058312402</c:v>
                </c:pt>
                <c:pt idx="1211">
                  <c:v>-0.0841083429502</c:v>
                </c:pt>
                <c:pt idx="1212">
                  <c:v>0.137193673206</c:v>
                </c:pt>
                <c:pt idx="1213">
                  <c:v>-0.0489444029597</c:v>
                </c:pt>
                <c:pt idx="1214">
                  <c:v>0.0098771298622</c:v>
                </c:pt>
                <c:pt idx="1215">
                  <c:v>0.072228633494</c:v>
                </c:pt>
                <c:pt idx="1216">
                  <c:v>0.064625619442</c:v>
                </c:pt>
                <c:pt idx="1217">
                  <c:v>-0.070361822008</c:v>
                </c:pt>
                <c:pt idx="1218">
                  <c:v>0.0338741429638</c:v>
                </c:pt>
                <c:pt idx="1219">
                  <c:v>-0.442875568529</c:v>
                </c:pt>
                <c:pt idx="1220">
                  <c:v>-0.0410359106646</c:v>
                </c:pt>
                <c:pt idx="1221">
                  <c:v>0.0319394474238</c:v>
                </c:pt>
                <c:pt idx="1222">
                  <c:v>0.267666825063</c:v>
                </c:pt>
                <c:pt idx="1223">
                  <c:v>0.0587197067409</c:v>
                </c:pt>
                <c:pt idx="1224">
                  <c:v>-0.0980585160546</c:v>
                </c:pt>
                <c:pt idx="1225">
                  <c:v>0.19075419184</c:v>
                </c:pt>
                <c:pt idx="1226">
                  <c:v>-0.0324485778291</c:v>
                </c:pt>
                <c:pt idx="1227">
                  <c:v>-0.116624804833</c:v>
                </c:pt>
                <c:pt idx="1228">
                  <c:v>0.111838979024</c:v>
                </c:pt>
                <c:pt idx="1229">
                  <c:v>-0.114113094834</c:v>
                </c:pt>
                <c:pt idx="1230">
                  <c:v>-0.0542054171475</c:v>
                </c:pt>
                <c:pt idx="1231">
                  <c:v>0.0704636480891</c:v>
                </c:pt>
                <c:pt idx="1232">
                  <c:v>-0.41724933813</c:v>
                </c:pt>
                <c:pt idx="1233">
                  <c:v>-0.093238748218</c:v>
                </c:pt>
                <c:pt idx="1234">
                  <c:v>0.00179892743195</c:v>
                </c:pt>
                <c:pt idx="1235">
                  <c:v>0.22456045075</c:v>
                </c:pt>
                <c:pt idx="1236">
                  <c:v>-0.0233521145883</c:v>
                </c:pt>
                <c:pt idx="1237">
                  <c:v>-0.0707351843052</c:v>
                </c:pt>
                <c:pt idx="1238">
                  <c:v>0.152229991175</c:v>
                </c:pt>
                <c:pt idx="1239">
                  <c:v>0.0660172425497</c:v>
                </c:pt>
                <c:pt idx="1240">
                  <c:v>-0.0657796483606</c:v>
                </c:pt>
                <c:pt idx="1241">
                  <c:v>0.077896952006</c:v>
                </c:pt>
                <c:pt idx="1242">
                  <c:v>0.0486389247166</c:v>
                </c:pt>
                <c:pt idx="1243">
                  <c:v>-0.0450750118797</c:v>
                </c:pt>
                <c:pt idx="1244">
                  <c:v>0.0444640553934</c:v>
                </c:pt>
                <c:pt idx="1245">
                  <c:v>0.215056683185</c:v>
                </c:pt>
                <c:pt idx="1246">
                  <c:v>-0.0467381712036</c:v>
                </c:pt>
                <c:pt idx="1247">
                  <c:v>-0.0933066322721</c:v>
                </c:pt>
                <c:pt idx="1248">
                  <c:v>0.200868915892</c:v>
                </c:pt>
                <c:pt idx="1249">
                  <c:v>0.057056547417</c:v>
                </c:pt>
                <c:pt idx="1250">
                  <c:v>-0.105525761999</c:v>
                </c:pt>
                <c:pt idx="1251">
                  <c:v>0.0811214445727</c:v>
                </c:pt>
                <c:pt idx="1252">
                  <c:v>-0.211798248591</c:v>
                </c:pt>
                <c:pt idx="1253">
                  <c:v>-0.0599755617405</c:v>
                </c:pt>
                <c:pt idx="1254">
                  <c:v>0.0352318240445</c:v>
                </c:pt>
                <c:pt idx="1255">
                  <c:v>0.182981467653</c:v>
                </c:pt>
                <c:pt idx="1256">
                  <c:v>-0.0485370986355</c:v>
                </c:pt>
                <c:pt idx="1257">
                  <c:v>-0.0887584006517</c:v>
                </c:pt>
                <c:pt idx="1258">
                  <c:v>0.115708370104</c:v>
                </c:pt>
                <c:pt idx="1259">
                  <c:v>-0.110888602267</c:v>
                </c:pt>
                <c:pt idx="1260">
                  <c:v>-0.0825809517344</c:v>
                </c:pt>
                <c:pt idx="1261">
                  <c:v>0.0489783449868</c:v>
                </c:pt>
                <c:pt idx="1262">
                  <c:v>0.101995791189</c:v>
                </c:pt>
                <c:pt idx="1263">
                  <c:v>-0.105288167809</c:v>
                </c:pt>
                <c:pt idx="1264">
                  <c:v>-0.0224356798588</c:v>
                </c:pt>
                <c:pt idx="1265">
                  <c:v>0.197712307379</c:v>
                </c:pt>
                <c:pt idx="1266">
                  <c:v>0.0147987237798</c:v>
                </c:pt>
                <c:pt idx="1267">
                  <c:v>-0.0396782295839</c:v>
                </c:pt>
                <c:pt idx="1268">
                  <c:v>0.0654062860634</c:v>
                </c:pt>
                <c:pt idx="1269">
                  <c:v>-0.188208539814</c:v>
                </c:pt>
                <c:pt idx="1270">
                  <c:v>-0.0844477632204</c:v>
                </c:pt>
                <c:pt idx="1271">
                  <c:v>0.024641911615</c:v>
                </c:pt>
                <c:pt idx="1272">
                  <c:v>0.162242889145</c:v>
                </c:pt>
                <c:pt idx="1273">
                  <c:v>-0.0128300862127</c:v>
                </c:pt>
                <c:pt idx="1274">
                  <c:v>-0.072296517548</c:v>
                </c:pt>
                <c:pt idx="1275">
                  <c:v>0.0723644016021</c:v>
                </c:pt>
                <c:pt idx="1276">
                  <c:v>-0.149820107257</c:v>
                </c:pt>
                <c:pt idx="1277">
                  <c:v>-0.083599212545</c:v>
                </c:pt>
                <c:pt idx="1278">
                  <c:v>0.0311927228294</c:v>
                </c:pt>
                <c:pt idx="1279">
                  <c:v>0.183117235761</c:v>
                </c:pt>
                <c:pt idx="1280">
                  <c:v>-0.00746724594393</c:v>
                </c:pt>
                <c:pt idx="1281">
                  <c:v>-0.036148258774</c:v>
                </c:pt>
                <c:pt idx="1282">
                  <c:v>0.0914398207861</c:v>
                </c:pt>
                <c:pt idx="1283">
                  <c:v>-0.145203991582</c:v>
                </c:pt>
                <c:pt idx="1284">
                  <c:v>-0.132781209694</c:v>
                </c:pt>
                <c:pt idx="1285">
                  <c:v>0.00577014459304</c:v>
                </c:pt>
                <c:pt idx="1286">
                  <c:v>0.184305206707</c:v>
                </c:pt>
                <c:pt idx="1287">
                  <c:v>-0.0128640282398</c:v>
                </c:pt>
                <c:pt idx="1288">
                  <c:v>-0.00339420270179</c:v>
                </c:pt>
                <c:pt idx="1289">
                  <c:v>0.14978616523</c:v>
                </c:pt>
                <c:pt idx="1290">
                  <c:v>-0.125721268074</c:v>
                </c:pt>
                <c:pt idx="1291">
                  <c:v>-0.105084515647</c:v>
                </c:pt>
                <c:pt idx="1292">
                  <c:v>0.00193469554002</c:v>
                </c:pt>
                <c:pt idx="1293">
                  <c:v>0.163464802118</c:v>
                </c:pt>
                <c:pt idx="1294">
                  <c:v>-0.0674088656575</c:v>
                </c:pt>
                <c:pt idx="1295">
                  <c:v>-0.0495893014731</c:v>
                </c:pt>
                <c:pt idx="1296">
                  <c:v>0.114825877401</c:v>
                </c:pt>
                <c:pt idx="1297">
                  <c:v>-0.0716516190347</c:v>
                </c:pt>
                <c:pt idx="1298">
                  <c:v>-0.0412735048537</c:v>
                </c:pt>
                <c:pt idx="1299">
                  <c:v>0.0362840268821</c:v>
                </c:pt>
                <c:pt idx="1300">
                  <c:v>0.149243092798</c:v>
                </c:pt>
                <c:pt idx="1301">
                  <c:v>-0.143846310502</c:v>
                </c:pt>
                <c:pt idx="1302">
                  <c:v>-0.0896408933542</c:v>
                </c:pt>
                <c:pt idx="1303">
                  <c:v>0.0697508655217</c:v>
                </c:pt>
                <c:pt idx="1304">
                  <c:v>0.0300726359378</c:v>
                </c:pt>
                <c:pt idx="1305">
                  <c:v>0.00597379675514</c:v>
                </c:pt>
                <c:pt idx="1306">
                  <c:v>0.0300386939108</c:v>
                </c:pt>
                <c:pt idx="1307">
                  <c:v>0.151924512932</c:v>
                </c:pt>
                <c:pt idx="1308">
                  <c:v>-0.180367931573</c:v>
                </c:pt>
                <c:pt idx="1309">
                  <c:v>-0.0915416468672</c:v>
                </c:pt>
                <c:pt idx="1310">
                  <c:v>0.0944267191637</c:v>
                </c:pt>
                <c:pt idx="1311">
                  <c:v>0.0870273572738</c:v>
                </c:pt>
                <c:pt idx="1312">
                  <c:v>-0.0811553865997</c:v>
                </c:pt>
                <c:pt idx="1313">
                  <c:v>-0.0300386939108</c:v>
                </c:pt>
                <c:pt idx="1314">
                  <c:v>0.106068834431</c:v>
                </c:pt>
                <c:pt idx="1315">
                  <c:v>-0.0832597922748</c:v>
                </c:pt>
                <c:pt idx="1316">
                  <c:v>-0.0426651279614</c:v>
                </c:pt>
                <c:pt idx="1317">
                  <c:v>0.0771502274116</c:v>
                </c:pt>
                <c:pt idx="1318">
                  <c:v>0.11278935578</c:v>
                </c:pt>
                <c:pt idx="1319">
                  <c:v>-0.12371868848</c:v>
                </c:pt>
                <c:pt idx="1320">
                  <c:v>-0.056954721336</c:v>
                </c:pt>
                <c:pt idx="1321">
                  <c:v>0.089267531057</c:v>
                </c:pt>
                <c:pt idx="1322">
                  <c:v>0.0584821125518</c:v>
                </c:pt>
                <c:pt idx="1323">
                  <c:v>-0.0980245740276</c:v>
                </c:pt>
                <c:pt idx="1324">
                  <c:v>-0.0203312741837</c:v>
                </c:pt>
                <c:pt idx="1325">
                  <c:v>0.0905233860566</c:v>
                </c:pt>
                <c:pt idx="1326">
                  <c:v>-0.00112008689159</c:v>
                </c:pt>
                <c:pt idx="1327">
                  <c:v>-0.10016292173</c:v>
                </c:pt>
                <c:pt idx="1328">
                  <c:v>0.0238612449936</c:v>
                </c:pt>
                <c:pt idx="1329">
                  <c:v>0.0790849229516</c:v>
                </c:pt>
                <c:pt idx="1330">
                  <c:v>-0.0255244043174</c:v>
                </c:pt>
                <c:pt idx="1331">
                  <c:v>-0.0965311248388</c:v>
                </c:pt>
                <c:pt idx="1332">
                  <c:v>0.0359106645849</c:v>
                </c:pt>
                <c:pt idx="1333">
                  <c:v>0.0688683728192</c:v>
                </c:pt>
                <c:pt idx="1334">
                  <c:v>-0.0375398818817</c:v>
                </c:pt>
                <c:pt idx="1335">
                  <c:v>-0.0653723440364</c:v>
                </c:pt>
                <c:pt idx="1336">
                  <c:v>0.051422170932</c:v>
                </c:pt>
                <c:pt idx="1337">
                  <c:v>0.0676804018736</c:v>
                </c:pt>
                <c:pt idx="1338">
                  <c:v>-0.0308533025592</c:v>
                </c:pt>
                <c:pt idx="1339">
                  <c:v>-0.0367592152603</c:v>
                </c:pt>
                <c:pt idx="1340">
                  <c:v>0.0264408390469</c:v>
                </c:pt>
                <c:pt idx="1341">
                  <c:v>0.0357409544498</c:v>
                </c:pt>
                <c:pt idx="1342">
                  <c:v>-0.0142895933745</c:v>
                </c:pt>
                <c:pt idx="1343">
                  <c:v>-0.0404588962053</c:v>
                </c:pt>
                <c:pt idx="1344">
                  <c:v>0.0166655352658</c:v>
                </c:pt>
                <c:pt idx="1345">
                  <c:v>0.0308533025592</c:v>
                </c:pt>
                <c:pt idx="1346">
                  <c:v>0.00824791256534</c:v>
                </c:pt>
                <c:pt idx="1347">
                  <c:v>-0.0144593035096</c:v>
                </c:pt>
                <c:pt idx="1348">
                  <c:v>-0.0105220283755</c:v>
                </c:pt>
                <c:pt idx="1349">
                  <c:v>0.00831579661937</c:v>
                </c:pt>
                <c:pt idx="1350">
                  <c:v>0.0210440567511</c:v>
                </c:pt>
                <c:pt idx="1351">
                  <c:v>-0.0149344918879</c:v>
                </c:pt>
                <c:pt idx="1352">
                  <c:v>-0.0119136514833</c:v>
                </c:pt>
                <c:pt idx="1353">
                  <c:v>0.007603014052</c:v>
                </c:pt>
                <c:pt idx="1354">
                  <c:v>0.00461611567443</c:v>
                </c:pt>
                <c:pt idx="1355">
                  <c:v>-0.00312266648564</c:v>
                </c:pt>
                <c:pt idx="1356">
                  <c:v>-0.00923223134886</c:v>
                </c:pt>
                <c:pt idx="1357">
                  <c:v>-0.00488765189057</c:v>
                </c:pt>
                <c:pt idx="1358">
                  <c:v>0.00308872445862</c:v>
                </c:pt>
                <c:pt idx="1359">
                  <c:v>0.00492159391759</c:v>
                </c:pt>
                <c:pt idx="1360">
                  <c:v>-0.00295295635055</c:v>
                </c:pt>
                <c:pt idx="1361">
                  <c:v>-0.00566831851198</c:v>
                </c:pt>
                <c:pt idx="1362">
                  <c:v>0.00264747810739</c:v>
                </c:pt>
                <c:pt idx="1363">
                  <c:v>0.00196863756704</c:v>
                </c:pt>
                <c:pt idx="1364">
                  <c:v>0.00047518837825</c:v>
                </c:pt>
                <c:pt idx="1365">
                  <c:v>-0.00257959405336</c:v>
                </c:pt>
                <c:pt idx="1366">
                  <c:v>-0.000916434729482</c:v>
                </c:pt>
                <c:pt idx="1367">
                  <c:v>-0.00240988391827</c:v>
                </c:pt>
                <c:pt idx="1368">
                  <c:v>0.000916434729482</c:v>
                </c:pt>
                <c:pt idx="1369">
                  <c:v>-0.00743330391691</c:v>
                </c:pt>
                <c:pt idx="1370">
                  <c:v>0.000509130405268</c:v>
                </c:pt>
                <c:pt idx="1371">
                  <c:v>0.00509130405268</c:v>
                </c:pt>
                <c:pt idx="1372">
                  <c:v>6.78840540357E-05</c:v>
                </c:pt>
                <c:pt idx="1373">
                  <c:v>-0.00234199986423</c:v>
                </c:pt>
                <c:pt idx="1374">
                  <c:v>0.000577014459304</c:v>
                </c:pt>
                <c:pt idx="1375">
                  <c:v>0.00315660851266</c:v>
                </c:pt>
                <c:pt idx="1376">
                  <c:v>0.000373362297196</c:v>
                </c:pt>
                <c:pt idx="1377">
                  <c:v>-0.00213834770212</c:v>
                </c:pt>
                <c:pt idx="1378">
                  <c:v>-0.000746724594393</c:v>
                </c:pt>
                <c:pt idx="1379">
                  <c:v>0.00176498540493</c:v>
                </c:pt>
                <c:pt idx="1380">
                  <c:v>0.000814608648428</c:v>
                </c:pt>
                <c:pt idx="1381">
                  <c:v>-0.000101826081054</c:v>
                </c:pt>
                <c:pt idx="1382">
                  <c:v>-0.00186681148598</c:v>
                </c:pt>
                <c:pt idx="1383">
                  <c:v>0.000237594189125</c:v>
                </c:pt>
                <c:pt idx="1384">
                  <c:v>0.00305478243161</c:v>
                </c:pt>
                <c:pt idx="1385">
                  <c:v>-0.00122191297264</c:v>
                </c:pt>
                <c:pt idx="1386">
                  <c:v>-0.000916434729482</c:v>
                </c:pt>
                <c:pt idx="1387">
                  <c:v>0.000610956486321</c:v>
                </c:pt>
                <c:pt idx="1388">
                  <c:v>0.000916434729482</c:v>
                </c:pt>
                <c:pt idx="1389">
                  <c:v>0.000814608648428</c:v>
                </c:pt>
                <c:pt idx="1390">
                  <c:v>-0.00112008689159</c:v>
                </c:pt>
                <c:pt idx="1391">
                  <c:v>-0.00125585499966</c:v>
                </c:pt>
                <c:pt idx="1392">
                  <c:v>0.0009503767565</c:v>
                </c:pt>
                <c:pt idx="1393">
                  <c:v>-0.00203652162107</c:v>
                </c:pt>
                <c:pt idx="1394">
                  <c:v>-0.00176498540493</c:v>
                </c:pt>
                <c:pt idx="1395">
                  <c:v>0.00173104337791</c:v>
                </c:pt>
                <c:pt idx="1396">
                  <c:v>0.00210440567511</c:v>
                </c:pt>
                <c:pt idx="1397">
                  <c:v>-0.000135768108071</c:v>
                </c:pt>
                <c:pt idx="1398">
                  <c:v>-0.00274930418845</c:v>
                </c:pt>
                <c:pt idx="1399">
                  <c:v>0.000169710135089</c:v>
                </c:pt>
                <c:pt idx="1400">
                  <c:v>0.000203652162107</c:v>
                </c:pt>
                <c:pt idx="1401">
                  <c:v>-0.000339420270179</c:v>
                </c:pt>
                <c:pt idx="1402">
                  <c:v>-0.000644898513339</c:v>
                </c:pt>
                <c:pt idx="1403">
                  <c:v>0.00169710135089</c:v>
                </c:pt>
                <c:pt idx="1404">
                  <c:v>0.000407304324214</c:v>
                </c:pt>
                <c:pt idx="1405">
                  <c:v>0.000135768108071</c:v>
                </c:pt>
                <c:pt idx="1406">
                  <c:v>-0.00145950716177</c:v>
                </c:pt>
                <c:pt idx="1407">
                  <c:v>0.000339420270179</c:v>
                </c:pt>
                <c:pt idx="1408">
                  <c:v>0.000543072432286</c:v>
                </c:pt>
                <c:pt idx="1409">
                  <c:v>-0.000509130405268</c:v>
                </c:pt>
                <c:pt idx="1410">
                  <c:v>0.000577014459304</c:v>
                </c:pt>
                <c:pt idx="1411">
                  <c:v>0.000169710135089</c:v>
                </c:pt>
                <c:pt idx="1412">
                  <c:v>0.000203652162107</c:v>
                </c:pt>
                <c:pt idx="1413">
                  <c:v>0.000678840540357</c:v>
                </c:pt>
                <c:pt idx="1414">
                  <c:v>-0.000644898513339</c:v>
                </c:pt>
                <c:pt idx="1415">
                  <c:v>-0.000441246351232</c:v>
                </c:pt>
                <c:pt idx="1416">
                  <c:v>0.000169710135089</c:v>
                </c:pt>
                <c:pt idx="1417">
                  <c:v>-0.000271536216143</c:v>
                </c:pt>
                <c:pt idx="1418">
                  <c:v>-0.000407304324214</c:v>
                </c:pt>
                <c:pt idx="1419">
                  <c:v>0.000712782567375</c:v>
                </c:pt>
                <c:pt idx="1420">
                  <c:v>0.000169710135089</c:v>
                </c:pt>
                <c:pt idx="1421">
                  <c:v>-0.000441246351232</c:v>
                </c:pt>
                <c:pt idx="1422">
                  <c:v>-0.000712782567375</c:v>
                </c:pt>
                <c:pt idx="1423">
                  <c:v>6.78840540357E-05</c:v>
                </c:pt>
                <c:pt idx="1424">
                  <c:v>0.000373362297196</c:v>
                </c:pt>
                <c:pt idx="1425">
                  <c:v>0.000271536216143</c:v>
                </c:pt>
                <c:pt idx="1426">
                  <c:v>-0.000135768108071</c:v>
                </c:pt>
                <c:pt idx="1427">
                  <c:v>-0.000373362297196</c:v>
                </c:pt>
                <c:pt idx="1428">
                  <c:v>0.000644898513339</c:v>
                </c:pt>
                <c:pt idx="1429">
                  <c:v>0.000746724594393</c:v>
                </c:pt>
                <c:pt idx="1430">
                  <c:v>-0.00135768108071</c:v>
                </c:pt>
                <c:pt idx="1431">
                  <c:v>0.000237594189125</c:v>
                </c:pt>
                <c:pt idx="1432">
                  <c:v>0.00105220283755</c:v>
                </c:pt>
                <c:pt idx="1433">
                  <c:v>-0.000339420270179</c:v>
                </c:pt>
                <c:pt idx="1434">
                  <c:v>6.78840540357E-05</c:v>
                </c:pt>
                <c:pt idx="1435">
                  <c:v>-3.39420270179E-05</c:v>
                </c:pt>
                <c:pt idx="1436">
                  <c:v>0.000339420270179</c:v>
                </c:pt>
                <c:pt idx="1437">
                  <c:v>0.000373362297196</c:v>
                </c:pt>
                <c:pt idx="1438">
                  <c:v>6.78840540357E-05</c:v>
                </c:pt>
                <c:pt idx="1439">
                  <c:v>-0.000678840540357</c:v>
                </c:pt>
                <c:pt idx="1440">
                  <c:v>-3.39420270179E-05</c:v>
                </c:pt>
                <c:pt idx="1441">
                  <c:v>0.000339420270179</c:v>
                </c:pt>
                <c:pt idx="1442">
                  <c:v>6.78840540357E-05</c:v>
                </c:pt>
                <c:pt idx="1443">
                  <c:v>6.78840540357E-05</c:v>
                </c:pt>
                <c:pt idx="1444">
                  <c:v>0.000543072432286</c:v>
                </c:pt>
                <c:pt idx="1445">
                  <c:v>3.39420270179E-05</c:v>
                </c:pt>
                <c:pt idx="1446">
                  <c:v>-0.000509130405268</c:v>
                </c:pt>
                <c:pt idx="1447">
                  <c:v>-3.39420270179E-05</c:v>
                </c:pt>
                <c:pt idx="1448">
                  <c:v>0.000169710135089</c:v>
                </c:pt>
                <c:pt idx="1449">
                  <c:v>0.00047518837825</c:v>
                </c:pt>
                <c:pt idx="1450">
                  <c:v>0.000271536216143</c:v>
                </c:pt>
                <c:pt idx="1451">
                  <c:v>-3.39420270179E-05</c:v>
                </c:pt>
                <c:pt idx="1452">
                  <c:v>-6.78840540357E-05</c:v>
                </c:pt>
                <c:pt idx="1453">
                  <c:v>0.000203652162107</c:v>
                </c:pt>
                <c:pt idx="1454">
                  <c:v>-0.000407304324214</c:v>
                </c:pt>
                <c:pt idx="1455">
                  <c:v>-0.000101826081054</c:v>
                </c:pt>
                <c:pt idx="1456">
                  <c:v>0.000848550675446</c:v>
                </c:pt>
                <c:pt idx="1457">
                  <c:v>0</c:v>
                </c:pt>
                <c:pt idx="1458">
                  <c:v>-0.000271536216143</c:v>
                </c:pt>
                <c:pt idx="1459">
                  <c:v>0</c:v>
                </c:pt>
                <c:pt idx="1460">
                  <c:v>-6.78840540357E-05</c:v>
                </c:pt>
                <c:pt idx="1461">
                  <c:v>-0.000135768108071</c:v>
                </c:pt>
                <c:pt idx="1462">
                  <c:v>0.000237594189125</c:v>
                </c:pt>
                <c:pt idx="1463">
                  <c:v>-3.39420270179E-05</c:v>
                </c:pt>
                <c:pt idx="1464">
                  <c:v>-0.000271536216143</c:v>
                </c:pt>
                <c:pt idx="1465">
                  <c:v>0.000203652162107</c:v>
                </c:pt>
                <c:pt idx="1466">
                  <c:v>0.000441246351232</c:v>
                </c:pt>
                <c:pt idx="1467">
                  <c:v>-0.000577014459304</c:v>
                </c:pt>
                <c:pt idx="1468">
                  <c:v>0.000101826081054</c:v>
                </c:pt>
                <c:pt idx="1469">
                  <c:v>0.000203652162107</c:v>
                </c:pt>
                <c:pt idx="1470">
                  <c:v>0.000169710135089</c:v>
                </c:pt>
                <c:pt idx="1471">
                  <c:v>-3.39420270179E-05</c:v>
                </c:pt>
                <c:pt idx="1472">
                  <c:v>0.000305478243161</c:v>
                </c:pt>
                <c:pt idx="1473">
                  <c:v>-3.39420270179E-05</c:v>
                </c:pt>
                <c:pt idx="1474">
                  <c:v>0.000271536216143</c:v>
                </c:pt>
                <c:pt idx="1475">
                  <c:v>-0.000203652162107</c:v>
                </c:pt>
                <c:pt idx="1476">
                  <c:v>0</c:v>
                </c:pt>
                <c:pt idx="1477">
                  <c:v>-0.000271536216143</c:v>
                </c:pt>
                <c:pt idx="1478">
                  <c:v>0.000203652162107</c:v>
                </c:pt>
                <c:pt idx="1479">
                  <c:v>-3.39420270179E-05</c:v>
                </c:pt>
                <c:pt idx="1480">
                  <c:v>0.000271536216143</c:v>
                </c:pt>
                <c:pt idx="1481">
                  <c:v>-3.39420270179E-05</c:v>
                </c:pt>
                <c:pt idx="1482">
                  <c:v>0</c:v>
                </c:pt>
                <c:pt idx="1483">
                  <c:v>-0.000305478243161</c:v>
                </c:pt>
                <c:pt idx="1484">
                  <c:v>-3.39420270179E-05</c:v>
                </c:pt>
                <c:pt idx="1485">
                  <c:v>3.39420270179E-05</c:v>
                </c:pt>
                <c:pt idx="1486">
                  <c:v>0.000135768108071</c:v>
                </c:pt>
                <c:pt idx="1487">
                  <c:v>0.000101826081054</c:v>
                </c:pt>
                <c:pt idx="1488">
                  <c:v>-0.000101826081054</c:v>
                </c:pt>
                <c:pt idx="1489">
                  <c:v>3.39420270179E-05</c:v>
                </c:pt>
                <c:pt idx="1490">
                  <c:v>-0.000237594189125</c:v>
                </c:pt>
                <c:pt idx="1491">
                  <c:v>-0.000237594189125</c:v>
                </c:pt>
                <c:pt idx="1492">
                  <c:v>0.000135768108071</c:v>
                </c:pt>
                <c:pt idx="1493">
                  <c:v>0.000169710135089</c:v>
                </c:pt>
                <c:pt idx="1494">
                  <c:v>-0.000101826081054</c:v>
                </c:pt>
                <c:pt idx="1495">
                  <c:v>3.39420270179E-05</c:v>
                </c:pt>
                <c:pt idx="1496">
                  <c:v>0</c:v>
                </c:pt>
                <c:pt idx="1497">
                  <c:v>0.000101826081054</c:v>
                </c:pt>
                <c:pt idx="1498">
                  <c:v>-6.78840540357E-05</c:v>
                </c:pt>
                <c:pt idx="1499">
                  <c:v>-6.78840540357E-05</c:v>
                </c:pt>
                <c:pt idx="1500">
                  <c:v>-6.78840540357E-05</c:v>
                </c:pt>
                <c:pt idx="1501">
                  <c:v>0.000135768108071</c:v>
                </c:pt>
                <c:pt idx="1502">
                  <c:v>-0.000101826081054</c:v>
                </c:pt>
                <c:pt idx="1503">
                  <c:v>0</c:v>
                </c:pt>
                <c:pt idx="1504">
                  <c:v>0</c:v>
                </c:pt>
                <c:pt idx="1505">
                  <c:v>-3.39420270179E-05</c:v>
                </c:pt>
                <c:pt idx="1506">
                  <c:v>0</c:v>
                </c:pt>
                <c:pt idx="1507">
                  <c:v>-3.39420270179E-05</c:v>
                </c:pt>
                <c:pt idx="1508">
                  <c:v>-3.39420270179E-05</c:v>
                </c:pt>
                <c:pt idx="1509">
                  <c:v>-6.78840540357E-05</c:v>
                </c:pt>
                <c:pt idx="1510">
                  <c:v>6.78840540357E-05</c:v>
                </c:pt>
                <c:pt idx="1511">
                  <c:v>6.78840540357E-05</c:v>
                </c:pt>
                <c:pt idx="1512">
                  <c:v>-0.000135768108071</c:v>
                </c:pt>
                <c:pt idx="1513">
                  <c:v>0.000135768108071</c:v>
                </c:pt>
                <c:pt idx="1514">
                  <c:v>0</c:v>
                </c:pt>
                <c:pt idx="1515">
                  <c:v>-3.39420270179E-05</c:v>
                </c:pt>
                <c:pt idx="1516">
                  <c:v>6.78840540357E-05</c:v>
                </c:pt>
                <c:pt idx="1517">
                  <c:v>0</c:v>
                </c:pt>
                <c:pt idx="1518">
                  <c:v>-6.78840540357E-05</c:v>
                </c:pt>
                <c:pt idx="1519">
                  <c:v>6.78840540357E-05</c:v>
                </c:pt>
                <c:pt idx="1520">
                  <c:v>0</c:v>
                </c:pt>
                <c:pt idx="1521">
                  <c:v>3.39420270179E-05</c:v>
                </c:pt>
                <c:pt idx="1522">
                  <c:v>-3.39420270179E-05</c:v>
                </c:pt>
                <c:pt idx="1523">
                  <c:v>6.78840540357E-05</c:v>
                </c:pt>
                <c:pt idx="1524">
                  <c:v>-3.39420270179E-05</c:v>
                </c:pt>
                <c:pt idx="1525">
                  <c:v>0</c:v>
                </c:pt>
                <c:pt idx="1526">
                  <c:v>-0.000101826081054</c:v>
                </c:pt>
                <c:pt idx="1527">
                  <c:v>0</c:v>
                </c:pt>
                <c:pt idx="1528">
                  <c:v>0</c:v>
                </c:pt>
                <c:pt idx="1529">
                  <c:v>3.39420270179E-05</c:v>
                </c:pt>
                <c:pt idx="1530">
                  <c:v>0</c:v>
                </c:pt>
                <c:pt idx="1531">
                  <c:v>-0.000101826081054</c:v>
                </c:pt>
                <c:pt idx="1532">
                  <c:v>3.39420270179E-05</c:v>
                </c:pt>
                <c:pt idx="1533">
                  <c:v>3.39420270179E-05</c:v>
                </c:pt>
                <c:pt idx="1534">
                  <c:v>0.000101826081054</c:v>
                </c:pt>
                <c:pt idx="1535">
                  <c:v>-3.39420270179E-05</c:v>
                </c:pt>
                <c:pt idx="1536">
                  <c:v>0</c:v>
                </c:pt>
                <c:pt idx="1537">
                  <c:v>-6.78840540357E-05</c:v>
                </c:pt>
                <c:pt idx="1538">
                  <c:v>3.39420270179E-05</c:v>
                </c:pt>
                <c:pt idx="1539">
                  <c:v>3.39420270179E-05</c:v>
                </c:pt>
                <c:pt idx="1540">
                  <c:v>-3.39420270179E-05</c:v>
                </c:pt>
                <c:pt idx="1541">
                  <c:v>3.39420270179E-05</c:v>
                </c:pt>
                <c:pt idx="1542">
                  <c:v>3.39420270179E-05</c:v>
                </c:pt>
                <c:pt idx="1543">
                  <c:v>-3.39420270179E-05</c:v>
                </c:pt>
                <c:pt idx="1544">
                  <c:v>-3.39420270179E-05</c:v>
                </c:pt>
                <c:pt idx="1545">
                  <c:v>3.39420270179E-05</c:v>
                </c:pt>
                <c:pt idx="1546">
                  <c:v>0</c:v>
                </c:pt>
                <c:pt idx="1547">
                  <c:v>-3.39420270179E-05</c:v>
                </c:pt>
                <c:pt idx="1548">
                  <c:v>0</c:v>
                </c:pt>
                <c:pt idx="1549">
                  <c:v>6.78840540357E-05</c:v>
                </c:pt>
                <c:pt idx="1550">
                  <c:v>0</c:v>
                </c:pt>
                <c:pt idx="1551">
                  <c:v>0</c:v>
                </c:pt>
                <c:pt idx="1552">
                  <c:v>0</c:v>
                </c:pt>
                <c:pt idx="1553">
                  <c:v>3.39420270179E-05</c:v>
                </c:pt>
                <c:pt idx="1554">
                  <c:v>-3.39420270179E-05</c:v>
                </c:pt>
                <c:pt idx="1555">
                  <c:v>0</c:v>
                </c:pt>
                <c:pt idx="1556">
                  <c:v>0</c:v>
                </c:pt>
                <c:pt idx="1557">
                  <c:v>0</c:v>
                </c:pt>
                <c:pt idx="1558">
                  <c:v>3.39420270179E-05</c:v>
                </c:pt>
                <c:pt idx="1559">
                  <c:v>0</c:v>
                </c:pt>
                <c:pt idx="1560">
                  <c:v>0</c:v>
                </c:pt>
                <c:pt idx="1561">
                  <c:v>-3.39420270179E-05</c:v>
                </c:pt>
                <c:pt idx="1562">
                  <c:v>0</c:v>
                </c:pt>
                <c:pt idx="1563">
                  <c:v>0</c:v>
                </c:pt>
                <c:pt idx="1564">
                  <c:v>-3.39420270179E-05</c:v>
                </c:pt>
                <c:pt idx="1565">
                  <c:v>0</c:v>
                </c:pt>
                <c:pt idx="1566">
                  <c:v>3.39420270179E-05</c:v>
                </c:pt>
                <c:pt idx="1567">
                  <c:v>3.39420270179E-05</c:v>
                </c:pt>
                <c:pt idx="1568">
                  <c:v>3.39420270179E-05</c:v>
                </c:pt>
                <c:pt idx="1569">
                  <c:v>-3.39420270179E-05</c:v>
                </c:pt>
                <c:pt idx="1570">
                  <c:v>0</c:v>
                </c:pt>
                <c:pt idx="1571">
                  <c:v>0</c:v>
                </c:pt>
                <c:pt idx="1572">
                  <c:v>0</c:v>
                </c:pt>
                <c:pt idx="1573">
                  <c:v>0</c:v>
                </c:pt>
                <c:pt idx="1574">
                  <c:v>0</c:v>
                </c:pt>
                <c:pt idx="1575">
                  <c:v>-3.39420270179E-05</c:v>
                </c:pt>
                <c:pt idx="1576">
                  <c:v>0</c:v>
                </c:pt>
                <c:pt idx="1577">
                  <c:v>0</c:v>
                </c:pt>
                <c:pt idx="1578">
                  <c:v>0</c:v>
                </c:pt>
                <c:pt idx="1579">
                  <c:v>-3.39420270179E-05</c:v>
                </c:pt>
                <c:pt idx="1580">
                  <c:v>-3.39420270179E-05</c:v>
                </c:pt>
                <c:pt idx="1581">
                  <c:v>0</c:v>
                </c:pt>
                <c:pt idx="1582">
                  <c:v>0</c:v>
                </c:pt>
                <c:pt idx="1583">
                  <c:v>3.39420270179E-05</c:v>
                </c:pt>
                <c:pt idx="1584">
                  <c:v>0</c:v>
                </c:pt>
                <c:pt idx="1585">
                  <c:v>0</c:v>
                </c:pt>
                <c:pt idx="1586">
                  <c:v>0</c:v>
                </c:pt>
                <c:pt idx="1587">
                  <c:v>0</c:v>
                </c:pt>
                <c:pt idx="1588">
                  <c:v>0</c:v>
                </c:pt>
                <c:pt idx="1589">
                  <c:v>0</c:v>
                </c:pt>
                <c:pt idx="1590">
                  <c:v>0</c:v>
                </c:pt>
                <c:pt idx="1591">
                  <c:v>0</c:v>
                </c:pt>
                <c:pt idx="1592">
                  <c:v>3.39420270179E-05</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numCache>
            </c:numRef>
          </c:yVal>
        </c:ser>
        <c:ser>
          <c:idx val="1"/>
          <c:order val="1"/>
          <c:tx>
            <c:v>STE</c:v>
          </c:tx>
          <c:spPr>
            <a:ln xmlns:a="http://schemas.openxmlformats.org/drawingml/2006/main" w="19050">
              <a:solidFill>
                <a:srgbClr val="DD8B12"/>
              </a:solidFill>
            </a:ln>
          </c:spPr>
          <c:marker>
            <c:symbol val="none"/>
          </c:marker>
          <c:xVal>
            <c:numRef>
              <c:f>'Chart Data'!$C$2:$C$314</c:f>
              <c:numCache>
                <c:formatCode>General</c:formatCode>
                <c:ptCount val="313"/>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pt idx="236">
                  <c:v>2.37249433107</c:v>
                </c:pt>
                <c:pt idx="237">
                  <c:v>2.38249433107</c:v>
                </c:pt>
                <c:pt idx="238">
                  <c:v>2.39249433107</c:v>
                </c:pt>
                <c:pt idx="239">
                  <c:v>2.40249433107</c:v>
                </c:pt>
                <c:pt idx="240">
                  <c:v>2.41249433107</c:v>
                </c:pt>
                <c:pt idx="241">
                  <c:v>2.42249433107</c:v>
                </c:pt>
                <c:pt idx="242">
                  <c:v>2.43249433107</c:v>
                </c:pt>
                <c:pt idx="243">
                  <c:v>2.44249433107</c:v>
                </c:pt>
                <c:pt idx="244">
                  <c:v>2.45249433107</c:v>
                </c:pt>
                <c:pt idx="245">
                  <c:v>2.46249433107</c:v>
                </c:pt>
                <c:pt idx="246">
                  <c:v>2.47249433107</c:v>
                </c:pt>
                <c:pt idx="247">
                  <c:v>2.48249433107</c:v>
                </c:pt>
                <c:pt idx="248">
                  <c:v>2.49249433107</c:v>
                </c:pt>
                <c:pt idx="249">
                  <c:v>2.50249433107</c:v>
                </c:pt>
                <c:pt idx="250">
                  <c:v>2.51249433107</c:v>
                </c:pt>
                <c:pt idx="251">
                  <c:v>2.52249433107</c:v>
                </c:pt>
                <c:pt idx="252">
                  <c:v>2.53249433107</c:v>
                </c:pt>
                <c:pt idx="253">
                  <c:v>2.54249433107</c:v>
                </c:pt>
                <c:pt idx="254">
                  <c:v>2.55249433107</c:v>
                </c:pt>
                <c:pt idx="255">
                  <c:v>2.56249433107</c:v>
                </c:pt>
                <c:pt idx="256">
                  <c:v>2.57249433107</c:v>
                </c:pt>
                <c:pt idx="257">
                  <c:v>2.58249433107</c:v>
                </c:pt>
                <c:pt idx="258">
                  <c:v>2.59249433107</c:v>
                </c:pt>
                <c:pt idx="259">
                  <c:v>2.60249433107</c:v>
                </c:pt>
                <c:pt idx="260">
                  <c:v>2.61249433107</c:v>
                </c:pt>
                <c:pt idx="261">
                  <c:v>2.62249433107</c:v>
                </c:pt>
                <c:pt idx="262">
                  <c:v>2.63249433107</c:v>
                </c:pt>
                <c:pt idx="263">
                  <c:v>2.64249433107</c:v>
                </c:pt>
                <c:pt idx="264">
                  <c:v>2.65249433107</c:v>
                </c:pt>
                <c:pt idx="265">
                  <c:v>2.66249433107</c:v>
                </c:pt>
                <c:pt idx="266">
                  <c:v>2.67249433107</c:v>
                </c:pt>
                <c:pt idx="267">
                  <c:v>2.68249433107</c:v>
                </c:pt>
                <c:pt idx="268">
                  <c:v>2.69249433107</c:v>
                </c:pt>
                <c:pt idx="269">
                  <c:v>2.70249433107</c:v>
                </c:pt>
                <c:pt idx="270">
                  <c:v>2.71249433107</c:v>
                </c:pt>
                <c:pt idx="271">
                  <c:v>2.72249433107</c:v>
                </c:pt>
                <c:pt idx="272">
                  <c:v>2.73249433107</c:v>
                </c:pt>
                <c:pt idx="273">
                  <c:v>2.74249433107</c:v>
                </c:pt>
                <c:pt idx="274">
                  <c:v>2.75249433107</c:v>
                </c:pt>
                <c:pt idx="275">
                  <c:v>2.76249433107</c:v>
                </c:pt>
                <c:pt idx="276">
                  <c:v>2.77249433107</c:v>
                </c:pt>
                <c:pt idx="277">
                  <c:v>2.78249433107</c:v>
                </c:pt>
                <c:pt idx="278">
                  <c:v>2.79249433107</c:v>
                </c:pt>
                <c:pt idx="279">
                  <c:v>2.80249433107</c:v>
                </c:pt>
                <c:pt idx="280">
                  <c:v>2.81249433107</c:v>
                </c:pt>
                <c:pt idx="281">
                  <c:v>2.82249433107</c:v>
                </c:pt>
                <c:pt idx="282">
                  <c:v>2.83249433107</c:v>
                </c:pt>
                <c:pt idx="283">
                  <c:v>2.84249433107</c:v>
                </c:pt>
                <c:pt idx="284">
                  <c:v>2.85249433107</c:v>
                </c:pt>
                <c:pt idx="285">
                  <c:v>2.86249433107</c:v>
                </c:pt>
                <c:pt idx="286">
                  <c:v>2.87249433107</c:v>
                </c:pt>
                <c:pt idx="287">
                  <c:v>2.88249433107</c:v>
                </c:pt>
                <c:pt idx="288">
                  <c:v>2.89249433107</c:v>
                </c:pt>
                <c:pt idx="289">
                  <c:v>2.90249433107</c:v>
                </c:pt>
                <c:pt idx="290">
                  <c:v>2.91249433107</c:v>
                </c:pt>
                <c:pt idx="291">
                  <c:v>2.92249433107</c:v>
                </c:pt>
                <c:pt idx="292">
                  <c:v>2.93249433107</c:v>
                </c:pt>
                <c:pt idx="293">
                  <c:v>2.94249433107</c:v>
                </c:pt>
                <c:pt idx="294">
                  <c:v>2.95249433107</c:v>
                </c:pt>
                <c:pt idx="295">
                  <c:v>2.96249433107</c:v>
                </c:pt>
                <c:pt idx="296">
                  <c:v>2.97249433107</c:v>
                </c:pt>
                <c:pt idx="297">
                  <c:v>2.98249433107</c:v>
                </c:pt>
                <c:pt idx="298">
                  <c:v>2.99249433107</c:v>
                </c:pt>
                <c:pt idx="299">
                  <c:v>3.00249433107</c:v>
                </c:pt>
                <c:pt idx="300">
                  <c:v>3.01249433107</c:v>
                </c:pt>
                <c:pt idx="301">
                  <c:v>3.02249433107</c:v>
                </c:pt>
                <c:pt idx="302">
                  <c:v>3.03249433107</c:v>
                </c:pt>
                <c:pt idx="303">
                  <c:v>3.04249433107</c:v>
                </c:pt>
                <c:pt idx="304">
                  <c:v>3.05249433107</c:v>
                </c:pt>
                <c:pt idx="305">
                  <c:v>3.06249433107</c:v>
                </c:pt>
                <c:pt idx="306">
                  <c:v>3.07249433107</c:v>
                </c:pt>
                <c:pt idx="307">
                  <c:v>3.08249433107</c:v>
                </c:pt>
                <c:pt idx="308">
                  <c:v>3.09249433107</c:v>
                </c:pt>
                <c:pt idx="309">
                  <c:v>3.10249433107</c:v>
                </c:pt>
                <c:pt idx="310">
                  <c:v>3.11249433107</c:v>
                </c:pt>
                <c:pt idx="311">
                  <c:v>3.12249433107</c:v>
                </c:pt>
                <c:pt idx="312">
                  <c:v>3.13249433107</c:v>
                </c:pt>
              </c:numCache>
            </c:numRef>
          </c:xVal>
          <c:yVal>
            <c:numRef>
              <c:f>'Chart Data'!$D$2:$D$314</c:f>
              <c:numCache>
                <c:formatCode>0.0</c:formatCode>
                <c:ptCount val="31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0.000365716268429</c:v>
                </c:pt>
                <c:pt idx="76">
                  <c:v>0.100239262728</c:v>
                </c:pt>
                <c:pt idx="77">
                  <c:v>0.223334480812</c:v>
                </c:pt>
                <c:pt idx="78">
                  <c:v>0.283070320982</c:v>
                </c:pt>
                <c:pt idx="79">
                  <c:v>0.265544667227</c:v>
                </c:pt>
                <c:pt idx="80">
                  <c:v>0.301085749911</c:v>
                </c:pt>
                <c:pt idx="81">
                  <c:v>0.353105534922</c:v>
                </c:pt>
                <c:pt idx="82">
                  <c:v>0.363309644376</c:v>
                </c:pt>
                <c:pt idx="83">
                  <c:v>0.37364948965</c:v>
                </c:pt>
                <c:pt idx="84">
                  <c:v>0.336744702839</c:v>
                </c:pt>
                <c:pt idx="85">
                  <c:v>0.289400942784</c:v>
                </c:pt>
                <c:pt idx="86">
                  <c:v>0.24726464781</c:v>
                </c:pt>
                <c:pt idx="87">
                  <c:v>0.268110881603</c:v>
                </c:pt>
                <c:pt idx="88">
                  <c:v>0.324400780015</c:v>
                </c:pt>
                <c:pt idx="89">
                  <c:v>0.372729287108</c:v>
                </c:pt>
                <c:pt idx="90">
                  <c:v>0.409205227397</c:v>
                </c:pt>
                <c:pt idx="91">
                  <c:v>0.431731124795</c:v>
                </c:pt>
                <c:pt idx="92">
                  <c:v>0.428746046131</c:v>
                </c:pt>
                <c:pt idx="93">
                  <c:v>0.425812845629</c:v>
                </c:pt>
                <c:pt idx="94">
                  <c:v>0.420490784482</c:v>
                </c:pt>
                <c:pt idx="95">
                  <c:v>0.405805832038</c:v>
                </c:pt>
                <c:pt idx="96">
                  <c:v>0.407698471475</c:v>
                </c:pt>
                <c:pt idx="97">
                  <c:v>0.396686225248</c:v>
                </c:pt>
                <c:pt idx="98">
                  <c:v>0.373254683609</c:v>
                </c:pt>
                <c:pt idx="99">
                  <c:v>0.367811248606</c:v>
                </c:pt>
                <c:pt idx="100">
                  <c:v>0.391088052736</c:v>
                </c:pt>
                <c:pt idx="101">
                  <c:v>0.369169292247</c:v>
                </c:pt>
                <c:pt idx="102">
                  <c:v>0.255273503451</c:v>
                </c:pt>
                <c:pt idx="103">
                  <c:v>0.11344384892</c:v>
                </c:pt>
                <c:pt idx="104">
                  <c:v>0.0308353669662</c:v>
                </c:pt>
                <c:pt idx="105">
                  <c:v>0.0216442402976</c:v>
                </c:pt>
                <c:pt idx="106">
                  <c:v>0.025151085398</c:v>
                </c:pt>
                <c:pt idx="107">
                  <c:v>0.114519689948</c:v>
                </c:pt>
                <c:pt idx="108">
                  <c:v>0.393244297035</c:v>
                </c:pt>
                <c:pt idx="109">
                  <c:v>0.794305472495</c:v>
                </c:pt>
                <c:pt idx="110">
                  <c:v>1</c:v>
                </c:pt>
                <c:pt idx="111">
                  <c:v>0.80596059086</c:v>
                </c:pt>
                <c:pt idx="112">
                  <c:v>0.364622383594</c:v>
                </c:pt>
                <c:pt idx="113">
                  <c:v>0.0970675033752</c:v>
                </c:pt>
                <c:pt idx="114">
                  <c:v>0.0163961909213</c:v>
                </c:pt>
                <c:pt idx="115">
                  <c:v>0.0133144401602</c:v>
                </c:pt>
                <c:pt idx="116">
                  <c:v>0.0413868269975</c:v>
                </c:pt>
                <c:pt idx="117">
                  <c:v>0.104250320161</c:v>
                </c:pt>
                <c:pt idx="118">
                  <c:v>0.160683573225</c:v>
                </c:pt>
                <c:pt idx="119">
                  <c:v>0.175011428795</c:v>
                </c:pt>
                <c:pt idx="120">
                  <c:v>0.145261586243</c:v>
                </c:pt>
                <c:pt idx="121">
                  <c:v>0.0866499697215</c:v>
                </c:pt>
                <c:pt idx="122">
                  <c:v>0.0368380966732</c:v>
                </c:pt>
                <c:pt idx="123">
                  <c:v>0.00741803273071</c:v>
                </c:pt>
                <c:pt idx="124">
                  <c:v>0.0109936157369</c:v>
                </c:pt>
                <c:pt idx="125">
                  <c:v>0.0171934382227</c:v>
                </c:pt>
                <c:pt idx="126">
                  <c:v>0.200242389579</c:v>
                </c:pt>
                <c:pt idx="127">
                  <c:v>0.55883281737</c:v>
                </c:pt>
                <c:pt idx="128">
                  <c:v>0.946397935964</c:v>
                </c:pt>
                <c:pt idx="129">
                  <c:v>0.985077260685</c:v>
                </c:pt>
                <c:pt idx="130">
                  <c:v>0.74798626282</c:v>
                </c:pt>
                <c:pt idx="131">
                  <c:v>0.277259647488</c:v>
                </c:pt>
                <c:pt idx="132">
                  <c:v>0.0336902055513</c:v>
                </c:pt>
                <c:pt idx="133">
                  <c:v>0.00269483373725</c:v>
                </c:pt>
                <c:pt idx="134">
                  <c:v>0.000442177357873</c:v>
                </c:pt>
                <c:pt idx="135">
                  <c:v>0.00010793441696</c:v>
                </c:pt>
                <c:pt idx="136">
                  <c:v>7.25370812757E-05</c:v>
                </c:pt>
                <c:pt idx="137">
                  <c:v>0.00198136742497</c:v>
                </c:pt>
                <c:pt idx="138">
                  <c:v>0.00236598296126</c:v>
                </c:pt>
                <c:pt idx="139">
                  <c:v>0.0799577070415</c:v>
                </c:pt>
                <c:pt idx="140">
                  <c:v>0.247549336542</c:v>
                </c:pt>
                <c:pt idx="141">
                  <c:v>0.415628688612</c:v>
                </c:pt>
                <c:pt idx="142">
                  <c:v>0.45530881474</c:v>
                </c:pt>
                <c:pt idx="143">
                  <c:v>0.409465837423</c:v>
                </c:pt>
                <c:pt idx="144">
                  <c:v>0.383418597761</c:v>
                </c:pt>
                <c:pt idx="145">
                  <c:v>0.361147701322</c:v>
                </c:pt>
                <c:pt idx="146">
                  <c:v>0.373314442346</c:v>
                </c:pt>
                <c:pt idx="147">
                  <c:v>0.366720405593</c:v>
                </c:pt>
                <c:pt idx="148">
                  <c:v>0.283050953762</c:v>
                </c:pt>
                <c:pt idx="149">
                  <c:v>0.176530787646</c:v>
                </c:pt>
                <c:pt idx="150">
                  <c:v>0.120047015494</c:v>
                </c:pt>
                <c:pt idx="151">
                  <c:v>0.119850323809</c:v>
                </c:pt>
                <c:pt idx="152">
                  <c:v>0.170395037036</c:v>
                </c:pt>
                <c:pt idx="153">
                  <c:v>0.175804072924</c:v>
                </c:pt>
                <c:pt idx="154">
                  <c:v>0.155170169816</c:v>
                </c:pt>
                <c:pt idx="155">
                  <c:v>0.132927225455</c:v>
                </c:pt>
                <c:pt idx="156">
                  <c:v>0.14013734896</c:v>
                </c:pt>
                <c:pt idx="157">
                  <c:v>0.211568320446</c:v>
                </c:pt>
                <c:pt idx="158">
                  <c:v>0.282674784327</c:v>
                </c:pt>
                <c:pt idx="159">
                  <c:v>0.338459909352</c:v>
                </c:pt>
                <c:pt idx="160">
                  <c:v>0.328911905525</c:v>
                </c:pt>
                <c:pt idx="161">
                  <c:v>0.257183543647</c:v>
                </c:pt>
                <c:pt idx="162">
                  <c:v>0.204220878315</c:v>
                </c:pt>
                <c:pt idx="163">
                  <c:v>0.197312961284</c:v>
                </c:pt>
                <c:pt idx="164">
                  <c:v>0.204504000957</c:v>
                </c:pt>
                <c:pt idx="165">
                  <c:v>0.129768957812</c:v>
                </c:pt>
                <c:pt idx="166">
                  <c:v>0.0824690145532</c:v>
                </c:pt>
                <c:pt idx="167">
                  <c:v>0.0663807483847</c:v>
                </c:pt>
                <c:pt idx="168">
                  <c:v>0.0708959623434</c:v>
                </c:pt>
                <c:pt idx="169">
                  <c:v>0.0820798903926</c:v>
                </c:pt>
                <c:pt idx="170">
                  <c:v>0.0869109820654</c:v>
                </c:pt>
                <c:pt idx="171">
                  <c:v>0.0896047488992</c:v>
                </c:pt>
                <c:pt idx="172">
                  <c:v>0.0754183382177</c:v>
                </c:pt>
                <c:pt idx="173">
                  <c:v>0.0609420583848</c:v>
                </c:pt>
                <c:pt idx="174">
                  <c:v>0.0254284718441</c:v>
                </c:pt>
                <c:pt idx="175">
                  <c:v>0.00564249561931</c:v>
                </c:pt>
                <c:pt idx="176">
                  <c:v>0.00143593816096</c:v>
                </c:pt>
                <c:pt idx="177">
                  <c:v>0.00592854400384</c:v>
                </c:pt>
                <c:pt idx="178">
                  <c:v>0.0530954873275</c:v>
                </c:pt>
                <c:pt idx="179">
                  <c:v>0.140692559885</c:v>
                </c:pt>
                <c:pt idx="180">
                  <c:v>0.138086090307</c:v>
                </c:pt>
                <c:pt idx="181">
                  <c:v>0.0757695826792</c:v>
                </c:pt>
                <c:pt idx="182">
                  <c:v>0.142559244186</c:v>
                </c:pt>
                <c:pt idx="183">
                  <c:v>0.381287485489</c:v>
                </c:pt>
                <c:pt idx="184">
                  <c:v>0.470699814849</c:v>
                </c:pt>
                <c:pt idx="185">
                  <c:v>0.368287892454</c:v>
                </c:pt>
                <c:pt idx="186">
                  <c:v>0.236354671201</c:v>
                </c:pt>
                <c:pt idx="187">
                  <c:v>0.143695191656</c:v>
                </c:pt>
                <c:pt idx="188">
                  <c:v>0.0786663567554</c:v>
                </c:pt>
                <c:pt idx="189">
                  <c:v>0.0343832292534</c:v>
                </c:pt>
                <c:pt idx="190">
                  <c:v>0.0179111396058</c:v>
                </c:pt>
                <c:pt idx="191">
                  <c:v>0.0142121531973</c:v>
                </c:pt>
                <c:pt idx="192">
                  <c:v>0.0188478622701</c:v>
                </c:pt>
                <c:pt idx="193">
                  <c:v>0.0205003354474</c:v>
                </c:pt>
                <c:pt idx="194">
                  <c:v>0.0134236373312</c:v>
                </c:pt>
                <c:pt idx="195">
                  <c:v>0.00457621543998</c:v>
                </c:pt>
                <c:pt idx="196">
                  <c:v>0.000599825382339</c:v>
                </c:pt>
                <c:pt idx="197">
                  <c:v>7.30793056466E-05</c:v>
                </c:pt>
                <c:pt idx="198">
                  <c:v>4.26788060406E-05</c:v>
                </c:pt>
                <c:pt idx="199">
                  <c:v>4.90151103233E-05</c:v>
                </c:pt>
                <c:pt idx="200">
                  <c:v>4.40627269694E-05</c:v>
                </c:pt>
                <c:pt idx="201">
                  <c:v>2.56370612458E-05</c:v>
                </c:pt>
                <c:pt idx="202">
                  <c:v>1.92763669053E-05</c:v>
                </c:pt>
                <c:pt idx="203">
                  <c:v>0.00023274826733</c:v>
                </c:pt>
                <c:pt idx="204">
                  <c:v>0.0406902817802</c:v>
                </c:pt>
                <c:pt idx="205">
                  <c:v>0.110496981194</c:v>
                </c:pt>
                <c:pt idx="206">
                  <c:v>0.171555449879</c:v>
                </c:pt>
                <c:pt idx="207">
                  <c:v>0.166496234718</c:v>
                </c:pt>
                <c:pt idx="208">
                  <c:v>0.155551602484</c:v>
                </c:pt>
                <c:pt idx="209">
                  <c:v>0.166159219821</c:v>
                </c:pt>
                <c:pt idx="210">
                  <c:v>0.176094524387</c:v>
                </c:pt>
                <c:pt idx="211">
                  <c:v>0.168419816111</c:v>
                </c:pt>
                <c:pt idx="212">
                  <c:v>0.141528845067</c:v>
                </c:pt>
                <c:pt idx="213">
                  <c:v>0.126110034458</c:v>
                </c:pt>
                <c:pt idx="214">
                  <c:v>0.122538706851</c:v>
                </c:pt>
                <c:pt idx="215">
                  <c:v>0.137190812732</c:v>
                </c:pt>
                <c:pt idx="216">
                  <c:v>0.112342219067</c:v>
                </c:pt>
                <c:pt idx="217">
                  <c:v>0.101982131924</c:v>
                </c:pt>
                <c:pt idx="218">
                  <c:v>0.101116725644</c:v>
                </c:pt>
                <c:pt idx="219">
                  <c:v>0.0987841146699</c:v>
                </c:pt>
                <c:pt idx="220">
                  <c:v>0.0857294326935</c:v>
                </c:pt>
                <c:pt idx="221">
                  <c:v>0.0818022966805</c:v>
                </c:pt>
                <c:pt idx="222">
                  <c:v>0.0849380577681</c:v>
                </c:pt>
                <c:pt idx="223">
                  <c:v>0.0810821394232</c:v>
                </c:pt>
                <c:pt idx="224">
                  <c:v>0.0793441267085</c:v>
                </c:pt>
                <c:pt idx="225">
                  <c:v>0.0777957578421</c:v>
                </c:pt>
                <c:pt idx="226">
                  <c:v>0.0802619132574</c:v>
                </c:pt>
                <c:pt idx="227">
                  <c:v>0.0766818005376</c:v>
                </c:pt>
                <c:pt idx="228">
                  <c:v>0.068477863236</c:v>
                </c:pt>
                <c:pt idx="229">
                  <c:v>0.0567306217589</c:v>
                </c:pt>
                <c:pt idx="230">
                  <c:v>0.0491114112759</c:v>
                </c:pt>
                <c:pt idx="231">
                  <c:v>0.0355310418898</c:v>
                </c:pt>
                <c:pt idx="232">
                  <c:v>0.0216012170267</c:v>
                </c:pt>
                <c:pt idx="233">
                  <c:v>0.00975329165715</c:v>
                </c:pt>
                <c:pt idx="234">
                  <c:v>0.00332863565646</c:v>
                </c:pt>
                <c:pt idx="235">
                  <c:v>0.000980838392264</c:v>
                </c:pt>
                <c:pt idx="236">
                  <c:v>0.000306433962897</c:v>
                </c:pt>
                <c:pt idx="237">
                  <c:v>9.33570338659E-05</c:v>
                </c:pt>
                <c:pt idx="238">
                  <c:v>5.30855653121E-05</c:v>
                </c:pt>
                <c:pt idx="239">
                  <c:v>4.40503988485E-05</c:v>
                </c:pt>
                <c:pt idx="240">
                  <c:v>1.74578055647E-05</c:v>
                </c:pt>
                <c:pt idx="241">
                  <c:v>1.38584125613E-05</c:v>
                </c:pt>
                <c:pt idx="242">
                  <c:v>1.1620984111E-05</c:v>
                </c:pt>
                <c:pt idx="243">
                  <c:v>9.70956258799E-06</c:v>
                </c:pt>
                <c:pt idx="244">
                  <c:v>4.50225103458E-06</c:v>
                </c:pt>
                <c:pt idx="245">
                  <c:v>2.33176405247E-06</c:v>
                </c:pt>
                <c:pt idx="246">
                  <c:v>1.66765784016E-06</c:v>
                </c:pt>
                <c:pt idx="247">
                  <c:v>2.05189821675E-06</c:v>
                </c:pt>
                <c:pt idx="248">
                  <c:v>2.66480584198E-06</c:v>
                </c:pt>
                <c:pt idx="249">
                  <c:v>2.54397352594E-06</c:v>
                </c:pt>
                <c:pt idx="250">
                  <c:v>1.51096673949E-06</c:v>
                </c:pt>
                <c:pt idx="251">
                  <c:v>1.26937055472E-06</c:v>
                </c:pt>
                <c:pt idx="252">
                  <c:v>9.37218580225E-07</c:v>
                </c:pt>
                <c:pt idx="253">
                  <c:v>6.96535026239E-07</c:v>
                </c:pt>
                <c:pt idx="254">
                  <c:v>5.82159573008E-07</c:v>
                </c:pt>
                <c:pt idx="255">
                  <c:v>4.06934462134E-07</c:v>
                </c:pt>
                <c:pt idx="256">
                  <c:v>3.24219691913E-07</c:v>
                </c:pt>
                <c:pt idx="257">
                  <c:v>2.60921141661E-07</c:v>
                </c:pt>
                <c:pt idx="258">
                  <c:v>1.14565584645E-07</c:v>
                </c:pt>
                <c:pt idx="259">
                  <c:v>8.914881726E-08</c:v>
                </c:pt>
                <c:pt idx="260">
                  <c:v>7.37709885192E-08</c:v>
                </c:pt>
                <c:pt idx="261">
                  <c:v>4.61410914789E-08</c:v>
                </c:pt>
                <c:pt idx="262">
                  <c:v>4.58292759605E-08</c:v>
                </c:pt>
                <c:pt idx="263">
                  <c:v>3.95777550777E-08</c:v>
                </c:pt>
                <c:pt idx="264">
                  <c:v>3.53492324368E-08</c:v>
                </c:pt>
                <c:pt idx="265">
                  <c:v>2.50973466096E-08</c:v>
                </c:pt>
                <c:pt idx="266">
                  <c:v>2.41771105673E-08</c:v>
                </c:pt>
                <c:pt idx="267">
                  <c:v>1.68760642808E-08</c:v>
                </c:pt>
                <c:pt idx="268">
                  <c:v>1.092875366E-08</c:v>
                </c:pt>
                <c:pt idx="269">
                  <c:v>7.69651962695E-09</c:v>
                </c:pt>
                <c:pt idx="270">
                  <c:v>5.65831087199E-09</c:v>
                </c:pt>
                <c:pt idx="271">
                  <c:v>4.99665355228E-09</c:v>
                </c:pt>
                <c:pt idx="272">
                  <c:v>5.50620574102E-09</c:v>
                </c:pt>
                <c:pt idx="273">
                  <c:v>5.50620574102E-09</c:v>
                </c:pt>
                <c:pt idx="274">
                  <c:v>2.72268184432E-09</c:v>
                </c:pt>
                <c:pt idx="275">
                  <c:v>2.08384029425E-09</c:v>
                </c:pt>
                <c:pt idx="276">
                  <c:v>1.54386707932E-09</c:v>
                </c:pt>
                <c:pt idx="277">
                  <c:v>9.88683351288E-10</c:v>
                </c:pt>
                <c:pt idx="278">
                  <c:v>1.36894617871E-10</c:v>
                </c:pt>
                <c:pt idx="279">
                  <c:v>7.60525654837E-12</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3.14947845805</c:v>
                </c:pt>
              </c:numCache>
            </c:numRef>
          </c:xVal>
          <c:yVal>
            <c:numRef>
              <c:f>'Chart Data'!$F$2:$F$3</c:f>
              <c:numCache>
                <c:formatCode>0.0</c:formatCode>
                <c:ptCount val="2"/>
                <c:pt idx="0">
                  <c:v>0.0122767857143</c:v>
                </c:pt>
                <c:pt idx="1">
                  <c:v>0.0122767857143</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3.14947845805</c:v>
                </c:pt>
              </c:numCache>
            </c:numRef>
          </c:xVal>
          <c:yVal>
            <c:numRef>
              <c:f>'Chart Data'!$H$2:$H$3</c:f>
              <c:numCache>
                <c:formatCode>0.0</c:formatCode>
                <c:ptCount val="2"/>
                <c:pt idx="0">
                  <c:v>0.00251496724488</c:v>
                </c:pt>
                <c:pt idx="1">
                  <c:v>0.00251496724488</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0.77</c:v>
                </c:pt>
                <c:pt idx="1">
                  <c:v>0.77</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2.37</c:v>
                </c:pt>
                <c:pt idx="1">
                  <c:v>2.37</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0.76</c:v>
                </c:pt>
                <c:pt idx="1">
                  <c:v>0.76</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2.36498866213</c:v>
                </c:pt>
                <c:pt idx="1">
                  <c:v>2.36498866213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3.1494784580498867"/>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Data'!$A$2:$A$1813</c:f>
              <c:numCache>
                <c:formatCode>General</c:formatCode>
                <c:ptCount val="1812"/>
                <c:pt idx="0">
                  <c:v>0</c:v>
                </c:pt>
                <c:pt idx="1">
                  <c:v>0.00131519274376</c:v>
                </c:pt>
                <c:pt idx="2">
                  <c:v>0.00263038548753</c:v>
                </c:pt>
                <c:pt idx="3">
                  <c:v>0.00394557823129</c:v>
                </c:pt>
                <c:pt idx="4">
                  <c:v>0.00526077097506</c:v>
                </c:pt>
                <c:pt idx="5">
                  <c:v>0.00657596371882</c:v>
                </c:pt>
                <c:pt idx="6">
                  <c:v>0.00789115646259</c:v>
                </c:pt>
                <c:pt idx="7">
                  <c:v>0.00920634920635</c:v>
                </c:pt>
                <c:pt idx="8">
                  <c:v>0.0105215419501</c:v>
                </c:pt>
                <c:pt idx="9">
                  <c:v>0.0118367346939</c:v>
                </c:pt>
                <c:pt idx="10">
                  <c:v>0.0131519274376</c:v>
                </c:pt>
                <c:pt idx="11">
                  <c:v>0.0144671201814</c:v>
                </c:pt>
                <c:pt idx="12">
                  <c:v>0.0157823129252</c:v>
                </c:pt>
                <c:pt idx="13">
                  <c:v>0.0170975056689</c:v>
                </c:pt>
                <c:pt idx="14">
                  <c:v>0.0184126984127</c:v>
                </c:pt>
                <c:pt idx="15">
                  <c:v>0.0197278911565</c:v>
                </c:pt>
                <c:pt idx="16">
                  <c:v>0.0210430839002</c:v>
                </c:pt>
                <c:pt idx="17">
                  <c:v>0.022358276644</c:v>
                </c:pt>
                <c:pt idx="18">
                  <c:v>0.0236734693878</c:v>
                </c:pt>
                <c:pt idx="19">
                  <c:v>0.0249886621315</c:v>
                </c:pt>
                <c:pt idx="20">
                  <c:v>0.0263038548753</c:v>
                </c:pt>
                <c:pt idx="21">
                  <c:v>0.027619047619</c:v>
                </c:pt>
                <c:pt idx="22">
                  <c:v>0.0289342403628</c:v>
                </c:pt>
                <c:pt idx="23">
                  <c:v>0.0302494331066</c:v>
                </c:pt>
                <c:pt idx="24">
                  <c:v>0.0315646258503</c:v>
                </c:pt>
                <c:pt idx="25">
                  <c:v>0.0328798185941</c:v>
                </c:pt>
                <c:pt idx="26">
                  <c:v>0.0341950113379</c:v>
                </c:pt>
                <c:pt idx="27">
                  <c:v>0.0355102040816</c:v>
                </c:pt>
                <c:pt idx="28">
                  <c:v>0.0368253968254</c:v>
                </c:pt>
                <c:pt idx="29">
                  <c:v>0.0381405895692</c:v>
                </c:pt>
                <c:pt idx="30">
                  <c:v>0.0394557823129</c:v>
                </c:pt>
                <c:pt idx="31">
                  <c:v>0.0407709750567</c:v>
                </c:pt>
                <c:pt idx="32">
                  <c:v>0.0420861678005</c:v>
                </c:pt>
                <c:pt idx="33">
                  <c:v>0.0434013605442</c:v>
                </c:pt>
                <c:pt idx="34">
                  <c:v>0.044716553288</c:v>
                </c:pt>
                <c:pt idx="35">
                  <c:v>0.0460317460317</c:v>
                </c:pt>
                <c:pt idx="36">
                  <c:v>0.0473469387755</c:v>
                </c:pt>
                <c:pt idx="37">
                  <c:v>0.0486621315193</c:v>
                </c:pt>
                <c:pt idx="38">
                  <c:v>0.049977324263</c:v>
                </c:pt>
                <c:pt idx="39">
                  <c:v>0.0512925170068</c:v>
                </c:pt>
                <c:pt idx="40">
                  <c:v>0.0526077097506</c:v>
                </c:pt>
                <c:pt idx="41">
                  <c:v>0.0539229024943</c:v>
                </c:pt>
                <c:pt idx="42">
                  <c:v>0.0552380952381</c:v>
                </c:pt>
                <c:pt idx="43">
                  <c:v>0.0565532879819</c:v>
                </c:pt>
                <c:pt idx="44">
                  <c:v>0.0578684807256</c:v>
                </c:pt>
                <c:pt idx="45">
                  <c:v>0.0591836734694</c:v>
                </c:pt>
                <c:pt idx="46">
                  <c:v>0.0604988662132</c:v>
                </c:pt>
                <c:pt idx="47">
                  <c:v>0.0618140589569</c:v>
                </c:pt>
                <c:pt idx="48">
                  <c:v>0.0631292517007</c:v>
                </c:pt>
                <c:pt idx="49">
                  <c:v>0.0644444444444</c:v>
                </c:pt>
                <c:pt idx="50">
                  <c:v>0.0657596371882</c:v>
                </c:pt>
                <c:pt idx="51">
                  <c:v>0.067074829932</c:v>
                </c:pt>
                <c:pt idx="52">
                  <c:v>0.0683900226757</c:v>
                </c:pt>
                <c:pt idx="53">
                  <c:v>0.0697052154195</c:v>
                </c:pt>
                <c:pt idx="54">
                  <c:v>0.0710204081633</c:v>
                </c:pt>
                <c:pt idx="55">
                  <c:v>0.072335600907</c:v>
                </c:pt>
                <c:pt idx="56">
                  <c:v>0.0736507936508</c:v>
                </c:pt>
                <c:pt idx="57">
                  <c:v>0.0749659863946</c:v>
                </c:pt>
                <c:pt idx="58">
                  <c:v>0.0762811791383</c:v>
                </c:pt>
                <c:pt idx="59">
                  <c:v>0.0775963718821</c:v>
                </c:pt>
                <c:pt idx="60">
                  <c:v>0.0789115646259</c:v>
                </c:pt>
                <c:pt idx="61">
                  <c:v>0.0802267573696</c:v>
                </c:pt>
                <c:pt idx="62">
                  <c:v>0.0815419501134</c:v>
                </c:pt>
                <c:pt idx="63">
                  <c:v>0.0828571428571</c:v>
                </c:pt>
                <c:pt idx="64">
                  <c:v>0.0841723356009</c:v>
                </c:pt>
                <c:pt idx="65">
                  <c:v>0.0854875283447</c:v>
                </c:pt>
                <c:pt idx="66">
                  <c:v>0.0868027210884</c:v>
                </c:pt>
                <c:pt idx="67">
                  <c:v>0.0881179138322</c:v>
                </c:pt>
                <c:pt idx="68">
                  <c:v>0.089433106576</c:v>
                </c:pt>
                <c:pt idx="69">
                  <c:v>0.0907482993197</c:v>
                </c:pt>
                <c:pt idx="70">
                  <c:v>0.0920634920635</c:v>
                </c:pt>
                <c:pt idx="71">
                  <c:v>0.0933786848073</c:v>
                </c:pt>
                <c:pt idx="72">
                  <c:v>0.094693877551</c:v>
                </c:pt>
                <c:pt idx="73">
                  <c:v>0.0960090702948</c:v>
                </c:pt>
                <c:pt idx="74">
                  <c:v>0.0973242630385</c:v>
                </c:pt>
                <c:pt idx="75">
                  <c:v>0.0986394557823</c:v>
                </c:pt>
                <c:pt idx="76">
                  <c:v>0.0999546485261</c:v>
                </c:pt>
                <c:pt idx="77">
                  <c:v>0.10126984127</c:v>
                </c:pt>
                <c:pt idx="78">
                  <c:v>0.102585034014</c:v>
                </c:pt>
                <c:pt idx="79">
                  <c:v>0.103900226757</c:v>
                </c:pt>
                <c:pt idx="80">
                  <c:v>0.105215419501</c:v>
                </c:pt>
                <c:pt idx="81">
                  <c:v>0.106530612245</c:v>
                </c:pt>
                <c:pt idx="82">
                  <c:v>0.107845804989</c:v>
                </c:pt>
                <c:pt idx="83">
                  <c:v>0.109160997732</c:v>
                </c:pt>
                <c:pt idx="84">
                  <c:v>0.110476190476</c:v>
                </c:pt>
                <c:pt idx="85">
                  <c:v>0.11179138322</c:v>
                </c:pt>
                <c:pt idx="86">
                  <c:v>0.113106575964</c:v>
                </c:pt>
                <c:pt idx="87">
                  <c:v>0.114421768707</c:v>
                </c:pt>
                <c:pt idx="88">
                  <c:v>0.115736961451</c:v>
                </c:pt>
                <c:pt idx="89">
                  <c:v>0.117052154195</c:v>
                </c:pt>
                <c:pt idx="90">
                  <c:v>0.118367346939</c:v>
                </c:pt>
                <c:pt idx="91">
                  <c:v>0.119682539683</c:v>
                </c:pt>
                <c:pt idx="92">
                  <c:v>0.120997732426</c:v>
                </c:pt>
                <c:pt idx="93">
                  <c:v>0.12231292517</c:v>
                </c:pt>
                <c:pt idx="94">
                  <c:v>0.123628117914</c:v>
                </c:pt>
                <c:pt idx="95">
                  <c:v>0.124943310658</c:v>
                </c:pt>
                <c:pt idx="96">
                  <c:v>0.126258503401</c:v>
                </c:pt>
                <c:pt idx="97">
                  <c:v>0.127573696145</c:v>
                </c:pt>
                <c:pt idx="98">
                  <c:v>0.128888888889</c:v>
                </c:pt>
                <c:pt idx="99">
                  <c:v>0.130204081633</c:v>
                </c:pt>
                <c:pt idx="100">
                  <c:v>0.131519274376</c:v>
                </c:pt>
                <c:pt idx="101">
                  <c:v>0.13283446712</c:v>
                </c:pt>
                <c:pt idx="102">
                  <c:v>0.134149659864</c:v>
                </c:pt>
                <c:pt idx="103">
                  <c:v>0.135464852608</c:v>
                </c:pt>
                <c:pt idx="104">
                  <c:v>0.136780045351</c:v>
                </c:pt>
                <c:pt idx="105">
                  <c:v>0.138095238095</c:v>
                </c:pt>
                <c:pt idx="106">
                  <c:v>0.139410430839</c:v>
                </c:pt>
                <c:pt idx="107">
                  <c:v>0.140725623583</c:v>
                </c:pt>
                <c:pt idx="108">
                  <c:v>0.142040816327</c:v>
                </c:pt>
                <c:pt idx="109">
                  <c:v>0.14335600907</c:v>
                </c:pt>
                <c:pt idx="110">
                  <c:v>0.144671201814</c:v>
                </c:pt>
                <c:pt idx="111">
                  <c:v>0.145986394558</c:v>
                </c:pt>
                <c:pt idx="112">
                  <c:v>0.147301587302</c:v>
                </c:pt>
                <c:pt idx="113">
                  <c:v>0.148616780045</c:v>
                </c:pt>
                <c:pt idx="114">
                  <c:v>0.149931972789</c:v>
                </c:pt>
                <c:pt idx="115">
                  <c:v>0.151247165533</c:v>
                </c:pt>
                <c:pt idx="116">
                  <c:v>0.152562358277</c:v>
                </c:pt>
                <c:pt idx="117">
                  <c:v>0.15387755102</c:v>
                </c:pt>
                <c:pt idx="118">
                  <c:v>0.155192743764</c:v>
                </c:pt>
                <c:pt idx="119">
                  <c:v>0.156507936508</c:v>
                </c:pt>
                <c:pt idx="120">
                  <c:v>0.157823129252</c:v>
                </c:pt>
                <c:pt idx="121">
                  <c:v>0.159138321995</c:v>
                </c:pt>
                <c:pt idx="122">
                  <c:v>0.160453514739</c:v>
                </c:pt>
                <c:pt idx="123">
                  <c:v>0.161768707483</c:v>
                </c:pt>
                <c:pt idx="124">
                  <c:v>0.163083900227</c:v>
                </c:pt>
                <c:pt idx="125">
                  <c:v>0.164399092971</c:v>
                </c:pt>
                <c:pt idx="126">
                  <c:v>0.165714285714</c:v>
                </c:pt>
                <c:pt idx="127">
                  <c:v>0.167029478458</c:v>
                </c:pt>
                <c:pt idx="128">
                  <c:v>0.168344671202</c:v>
                </c:pt>
                <c:pt idx="129">
                  <c:v>0.169659863946</c:v>
                </c:pt>
                <c:pt idx="130">
                  <c:v>0.170975056689</c:v>
                </c:pt>
                <c:pt idx="131">
                  <c:v>0.172290249433</c:v>
                </c:pt>
                <c:pt idx="132">
                  <c:v>0.173605442177</c:v>
                </c:pt>
                <c:pt idx="133">
                  <c:v>0.174920634921</c:v>
                </c:pt>
                <c:pt idx="134">
                  <c:v>0.176235827664</c:v>
                </c:pt>
                <c:pt idx="135">
                  <c:v>0.177551020408</c:v>
                </c:pt>
                <c:pt idx="136">
                  <c:v>0.178866213152</c:v>
                </c:pt>
                <c:pt idx="137">
                  <c:v>0.180181405896</c:v>
                </c:pt>
                <c:pt idx="138">
                  <c:v>0.181496598639</c:v>
                </c:pt>
                <c:pt idx="139">
                  <c:v>0.182811791383</c:v>
                </c:pt>
                <c:pt idx="140">
                  <c:v>0.184126984127</c:v>
                </c:pt>
                <c:pt idx="141">
                  <c:v>0.185442176871</c:v>
                </c:pt>
                <c:pt idx="142">
                  <c:v>0.186757369615</c:v>
                </c:pt>
                <c:pt idx="143">
                  <c:v>0.188072562358</c:v>
                </c:pt>
                <c:pt idx="144">
                  <c:v>0.189387755102</c:v>
                </c:pt>
                <c:pt idx="145">
                  <c:v>0.190702947846</c:v>
                </c:pt>
                <c:pt idx="146">
                  <c:v>0.19201814059</c:v>
                </c:pt>
                <c:pt idx="147">
                  <c:v>0.193333333333</c:v>
                </c:pt>
                <c:pt idx="148">
                  <c:v>0.194648526077</c:v>
                </c:pt>
                <c:pt idx="149">
                  <c:v>0.195963718821</c:v>
                </c:pt>
                <c:pt idx="150">
                  <c:v>0.197278911565</c:v>
                </c:pt>
                <c:pt idx="151">
                  <c:v>0.198594104308</c:v>
                </c:pt>
                <c:pt idx="152">
                  <c:v>0.199909297052</c:v>
                </c:pt>
                <c:pt idx="153">
                  <c:v>0.201224489796</c:v>
                </c:pt>
                <c:pt idx="154">
                  <c:v>0.20253968254</c:v>
                </c:pt>
                <c:pt idx="155">
                  <c:v>0.203854875283</c:v>
                </c:pt>
                <c:pt idx="156">
                  <c:v>0.205170068027</c:v>
                </c:pt>
                <c:pt idx="157">
                  <c:v>0.206485260771</c:v>
                </c:pt>
                <c:pt idx="158">
                  <c:v>0.207800453515</c:v>
                </c:pt>
                <c:pt idx="159">
                  <c:v>0.209115646259</c:v>
                </c:pt>
                <c:pt idx="160">
                  <c:v>0.210430839002</c:v>
                </c:pt>
                <c:pt idx="161">
                  <c:v>0.211746031746</c:v>
                </c:pt>
                <c:pt idx="162">
                  <c:v>0.21306122449</c:v>
                </c:pt>
                <c:pt idx="163">
                  <c:v>0.214376417234</c:v>
                </c:pt>
                <c:pt idx="164">
                  <c:v>0.215691609977</c:v>
                </c:pt>
                <c:pt idx="165">
                  <c:v>0.217006802721</c:v>
                </c:pt>
                <c:pt idx="166">
                  <c:v>0.218321995465</c:v>
                </c:pt>
                <c:pt idx="167">
                  <c:v>0.219637188209</c:v>
                </c:pt>
                <c:pt idx="168">
                  <c:v>0.220952380952</c:v>
                </c:pt>
                <c:pt idx="169">
                  <c:v>0.222267573696</c:v>
                </c:pt>
                <c:pt idx="170">
                  <c:v>0.22358276644</c:v>
                </c:pt>
                <c:pt idx="171">
                  <c:v>0.224897959184</c:v>
                </c:pt>
                <c:pt idx="172">
                  <c:v>0.226213151927</c:v>
                </c:pt>
                <c:pt idx="173">
                  <c:v>0.227528344671</c:v>
                </c:pt>
                <c:pt idx="174">
                  <c:v>0.228843537415</c:v>
                </c:pt>
                <c:pt idx="175">
                  <c:v>0.230158730159</c:v>
                </c:pt>
                <c:pt idx="176">
                  <c:v>0.231473922902</c:v>
                </c:pt>
                <c:pt idx="177">
                  <c:v>0.232789115646</c:v>
                </c:pt>
                <c:pt idx="178">
                  <c:v>0.23410430839</c:v>
                </c:pt>
                <c:pt idx="179">
                  <c:v>0.235419501134</c:v>
                </c:pt>
                <c:pt idx="180">
                  <c:v>0.236734693878</c:v>
                </c:pt>
                <c:pt idx="181">
                  <c:v>0.238049886621</c:v>
                </c:pt>
                <c:pt idx="182">
                  <c:v>0.239365079365</c:v>
                </c:pt>
                <c:pt idx="183">
                  <c:v>0.240680272109</c:v>
                </c:pt>
                <c:pt idx="184">
                  <c:v>0.241995464853</c:v>
                </c:pt>
                <c:pt idx="185">
                  <c:v>0.243310657596</c:v>
                </c:pt>
                <c:pt idx="186">
                  <c:v>0.24462585034</c:v>
                </c:pt>
                <c:pt idx="187">
                  <c:v>0.245941043084</c:v>
                </c:pt>
                <c:pt idx="188">
                  <c:v>0.247256235828</c:v>
                </c:pt>
                <c:pt idx="189">
                  <c:v>0.248571428571</c:v>
                </c:pt>
                <c:pt idx="190">
                  <c:v>0.249886621315</c:v>
                </c:pt>
                <c:pt idx="191">
                  <c:v>0.251201814059</c:v>
                </c:pt>
                <c:pt idx="192">
                  <c:v>0.252517006803</c:v>
                </c:pt>
                <c:pt idx="193">
                  <c:v>0.253832199546</c:v>
                </c:pt>
                <c:pt idx="194">
                  <c:v>0.25514739229</c:v>
                </c:pt>
                <c:pt idx="195">
                  <c:v>0.256462585034</c:v>
                </c:pt>
                <c:pt idx="196">
                  <c:v>0.257777777778</c:v>
                </c:pt>
                <c:pt idx="197">
                  <c:v>0.259092970522</c:v>
                </c:pt>
                <c:pt idx="198">
                  <c:v>0.260408163265</c:v>
                </c:pt>
                <c:pt idx="199">
                  <c:v>0.261723356009</c:v>
                </c:pt>
                <c:pt idx="200">
                  <c:v>0.263038548753</c:v>
                </c:pt>
                <c:pt idx="201">
                  <c:v>0.264353741497</c:v>
                </c:pt>
                <c:pt idx="202">
                  <c:v>0.26566893424</c:v>
                </c:pt>
                <c:pt idx="203">
                  <c:v>0.266984126984</c:v>
                </c:pt>
                <c:pt idx="204">
                  <c:v>0.268299319728</c:v>
                </c:pt>
                <c:pt idx="205">
                  <c:v>0.269614512472</c:v>
                </c:pt>
                <c:pt idx="206">
                  <c:v>0.270929705215</c:v>
                </c:pt>
                <c:pt idx="207">
                  <c:v>0.272244897959</c:v>
                </c:pt>
                <c:pt idx="208">
                  <c:v>0.273560090703</c:v>
                </c:pt>
                <c:pt idx="209">
                  <c:v>0.274875283447</c:v>
                </c:pt>
                <c:pt idx="210">
                  <c:v>0.27619047619</c:v>
                </c:pt>
                <c:pt idx="211">
                  <c:v>0.277505668934</c:v>
                </c:pt>
                <c:pt idx="212">
                  <c:v>0.278820861678</c:v>
                </c:pt>
                <c:pt idx="213">
                  <c:v>0.280136054422</c:v>
                </c:pt>
                <c:pt idx="214">
                  <c:v>0.281451247166</c:v>
                </c:pt>
                <c:pt idx="215">
                  <c:v>0.282766439909</c:v>
                </c:pt>
                <c:pt idx="216">
                  <c:v>0.284081632653</c:v>
                </c:pt>
                <c:pt idx="217">
                  <c:v>0.285396825397</c:v>
                </c:pt>
                <c:pt idx="218">
                  <c:v>0.286712018141</c:v>
                </c:pt>
                <c:pt idx="219">
                  <c:v>0.288027210884</c:v>
                </c:pt>
                <c:pt idx="220">
                  <c:v>0.289342403628</c:v>
                </c:pt>
                <c:pt idx="221">
                  <c:v>0.290657596372</c:v>
                </c:pt>
                <c:pt idx="222">
                  <c:v>0.291972789116</c:v>
                </c:pt>
                <c:pt idx="223">
                  <c:v>0.293287981859</c:v>
                </c:pt>
                <c:pt idx="224">
                  <c:v>0.294603174603</c:v>
                </c:pt>
                <c:pt idx="225">
                  <c:v>0.295918367347</c:v>
                </c:pt>
                <c:pt idx="226">
                  <c:v>0.297233560091</c:v>
                </c:pt>
                <c:pt idx="227">
                  <c:v>0.298548752834</c:v>
                </c:pt>
                <c:pt idx="228">
                  <c:v>0.299863945578</c:v>
                </c:pt>
                <c:pt idx="229">
                  <c:v>0.301179138322</c:v>
                </c:pt>
                <c:pt idx="230">
                  <c:v>0.302494331066</c:v>
                </c:pt>
                <c:pt idx="231">
                  <c:v>0.30380952381</c:v>
                </c:pt>
                <c:pt idx="232">
                  <c:v>0.305124716553</c:v>
                </c:pt>
                <c:pt idx="233">
                  <c:v>0.306439909297</c:v>
                </c:pt>
                <c:pt idx="234">
                  <c:v>0.307755102041</c:v>
                </c:pt>
                <c:pt idx="235">
                  <c:v>0.309070294785</c:v>
                </c:pt>
                <c:pt idx="236">
                  <c:v>0.310385487528</c:v>
                </c:pt>
                <c:pt idx="237">
                  <c:v>0.311700680272</c:v>
                </c:pt>
                <c:pt idx="238">
                  <c:v>0.313015873016</c:v>
                </c:pt>
                <c:pt idx="239">
                  <c:v>0.31433106576</c:v>
                </c:pt>
                <c:pt idx="240">
                  <c:v>0.315646258503</c:v>
                </c:pt>
                <c:pt idx="241">
                  <c:v>0.316961451247</c:v>
                </c:pt>
                <c:pt idx="242">
                  <c:v>0.318276643991</c:v>
                </c:pt>
                <c:pt idx="243">
                  <c:v>0.319591836735</c:v>
                </c:pt>
                <c:pt idx="244">
                  <c:v>0.320907029478</c:v>
                </c:pt>
                <c:pt idx="245">
                  <c:v>0.322222222222</c:v>
                </c:pt>
                <c:pt idx="246">
                  <c:v>0.323537414966</c:v>
                </c:pt>
                <c:pt idx="247">
                  <c:v>0.32485260771</c:v>
                </c:pt>
                <c:pt idx="248">
                  <c:v>0.326167800454</c:v>
                </c:pt>
                <c:pt idx="249">
                  <c:v>0.327482993197</c:v>
                </c:pt>
                <c:pt idx="250">
                  <c:v>0.328798185941</c:v>
                </c:pt>
                <c:pt idx="251">
                  <c:v>0.330113378685</c:v>
                </c:pt>
                <c:pt idx="252">
                  <c:v>0.331428571429</c:v>
                </c:pt>
                <c:pt idx="253">
                  <c:v>0.332743764172</c:v>
                </c:pt>
                <c:pt idx="254">
                  <c:v>0.334058956916</c:v>
                </c:pt>
                <c:pt idx="255">
                  <c:v>0.33537414966</c:v>
                </c:pt>
                <c:pt idx="256">
                  <c:v>0.336689342404</c:v>
                </c:pt>
                <c:pt idx="257">
                  <c:v>0.338004535147</c:v>
                </c:pt>
                <c:pt idx="258">
                  <c:v>0.339319727891</c:v>
                </c:pt>
                <c:pt idx="259">
                  <c:v>0.340634920635</c:v>
                </c:pt>
                <c:pt idx="260">
                  <c:v>0.341950113379</c:v>
                </c:pt>
                <c:pt idx="261">
                  <c:v>0.343265306122</c:v>
                </c:pt>
                <c:pt idx="262">
                  <c:v>0.344580498866</c:v>
                </c:pt>
                <c:pt idx="263">
                  <c:v>0.34589569161</c:v>
                </c:pt>
                <c:pt idx="264">
                  <c:v>0.347210884354</c:v>
                </c:pt>
                <c:pt idx="265">
                  <c:v>0.348526077098</c:v>
                </c:pt>
                <c:pt idx="266">
                  <c:v>0.349841269841</c:v>
                </c:pt>
                <c:pt idx="267">
                  <c:v>0.351156462585</c:v>
                </c:pt>
                <c:pt idx="268">
                  <c:v>0.352471655329</c:v>
                </c:pt>
                <c:pt idx="269">
                  <c:v>0.353786848073</c:v>
                </c:pt>
                <c:pt idx="270">
                  <c:v>0.355102040816</c:v>
                </c:pt>
                <c:pt idx="271">
                  <c:v>0.35641723356</c:v>
                </c:pt>
                <c:pt idx="272">
                  <c:v>0.357732426304</c:v>
                </c:pt>
                <c:pt idx="273">
                  <c:v>0.359047619048</c:v>
                </c:pt>
                <c:pt idx="274">
                  <c:v>0.360362811791</c:v>
                </c:pt>
                <c:pt idx="275">
                  <c:v>0.361678004535</c:v>
                </c:pt>
                <c:pt idx="276">
                  <c:v>0.362993197279</c:v>
                </c:pt>
                <c:pt idx="277">
                  <c:v>0.364308390023</c:v>
                </c:pt>
                <c:pt idx="278">
                  <c:v>0.365623582766</c:v>
                </c:pt>
                <c:pt idx="279">
                  <c:v>0.36693877551</c:v>
                </c:pt>
                <c:pt idx="280">
                  <c:v>0.368253968254</c:v>
                </c:pt>
                <c:pt idx="281">
                  <c:v>0.369569160998</c:v>
                </c:pt>
                <c:pt idx="282">
                  <c:v>0.370884353741</c:v>
                </c:pt>
                <c:pt idx="283">
                  <c:v>0.372199546485</c:v>
                </c:pt>
                <c:pt idx="284">
                  <c:v>0.373514739229</c:v>
                </c:pt>
                <c:pt idx="285">
                  <c:v>0.374829931973</c:v>
                </c:pt>
                <c:pt idx="286">
                  <c:v>0.376145124717</c:v>
                </c:pt>
                <c:pt idx="287">
                  <c:v>0.37746031746</c:v>
                </c:pt>
                <c:pt idx="288">
                  <c:v>0.378775510204</c:v>
                </c:pt>
                <c:pt idx="289">
                  <c:v>0.380090702948</c:v>
                </c:pt>
                <c:pt idx="290">
                  <c:v>0.381405895692</c:v>
                </c:pt>
                <c:pt idx="291">
                  <c:v>0.382721088435</c:v>
                </c:pt>
                <c:pt idx="292">
                  <c:v>0.384036281179</c:v>
                </c:pt>
                <c:pt idx="293">
                  <c:v>0.385351473923</c:v>
                </c:pt>
                <c:pt idx="294">
                  <c:v>0.386666666667</c:v>
                </c:pt>
                <c:pt idx="295">
                  <c:v>0.38798185941</c:v>
                </c:pt>
                <c:pt idx="296">
                  <c:v>0.389297052154</c:v>
                </c:pt>
                <c:pt idx="297">
                  <c:v>0.390612244898</c:v>
                </c:pt>
                <c:pt idx="298">
                  <c:v>0.391927437642</c:v>
                </c:pt>
                <c:pt idx="299">
                  <c:v>0.393242630385</c:v>
                </c:pt>
                <c:pt idx="300">
                  <c:v>0.394557823129</c:v>
                </c:pt>
                <c:pt idx="301">
                  <c:v>0.395873015873</c:v>
                </c:pt>
                <c:pt idx="302">
                  <c:v>0.397188208617</c:v>
                </c:pt>
                <c:pt idx="303">
                  <c:v>0.398503401361</c:v>
                </c:pt>
                <c:pt idx="304">
                  <c:v>0.399818594104</c:v>
                </c:pt>
                <c:pt idx="305">
                  <c:v>0.401133786848</c:v>
                </c:pt>
                <c:pt idx="306">
                  <c:v>0.402448979592</c:v>
                </c:pt>
                <c:pt idx="307">
                  <c:v>0.403764172336</c:v>
                </c:pt>
                <c:pt idx="308">
                  <c:v>0.405079365079</c:v>
                </c:pt>
                <c:pt idx="309">
                  <c:v>0.406394557823</c:v>
                </c:pt>
                <c:pt idx="310">
                  <c:v>0.407709750567</c:v>
                </c:pt>
                <c:pt idx="311">
                  <c:v>0.409024943311</c:v>
                </c:pt>
                <c:pt idx="312">
                  <c:v>0.410340136054</c:v>
                </c:pt>
                <c:pt idx="313">
                  <c:v>0.411655328798</c:v>
                </c:pt>
                <c:pt idx="314">
                  <c:v>0.412970521542</c:v>
                </c:pt>
                <c:pt idx="315">
                  <c:v>0.414285714286</c:v>
                </c:pt>
                <c:pt idx="316">
                  <c:v>0.415600907029</c:v>
                </c:pt>
                <c:pt idx="317">
                  <c:v>0.416916099773</c:v>
                </c:pt>
                <c:pt idx="318">
                  <c:v>0.418231292517</c:v>
                </c:pt>
                <c:pt idx="319">
                  <c:v>0.419546485261</c:v>
                </c:pt>
                <c:pt idx="320">
                  <c:v>0.420861678005</c:v>
                </c:pt>
                <c:pt idx="321">
                  <c:v>0.422176870748</c:v>
                </c:pt>
                <c:pt idx="322">
                  <c:v>0.423492063492</c:v>
                </c:pt>
                <c:pt idx="323">
                  <c:v>0.424807256236</c:v>
                </c:pt>
                <c:pt idx="324">
                  <c:v>0.42612244898</c:v>
                </c:pt>
                <c:pt idx="325">
                  <c:v>0.427437641723</c:v>
                </c:pt>
                <c:pt idx="326">
                  <c:v>0.428752834467</c:v>
                </c:pt>
                <c:pt idx="327">
                  <c:v>0.430068027211</c:v>
                </c:pt>
                <c:pt idx="328">
                  <c:v>0.431383219955</c:v>
                </c:pt>
                <c:pt idx="329">
                  <c:v>0.432698412698</c:v>
                </c:pt>
                <c:pt idx="330">
                  <c:v>0.434013605442</c:v>
                </c:pt>
                <c:pt idx="331">
                  <c:v>0.435328798186</c:v>
                </c:pt>
                <c:pt idx="332">
                  <c:v>0.43664399093</c:v>
                </c:pt>
                <c:pt idx="333">
                  <c:v>0.437959183673</c:v>
                </c:pt>
                <c:pt idx="334">
                  <c:v>0.439274376417</c:v>
                </c:pt>
                <c:pt idx="335">
                  <c:v>0.440589569161</c:v>
                </c:pt>
                <c:pt idx="336">
                  <c:v>0.441904761905</c:v>
                </c:pt>
                <c:pt idx="337">
                  <c:v>0.443219954649</c:v>
                </c:pt>
                <c:pt idx="338">
                  <c:v>0.444535147392</c:v>
                </c:pt>
                <c:pt idx="339">
                  <c:v>0.445850340136</c:v>
                </c:pt>
                <c:pt idx="340">
                  <c:v>0.44716553288</c:v>
                </c:pt>
                <c:pt idx="341">
                  <c:v>0.448480725624</c:v>
                </c:pt>
                <c:pt idx="342">
                  <c:v>0.449795918367</c:v>
                </c:pt>
                <c:pt idx="343">
                  <c:v>0.451111111111</c:v>
                </c:pt>
                <c:pt idx="344">
                  <c:v>0.452426303855</c:v>
                </c:pt>
                <c:pt idx="345">
                  <c:v>0.453741496599</c:v>
                </c:pt>
                <c:pt idx="346">
                  <c:v>0.455056689342</c:v>
                </c:pt>
                <c:pt idx="347">
                  <c:v>0.456371882086</c:v>
                </c:pt>
                <c:pt idx="348">
                  <c:v>0.45768707483</c:v>
                </c:pt>
                <c:pt idx="349">
                  <c:v>0.459002267574</c:v>
                </c:pt>
                <c:pt idx="350">
                  <c:v>0.460317460317</c:v>
                </c:pt>
                <c:pt idx="351">
                  <c:v>0.461632653061</c:v>
                </c:pt>
                <c:pt idx="352">
                  <c:v>0.462947845805</c:v>
                </c:pt>
                <c:pt idx="353">
                  <c:v>0.464263038549</c:v>
                </c:pt>
                <c:pt idx="354">
                  <c:v>0.465578231293</c:v>
                </c:pt>
                <c:pt idx="355">
                  <c:v>0.466893424036</c:v>
                </c:pt>
                <c:pt idx="356">
                  <c:v>0.46820861678</c:v>
                </c:pt>
                <c:pt idx="357">
                  <c:v>0.469523809524</c:v>
                </c:pt>
                <c:pt idx="358">
                  <c:v>0.470839002268</c:v>
                </c:pt>
                <c:pt idx="359">
                  <c:v>0.472154195011</c:v>
                </c:pt>
                <c:pt idx="360">
                  <c:v>0.473469387755</c:v>
                </c:pt>
                <c:pt idx="361">
                  <c:v>0.474784580499</c:v>
                </c:pt>
                <c:pt idx="362">
                  <c:v>0.476099773243</c:v>
                </c:pt>
                <c:pt idx="363">
                  <c:v>0.477414965986</c:v>
                </c:pt>
                <c:pt idx="364">
                  <c:v>0.47873015873</c:v>
                </c:pt>
                <c:pt idx="365">
                  <c:v>0.480045351474</c:v>
                </c:pt>
                <c:pt idx="366">
                  <c:v>0.481360544218</c:v>
                </c:pt>
                <c:pt idx="367">
                  <c:v>0.482675736961</c:v>
                </c:pt>
                <c:pt idx="368">
                  <c:v>0.483990929705</c:v>
                </c:pt>
                <c:pt idx="369">
                  <c:v>0.485306122449</c:v>
                </c:pt>
                <c:pt idx="370">
                  <c:v>0.486621315193</c:v>
                </c:pt>
                <c:pt idx="371">
                  <c:v>0.487936507937</c:v>
                </c:pt>
                <c:pt idx="372">
                  <c:v>0.48925170068</c:v>
                </c:pt>
                <c:pt idx="373">
                  <c:v>0.490566893424</c:v>
                </c:pt>
                <c:pt idx="374">
                  <c:v>0.491882086168</c:v>
                </c:pt>
                <c:pt idx="375">
                  <c:v>0.493197278912</c:v>
                </c:pt>
                <c:pt idx="376">
                  <c:v>0.494512471655</c:v>
                </c:pt>
                <c:pt idx="377">
                  <c:v>0.495827664399</c:v>
                </c:pt>
                <c:pt idx="378">
                  <c:v>0.497142857143</c:v>
                </c:pt>
                <c:pt idx="379">
                  <c:v>0.498458049887</c:v>
                </c:pt>
                <c:pt idx="380">
                  <c:v>0.49977324263</c:v>
                </c:pt>
                <c:pt idx="381">
                  <c:v>0.501088435374</c:v>
                </c:pt>
                <c:pt idx="382">
                  <c:v>0.502403628118</c:v>
                </c:pt>
                <c:pt idx="383">
                  <c:v>0.503718820862</c:v>
                </c:pt>
                <c:pt idx="384">
                  <c:v>0.505034013605</c:v>
                </c:pt>
                <c:pt idx="385">
                  <c:v>0.506349206349</c:v>
                </c:pt>
                <c:pt idx="386">
                  <c:v>0.507664399093</c:v>
                </c:pt>
                <c:pt idx="387">
                  <c:v>0.508979591837</c:v>
                </c:pt>
                <c:pt idx="388">
                  <c:v>0.51029478458</c:v>
                </c:pt>
                <c:pt idx="389">
                  <c:v>0.511609977324</c:v>
                </c:pt>
                <c:pt idx="390">
                  <c:v>0.512925170068</c:v>
                </c:pt>
                <c:pt idx="391">
                  <c:v>0.514240362812</c:v>
                </c:pt>
                <c:pt idx="392">
                  <c:v>0.515555555556</c:v>
                </c:pt>
                <c:pt idx="393">
                  <c:v>0.516870748299</c:v>
                </c:pt>
                <c:pt idx="394">
                  <c:v>0.518185941043</c:v>
                </c:pt>
                <c:pt idx="395">
                  <c:v>0.519501133787</c:v>
                </c:pt>
                <c:pt idx="396">
                  <c:v>0.520816326531</c:v>
                </c:pt>
                <c:pt idx="397">
                  <c:v>0.522131519274</c:v>
                </c:pt>
                <c:pt idx="398">
                  <c:v>0.523446712018</c:v>
                </c:pt>
                <c:pt idx="399">
                  <c:v>0.524761904762</c:v>
                </c:pt>
                <c:pt idx="400">
                  <c:v>0.526077097506</c:v>
                </c:pt>
                <c:pt idx="401">
                  <c:v>0.527392290249</c:v>
                </c:pt>
                <c:pt idx="402">
                  <c:v>0.528707482993</c:v>
                </c:pt>
                <c:pt idx="403">
                  <c:v>0.530022675737</c:v>
                </c:pt>
                <c:pt idx="404">
                  <c:v>0.531337868481</c:v>
                </c:pt>
                <c:pt idx="405">
                  <c:v>0.532653061224</c:v>
                </c:pt>
                <c:pt idx="406">
                  <c:v>0.533968253968</c:v>
                </c:pt>
                <c:pt idx="407">
                  <c:v>0.535283446712</c:v>
                </c:pt>
                <c:pt idx="408">
                  <c:v>0.536598639456</c:v>
                </c:pt>
                <c:pt idx="409">
                  <c:v>0.5379138322</c:v>
                </c:pt>
                <c:pt idx="410">
                  <c:v>0.539229024943</c:v>
                </c:pt>
                <c:pt idx="411">
                  <c:v>0.540544217687</c:v>
                </c:pt>
                <c:pt idx="412">
                  <c:v>0.541859410431</c:v>
                </c:pt>
                <c:pt idx="413">
                  <c:v>0.543174603175</c:v>
                </c:pt>
                <c:pt idx="414">
                  <c:v>0.544489795918</c:v>
                </c:pt>
                <c:pt idx="415">
                  <c:v>0.545804988662</c:v>
                </c:pt>
                <c:pt idx="416">
                  <c:v>0.547120181406</c:v>
                </c:pt>
                <c:pt idx="417">
                  <c:v>0.54843537415</c:v>
                </c:pt>
                <c:pt idx="418">
                  <c:v>0.549750566893</c:v>
                </c:pt>
                <c:pt idx="419">
                  <c:v>0.551065759637</c:v>
                </c:pt>
                <c:pt idx="420">
                  <c:v>0.552380952381</c:v>
                </c:pt>
                <c:pt idx="421">
                  <c:v>0.553696145125</c:v>
                </c:pt>
                <c:pt idx="422">
                  <c:v>0.555011337868</c:v>
                </c:pt>
                <c:pt idx="423">
                  <c:v>0.556326530612</c:v>
                </c:pt>
                <c:pt idx="424">
                  <c:v>0.557641723356</c:v>
                </c:pt>
                <c:pt idx="425">
                  <c:v>0.5589569161</c:v>
                </c:pt>
                <c:pt idx="426">
                  <c:v>0.560272108844</c:v>
                </c:pt>
                <c:pt idx="427">
                  <c:v>0.561587301587</c:v>
                </c:pt>
                <c:pt idx="428">
                  <c:v>0.562902494331</c:v>
                </c:pt>
                <c:pt idx="429">
                  <c:v>0.564217687075</c:v>
                </c:pt>
                <c:pt idx="430">
                  <c:v>0.565532879819</c:v>
                </c:pt>
                <c:pt idx="431">
                  <c:v>0.566848072562</c:v>
                </c:pt>
                <c:pt idx="432">
                  <c:v>0.568163265306</c:v>
                </c:pt>
                <c:pt idx="433">
                  <c:v>0.56947845805</c:v>
                </c:pt>
                <c:pt idx="434">
                  <c:v>0.570793650794</c:v>
                </c:pt>
                <c:pt idx="435">
                  <c:v>0.572108843537</c:v>
                </c:pt>
                <c:pt idx="436">
                  <c:v>0.573424036281</c:v>
                </c:pt>
                <c:pt idx="437">
                  <c:v>0.574739229025</c:v>
                </c:pt>
                <c:pt idx="438">
                  <c:v>0.576054421769</c:v>
                </c:pt>
                <c:pt idx="439">
                  <c:v>0.577369614512</c:v>
                </c:pt>
                <c:pt idx="440">
                  <c:v>0.578684807256</c:v>
                </c:pt>
                <c:pt idx="441">
                  <c:v>0.58</c:v>
                </c:pt>
                <c:pt idx="442">
                  <c:v>0.581315192744</c:v>
                </c:pt>
                <c:pt idx="443">
                  <c:v>0.582630385488</c:v>
                </c:pt>
                <c:pt idx="444">
                  <c:v>0.583945578231</c:v>
                </c:pt>
                <c:pt idx="445">
                  <c:v>0.585260770975</c:v>
                </c:pt>
                <c:pt idx="446">
                  <c:v>0.586575963719</c:v>
                </c:pt>
                <c:pt idx="447">
                  <c:v>0.587891156463</c:v>
                </c:pt>
                <c:pt idx="448">
                  <c:v>0.589206349206</c:v>
                </c:pt>
                <c:pt idx="449">
                  <c:v>0.59052154195</c:v>
                </c:pt>
                <c:pt idx="450">
                  <c:v>0.591836734694</c:v>
                </c:pt>
                <c:pt idx="451">
                  <c:v>0.593151927438</c:v>
                </c:pt>
                <c:pt idx="452">
                  <c:v>0.594467120181</c:v>
                </c:pt>
                <c:pt idx="453">
                  <c:v>0.595782312925</c:v>
                </c:pt>
                <c:pt idx="454">
                  <c:v>0.597097505669</c:v>
                </c:pt>
                <c:pt idx="455">
                  <c:v>0.598412698413</c:v>
                </c:pt>
                <c:pt idx="456">
                  <c:v>0.599727891156</c:v>
                </c:pt>
                <c:pt idx="457">
                  <c:v>0.6010430839</c:v>
                </c:pt>
                <c:pt idx="458">
                  <c:v>0.602358276644</c:v>
                </c:pt>
                <c:pt idx="459">
                  <c:v>0.603673469388</c:v>
                </c:pt>
                <c:pt idx="460">
                  <c:v>0.604988662132</c:v>
                </c:pt>
                <c:pt idx="461">
                  <c:v>0.606303854875</c:v>
                </c:pt>
                <c:pt idx="462">
                  <c:v>0.607619047619</c:v>
                </c:pt>
                <c:pt idx="463">
                  <c:v>0.608934240363</c:v>
                </c:pt>
                <c:pt idx="464">
                  <c:v>0.610249433107</c:v>
                </c:pt>
                <c:pt idx="465">
                  <c:v>0.61156462585</c:v>
                </c:pt>
                <c:pt idx="466">
                  <c:v>0.612879818594</c:v>
                </c:pt>
                <c:pt idx="467">
                  <c:v>0.614195011338</c:v>
                </c:pt>
                <c:pt idx="468">
                  <c:v>0.615510204082</c:v>
                </c:pt>
                <c:pt idx="469">
                  <c:v>0.616825396825</c:v>
                </c:pt>
                <c:pt idx="470">
                  <c:v>0.618140589569</c:v>
                </c:pt>
                <c:pt idx="471">
                  <c:v>0.619455782313</c:v>
                </c:pt>
                <c:pt idx="472">
                  <c:v>0.620770975057</c:v>
                </c:pt>
                <c:pt idx="473">
                  <c:v>0.6220861678</c:v>
                </c:pt>
                <c:pt idx="474">
                  <c:v>0.623401360544</c:v>
                </c:pt>
                <c:pt idx="475">
                  <c:v>0.624716553288</c:v>
                </c:pt>
                <c:pt idx="476">
                  <c:v>0.626031746032</c:v>
                </c:pt>
                <c:pt idx="477">
                  <c:v>0.627346938776</c:v>
                </c:pt>
                <c:pt idx="478">
                  <c:v>0.628662131519</c:v>
                </c:pt>
                <c:pt idx="479">
                  <c:v>0.629977324263</c:v>
                </c:pt>
                <c:pt idx="480">
                  <c:v>0.631292517007</c:v>
                </c:pt>
                <c:pt idx="481">
                  <c:v>0.632607709751</c:v>
                </c:pt>
                <c:pt idx="482">
                  <c:v>0.633922902494</c:v>
                </c:pt>
                <c:pt idx="483">
                  <c:v>0.635238095238</c:v>
                </c:pt>
                <c:pt idx="484">
                  <c:v>0.636553287982</c:v>
                </c:pt>
                <c:pt idx="485">
                  <c:v>0.637868480726</c:v>
                </c:pt>
                <c:pt idx="486">
                  <c:v>0.639183673469</c:v>
                </c:pt>
                <c:pt idx="487">
                  <c:v>0.640498866213</c:v>
                </c:pt>
                <c:pt idx="488">
                  <c:v>0.641814058957</c:v>
                </c:pt>
                <c:pt idx="489">
                  <c:v>0.643129251701</c:v>
                </c:pt>
                <c:pt idx="490">
                  <c:v>0.644444444444</c:v>
                </c:pt>
                <c:pt idx="491">
                  <c:v>0.645759637188</c:v>
                </c:pt>
                <c:pt idx="492">
                  <c:v>0.647074829932</c:v>
                </c:pt>
                <c:pt idx="493">
                  <c:v>0.648390022676</c:v>
                </c:pt>
                <c:pt idx="494">
                  <c:v>0.64970521542</c:v>
                </c:pt>
                <c:pt idx="495">
                  <c:v>0.651020408163</c:v>
                </c:pt>
                <c:pt idx="496">
                  <c:v>0.652335600907</c:v>
                </c:pt>
                <c:pt idx="497">
                  <c:v>0.653650793651</c:v>
                </c:pt>
                <c:pt idx="498">
                  <c:v>0.654965986395</c:v>
                </c:pt>
                <c:pt idx="499">
                  <c:v>0.656281179138</c:v>
                </c:pt>
                <c:pt idx="500">
                  <c:v>0.657596371882</c:v>
                </c:pt>
                <c:pt idx="501">
                  <c:v>0.658911564626</c:v>
                </c:pt>
                <c:pt idx="502">
                  <c:v>0.66022675737</c:v>
                </c:pt>
                <c:pt idx="503">
                  <c:v>0.661541950113</c:v>
                </c:pt>
                <c:pt idx="504">
                  <c:v>0.662857142857</c:v>
                </c:pt>
                <c:pt idx="505">
                  <c:v>0.664172335601</c:v>
                </c:pt>
                <c:pt idx="506">
                  <c:v>0.665487528345</c:v>
                </c:pt>
                <c:pt idx="507">
                  <c:v>0.666802721088</c:v>
                </c:pt>
                <c:pt idx="508">
                  <c:v>0.668117913832</c:v>
                </c:pt>
                <c:pt idx="509">
                  <c:v>0.669433106576</c:v>
                </c:pt>
                <c:pt idx="510">
                  <c:v>0.67074829932</c:v>
                </c:pt>
                <c:pt idx="511">
                  <c:v>0.672063492063</c:v>
                </c:pt>
                <c:pt idx="512">
                  <c:v>0.673378684807</c:v>
                </c:pt>
                <c:pt idx="513">
                  <c:v>0.674693877551</c:v>
                </c:pt>
                <c:pt idx="514">
                  <c:v>0.676009070295</c:v>
                </c:pt>
                <c:pt idx="515">
                  <c:v>0.677324263039</c:v>
                </c:pt>
                <c:pt idx="516">
                  <c:v>0.678639455782</c:v>
                </c:pt>
                <c:pt idx="517">
                  <c:v>0.679954648526</c:v>
                </c:pt>
                <c:pt idx="518">
                  <c:v>0.68126984127</c:v>
                </c:pt>
                <c:pt idx="519">
                  <c:v>0.682585034014</c:v>
                </c:pt>
                <c:pt idx="520">
                  <c:v>0.683900226757</c:v>
                </c:pt>
                <c:pt idx="521">
                  <c:v>0.685215419501</c:v>
                </c:pt>
                <c:pt idx="522">
                  <c:v>0.686530612245</c:v>
                </c:pt>
                <c:pt idx="523">
                  <c:v>0.687845804989</c:v>
                </c:pt>
                <c:pt idx="524">
                  <c:v>0.689160997732</c:v>
                </c:pt>
                <c:pt idx="525">
                  <c:v>0.690476190476</c:v>
                </c:pt>
                <c:pt idx="526">
                  <c:v>0.69179138322</c:v>
                </c:pt>
                <c:pt idx="527">
                  <c:v>0.693106575964</c:v>
                </c:pt>
                <c:pt idx="528">
                  <c:v>0.694421768707</c:v>
                </c:pt>
                <c:pt idx="529">
                  <c:v>0.695736961451</c:v>
                </c:pt>
                <c:pt idx="530">
                  <c:v>0.697052154195</c:v>
                </c:pt>
                <c:pt idx="531">
                  <c:v>0.698367346939</c:v>
                </c:pt>
                <c:pt idx="532">
                  <c:v>0.699682539683</c:v>
                </c:pt>
                <c:pt idx="533">
                  <c:v>0.700997732426</c:v>
                </c:pt>
                <c:pt idx="534">
                  <c:v>0.70231292517</c:v>
                </c:pt>
                <c:pt idx="535">
                  <c:v>0.703628117914</c:v>
                </c:pt>
                <c:pt idx="536">
                  <c:v>0.704943310658</c:v>
                </c:pt>
                <c:pt idx="537">
                  <c:v>0.706258503401</c:v>
                </c:pt>
                <c:pt idx="538">
                  <c:v>0.707573696145</c:v>
                </c:pt>
                <c:pt idx="539">
                  <c:v>0.708888888889</c:v>
                </c:pt>
                <c:pt idx="540">
                  <c:v>0.710204081633</c:v>
                </c:pt>
                <c:pt idx="541">
                  <c:v>0.711519274376</c:v>
                </c:pt>
                <c:pt idx="542">
                  <c:v>0.71283446712</c:v>
                </c:pt>
                <c:pt idx="543">
                  <c:v>0.714149659864</c:v>
                </c:pt>
                <c:pt idx="544">
                  <c:v>0.715464852608</c:v>
                </c:pt>
                <c:pt idx="545">
                  <c:v>0.716780045351</c:v>
                </c:pt>
                <c:pt idx="546">
                  <c:v>0.718095238095</c:v>
                </c:pt>
                <c:pt idx="547">
                  <c:v>0.719410430839</c:v>
                </c:pt>
                <c:pt idx="548">
                  <c:v>0.720725623583</c:v>
                </c:pt>
                <c:pt idx="549">
                  <c:v>0.722040816327</c:v>
                </c:pt>
                <c:pt idx="550">
                  <c:v>0.72335600907</c:v>
                </c:pt>
                <c:pt idx="551">
                  <c:v>0.724671201814</c:v>
                </c:pt>
                <c:pt idx="552">
                  <c:v>0.725986394558</c:v>
                </c:pt>
                <c:pt idx="553">
                  <c:v>0.727301587302</c:v>
                </c:pt>
                <c:pt idx="554">
                  <c:v>0.728616780045</c:v>
                </c:pt>
                <c:pt idx="555">
                  <c:v>0.729931972789</c:v>
                </c:pt>
                <c:pt idx="556">
                  <c:v>0.731247165533</c:v>
                </c:pt>
                <c:pt idx="557">
                  <c:v>0.732562358277</c:v>
                </c:pt>
                <c:pt idx="558">
                  <c:v>0.73387755102</c:v>
                </c:pt>
                <c:pt idx="559">
                  <c:v>0.735192743764</c:v>
                </c:pt>
                <c:pt idx="560">
                  <c:v>0.736507936508</c:v>
                </c:pt>
                <c:pt idx="561">
                  <c:v>0.737823129252</c:v>
                </c:pt>
                <c:pt idx="562">
                  <c:v>0.739138321995</c:v>
                </c:pt>
                <c:pt idx="563">
                  <c:v>0.740453514739</c:v>
                </c:pt>
                <c:pt idx="564">
                  <c:v>0.741768707483</c:v>
                </c:pt>
                <c:pt idx="565">
                  <c:v>0.743083900227</c:v>
                </c:pt>
                <c:pt idx="566">
                  <c:v>0.744399092971</c:v>
                </c:pt>
                <c:pt idx="567">
                  <c:v>0.745714285714</c:v>
                </c:pt>
                <c:pt idx="568">
                  <c:v>0.747029478458</c:v>
                </c:pt>
                <c:pt idx="569">
                  <c:v>0.748344671202</c:v>
                </c:pt>
                <c:pt idx="570">
                  <c:v>0.749659863946</c:v>
                </c:pt>
                <c:pt idx="571">
                  <c:v>0.750975056689</c:v>
                </c:pt>
                <c:pt idx="572">
                  <c:v>0.752290249433</c:v>
                </c:pt>
                <c:pt idx="573">
                  <c:v>0.753605442177</c:v>
                </c:pt>
                <c:pt idx="574">
                  <c:v>0.754920634921</c:v>
                </c:pt>
                <c:pt idx="575">
                  <c:v>0.756235827664</c:v>
                </c:pt>
                <c:pt idx="576">
                  <c:v>0.757551020408</c:v>
                </c:pt>
                <c:pt idx="577">
                  <c:v>0.758866213152</c:v>
                </c:pt>
                <c:pt idx="578">
                  <c:v>0.760181405896</c:v>
                </c:pt>
                <c:pt idx="579">
                  <c:v>0.761496598639</c:v>
                </c:pt>
                <c:pt idx="580">
                  <c:v>0.762811791383</c:v>
                </c:pt>
                <c:pt idx="581">
                  <c:v>0.764126984127</c:v>
                </c:pt>
                <c:pt idx="582">
                  <c:v>0.765442176871</c:v>
                </c:pt>
                <c:pt idx="583">
                  <c:v>0.766757369615</c:v>
                </c:pt>
                <c:pt idx="584">
                  <c:v>0.768072562358</c:v>
                </c:pt>
                <c:pt idx="585">
                  <c:v>0.769387755102</c:v>
                </c:pt>
                <c:pt idx="586">
                  <c:v>0.770702947846</c:v>
                </c:pt>
                <c:pt idx="587">
                  <c:v>0.77201814059</c:v>
                </c:pt>
                <c:pt idx="588">
                  <c:v>0.773333333333</c:v>
                </c:pt>
                <c:pt idx="589">
                  <c:v>0.774648526077</c:v>
                </c:pt>
                <c:pt idx="590">
                  <c:v>0.775963718821</c:v>
                </c:pt>
                <c:pt idx="591">
                  <c:v>0.777278911565</c:v>
                </c:pt>
                <c:pt idx="592">
                  <c:v>0.778594104308</c:v>
                </c:pt>
                <c:pt idx="593">
                  <c:v>0.779909297052</c:v>
                </c:pt>
                <c:pt idx="594">
                  <c:v>0.781224489796</c:v>
                </c:pt>
                <c:pt idx="595">
                  <c:v>0.78253968254</c:v>
                </c:pt>
                <c:pt idx="596">
                  <c:v>0.783854875283</c:v>
                </c:pt>
                <c:pt idx="597">
                  <c:v>0.785170068027</c:v>
                </c:pt>
                <c:pt idx="598">
                  <c:v>0.786485260771</c:v>
                </c:pt>
                <c:pt idx="599">
                  <c:v>0.787800453515</c:v>
                </c:pt>
                <c:pt idx="600">
                  <c:v>0.789115646259</c:v>
                </c:pt>
                <c:pt idx="601">
                  <c:v>0.790430839002</c:v>
                </c:pt>
                <c:pt idx="602">
                  <c:v>0.791746031746</c:v>
                </c:pt>
                <c:pt idx="603">
                  <c:v>0.79306122449</c:v>
                </c:pt>
                <c:pt idx="604">
                  <c:v>0.794376417234</c:v>
                </c:pt>
                <c:pt idx="605">
                  <c:v>0.795691609977</c:v>
                </c:pt>
                <c:pt idx="606">
                  <c:v>0.797006802721</c:v>
                </c:pt>
                <c:pt idx="607">
                  <c:v>0.798321995465</c:v>
                </c:pt>
                <c:pt idx="608">
                  <c:v>0.799637188209</c:v>
                </c:pt>
                <c:pt idx="609">
                  <c:v>0.800952380952</c:v>
                </c:pt>
                <c:pt idx="610">
                  <c:v>0.802267573696</c:v>
                </c:pt>
                <c:pt idx="611">
                  <c:v>0.80358276644</c:v>
                </c:pt>
                <c:pt idx="612">
                  <c:v>0.804897959184</c:v>
                </c:pt>
                <c:pt idx="613">
                  <c:v>0.806213151927</c:v>
                </c:pt>
                <c:pt idx="614">
                  <c:v>0.807528344671</c:v>
                </c:pt>
                <c:pt idx="615">
                  <c:v>0.808843537415</c:v>
                </c:pt>
                <c:pt idx="616">
                  <c:v>0.810158730159</c:v>
                </c:pt>
                <c:pt idx="617">
                  <c:v>0.811473922902</c:v>
                </c:pt>
                <c:pt idx="618">
                  <c:v>0.812789115646</c:v>
                </c:pt>
                <c:pt idx="619">
                  <c:v>0.81410430839</c:v>
                </c:pt>
                <c:pt idx="620">
                  <c:v>0.815419501134</c:v>
                </c:pt>
                <c:pt idx="621">
                  <c:v>0.816734693878</c:v>
                </c:pt>
                <c:pt idx="622">
                  <c:v>0.818049886621</c:v>
                </c:pt>
                <c:pt idx="623">
                  <c:v>0.819365079365</c:v>
                </c:pt>
                <c:pt idx="624">
                  <c:v>0.820680272109</c:v>
                </c:pt>
                <c:pt idx="625">
                  <c:v>0.821995464853</c:v>
                </c:pt>
                <c:pt idx="626">
                  <c:v>0.823310657596</c:v>
                </c:pt>
                <c:pt idx="627">
                  <c:v>0.82462585034</c:v>
                </c:pt>
                <c:pt idx="628">
                  <c:v>0.825941043084</c:v>
                </c:pt>
                <c:pt idx="629">
                  <c:v>0.827256235828</c:v>
                </c:pt>
                <c:pt idx="630">
                  <c:v>0.828571428571</c:v>
                </c:pt>
                <c:pt idx="631">
                  <c:v>0.829886621315</c:v>
                </c:pt>
                <c:pt idx="632">
                  <c:v>0.831201814059</c:v>
                </c:pt>
                <c:pt idx="633">
                  <c:v>0.832517006803</c:v>
                </c:pt>
                <c:pt idx="634">
                  <c:v>0.833832199546</c:v>
                </c:pt>
                <c:pt idx="635">
                  <c:v>0.83514739229</c:v>
                </c:pt>
                <c:pt idx="636">
                  <c:v>0.836462585034</c:v>
                </c:pt>
                <c:pt idx="637">
                  <c:v>0.837777777778</c:v>
                </c:pt>
                <c:pt idx="638">
                  <c:v>0.839092970522</c:v>
                </c:pt>
                <c:pt idx="639">
                  <c:v>0.840408163265</c:v>
                </c:pt>
                <c:pt idx="640">
                  <c:v>0.841723356009</c:v>
                </c:pt>
                <c:pt idx="641">
                  <c:v>0.843038548753</c:v>
                </c:pt>
                <c:pt idx="642">
                  <c:v>0.844353741497</c:v>
                </c:pt>
                <c:pt idx="643">
                  <c:v>0.84566893424</c:v>
                </c:pt>
                <c:pt idx="644">
                  <c:v>0.846984126984</c:v>
                </c:pt>
                <c:pt idx="645">
                  <c:v>0.848299319728</c:v>
                </c:pt>
                <c:pt idx="646">
                  <c:v>0.849614512472</c:v>
                </c:pt>
                <c:pt idx="647">
                  <c:v>0.850929705215</c:v>
                </c:pt>
                <c:pt idx="648">
                  <c:v>0.852244897959</c:v>
                </c:pt>
                <c:pt idx="649">
                  <c:v>0.853560090703</c:v>
                </c:pt>
                <c:pt idx="650">
                  <c:v>0.854875283447</c:v>
                </c:pt>
                <c:pt idx="651">
                  <c:v>0.85619047619</c:v>
                </c:pt>
                <c:pt idx="652">
                  <c:v>0.857505668934</c:v>
                </c:pt>
                <c:pt idx="653">
                  <c:v>0.858820861678</c:v>
                </c:pt>
                <c:pt idx="654">
                  <c:v>0.860136054422</c:v>
                </c:pt>
                <c:pt idx="655">
                  <c:v>0.861451247166</c:v>
                </c:pt>
                <c:pt idx="656">
                  <c:v>0.862766439909</c:v>
                </c:pt>
                <c:pt idx="657">
                  <c:v>0.864081632653</c:v>
                </c:pt>
                <c:pt idx="658">
                  <c:v>0.865396825397</c:v>
                </c:pt>
                <c:pt idx="659">
                  <c:v>0.866712018141</c:v>
                </c:pt>
                <c:pt idx="660">
                  <c:v>0.868027210884</c:v>
                </c:pt>
                <c:pt idx="661">
                  <c:v>0.869342403628</c:v>
                </c:pt>
                <c:pt idx="662">
                  <c:v>0.870657596372</c:v>
                </c:pt>
                <c:pt idx="663">
                  <c:v>0.871972789116</c:v>
                </c:pt>
                <c:pt idx="664">
                  <c:v>0.873287981859</c:v>
                </c:pt>
                <c:pt idx="665">
                  <c:v>0.874603174603</c:v>
                </c:pt>
                <c:pt idx="666">
                  <c:v>0.875918367347</c:v>
                </c:pt>
                <c:pt idx="667">
                  <c:v>0.877233560091</c:v>
                </c:pt>
                <c:pt idx="668">
                  <c:v>0.878548752834</c:v>
                </c:pt>
                <c:pt idx="669">
                  <c:v>0.879863945578</c:v>
                </c:pt>
                <c:pt idx="670">
                  <c:v>0.881179138322</c:v>
                </c:pt>
                <c:pt idx="671">
                  <c:v>0.882494331066</c:v>
                </c:pt>
                <c:pt idx="672">
                  <c:v>0.88380952381</c:v>
                </c:pt>
                <c:pt idx="673">
                  <c:v>0.885124716553</c:v>
                </c:pt>
                <c:pt idx="674">
                  <c:v>0.886439909297</c:v>
                </c:pt>
                <c:pt idx="675">
                  <c:v>0.887755102041</c:v>
                </c:pt>
                <c:pt idx="676">
                  <c:v>0.889070294785</c:v>
                </c:pt>
                <c:pt idx="677">
                  <c:v>0.890385487528</c:v>
                </c:pt>
                <c:pt idx="678">
                  <c:v>0.891700680272</c:v>
                </c:pt>
                <c:pt idx="679">
                  <c:v>0.893015873016</c:v>
                </c:pt>
                <c:pt idx="680">
                  <c:v>0.89433106576</c:v>
                </c:pt>
                <c:pt idx="681">
                  <c:v>0.895646258503</c:v>
                </c:pt>
                <c:pt idx="682">
                  <c:v>0.896961451247</c:v>
                </c:pt>
                <c:pt idx="683">
                  <c:v>0.898276643991</c:v>
                </c:pt>
                <c:pt idx="684">
                  <c:v>0.899591836735</c:v>
                </c:pt>
                <c:pt idx="685">
                  <c:v>0.900907029478</c:v>
                </c:pt>
                <c:pt idx="686">
                  <c:v>0.902222222222</c:v>
                </c:pt>
                <c:pt idx="687">
                  <c:v>0.903537414966</c:v>
                </c:pt>
                <c:pt idx="688">
                  <c:v>0.90485260771</c:v>
                </c:pt>
                <c:pt idx="689">
                  <c:v>0.906167800454</c:v>
                </c:pt>
                <c:pt idx="690">
                  <c:v>0.907482993197</c:v>
                </c:pt>
                <c:pt idx="691">
                  <c:v>0.908798185941</c:v>
                </c:pt>
                <c:pt idx="692">
                  <c:v>0.910113378685</c:v>
                </c:pt>
                <c:pt idx="693">
                  <c:v>0.911428571429</c:v>
                </c:pt>
                <c:pt idx="694">
                  <c:v>0.912743764172</c:v>
                </c:pt>
                <c:pt idx="695">
                  <c:v>0.914058956916</c:v>
                </c:pt>
                <c:pt idx="696">
                  <c:v>0.91537414966</c:v>
                </c:pt>
                <c:pt idx="697">
                  <c:v>0.916689342404</c:v>
                </c:pt>
                <c:pt idx="698">
                  <c:v>0.918004535147</c:v>
                </c:pt>
                <c:pt idx="699">
                  <c:v>0.919319727891</c:v>
                </c:pt>
                <c:pt idx="700">
                  <c:v>0.920634920635</c:v>
                </c:pt>
                <c:pt idx="701">
                  <c:v>0.921950113379</c:v>
                </c:pt>
                <c:pt idx="702">
                  <c:v>0.923265306122</c:v>
                </c:pt>
                <c:pt idx="703">
                  <c:v>0.924580498866</c:v>
                </c:pt>
                <c:pt idx="704">
                  <c:v>0.92589569161</c:v>
                </c:pt>
                <c:pt idx="705">
                  <c:v>0.927210884354</c:v>
                </c:pt>
                <c:pt idx="706">
                  <c:v>0.928526077098</c:v>
                </c:pt>
                <c:pt idx="707">
                  <c:v>0.929841269841</c:v>
                </c:pt>
                <c:pt idx="708">
                  <c:v>0.931156462585</c:v>
                </c:pt>
                <c:pt idx="709">
                  <c:v>0.932471655329</c:v>
                </c:pt>
                <c:pt idx="710">
                  <c:v>0.933786848073</c:v>
                </c:pt>
                <c:pt idx="711">
                  <c:v>0.935102040816</c:v>
                </c:pt>
                <c:pt idx="712">
                  <c:v>0.93641723356</c:v>
                </c:pt>
                <c:pt idx="713">
                  <c:v>0.937732426304</c:v>
                </c:pt>
                <c:pt idx="714">
                  <c:v>0.939047619048</c:v>
                </c:pt>
                <c:pt idx="715">
                  <c:v>0.940362811791</c:v>
                </c:pt>
                <c:pt idx="716">
                  <c:v>0.941678004535</c:v>
                </c:pt>
                <c:pt idx="717">
                  <c:v>0.942993197279</c:v>
                </c:pt>
                <c:pt idx="718">
                  <c:v>0.944308390023</c:v>
                </c:pt>
                <c:pt idx="719">
                  <c:v>0.945623582766</c:v>
                </c:pt>
                <c:pt idx="720">
                  <c:v>0.94693877551</c:v>
                </c:pt>
                <c:pt idx="721">
                  <c:v>0.948253968254</c:v>
                </c:pt>
                <c:pt idx="722">
                  <c:v>0.949569160998</c:v>
                </c:pt>
                <c:pt idx="723">
                  <c:v>0.950884353741</c:v>
                </c:pt>
                <c:pt idx="724">
                  <c:v>0.952199546485</c:v>
                </c:pt>
                <c:pt idx="725">
                  <c:v>0.953514739229</c:v>
                </c:pt>
                <c:pt idx="726">
                  <c:v>0.954829931973</c:v>
                </c:pt>
                <c:pt idx="727">
                  <c:v>0.956145124717</c:v>
                </c:pt>
                <c:pt idx="728">
                  <c:v>0.95746031746</c:v>
                </c:pt>
                <c:pt idx="729">
                  <c:v>0.958775510204</c:v>
                </c:pt>
                <c:pt idx="730">
                  <c:v>0.960090702948</c:v>
                </c:pt>
                <c:pt idx="731">
                  <c:v>0.961405895692</c:v>
                </c:pt>
                <c:pt idx="732">
                  <c:v>0.962721088435</c:v>
                </c:pt>
                <c:pt idx="733">
                  <c:v>0.964036281179</c:v>
                </c:pt>
                <c:pt idx="734">
                  <c:v>0.965351473923</c:v>
                </c:pt>
                <c:pt idx="735">
                  <c:v>0.966666666667</c:v>
                </c:pt>
                <c:pt idx="736">
                  <c:v>0.96798185941</c:v>
                </c:pt>
                <c:pt idx="737">
                  <c:v>0.969297052154</c:v>
                </c:pt>
                <c:pt idx="738">
                  <c:v>0.970612244898</c:v>
                </c:pt>
                <c:pt idx="739">
                  <c:v>0.971927437642</c:v>
                </c:pt>
                <c:pt idx="740">
                  <c:v>0.973242630385</c:v>
                </c:pt>
                <c:pt idx="741">
                  <c:v>0.974557823129</c:v>
                </c:pt>
                <c:pt idx="742">
                  <c:v>0.975873015873</c:v>
                </c:pt>
                <c:pt idx="743">
                  <c:v>0.977188208617</c:v>
                </c:pt>
                <c:pt idx="744">
                  <c:v>0.978503401361</c:v>
                </c:pt>
                <c:pt idx="745">
                  <c:v>0.979818594104</c:v>
                </c:pt>
                <c:pt idx="746">
                  <c:v>0.981133786848</c:v>
                </c:pt>
                <c:pt idx="747">
                  <c:v>0.982448979592</c:v>
                </c:pt>
                <c:pt idx="748">
                  <c:v>0.983764172336</c:v>
                </c:pt>
                <c:pt idx="749">
                  <c:v>0.985079365079</c:v>
                </c:pt>
                <c:pt idx="750">
                  <c:v>0.986394557823</c:v>
                </c:pt>
                <c:pt idx="751">
                  <c:v>0.987709750567</c:v>
                </c:pt>
                <c:pt idx="752">
                  <c:v>0.989024943311</c:v>
                </c:pt>
                <c:pt idx="753">
                  <c:v>0.990340136054</c:v>
                </c:pt>
                <c:pt idx="754">
                  <c:v>0.991655328798</c:v>
                </c:pt>
                <c:pt idx="755">
                  <c:v>0.992970521542</c:v>
                </c:pt>
                <c:pt idx="756">
                  <c:v>0.994285714286</c:v>
                </c:pt>
                <c:pt idx="757">
                  <c:v>0.995600907029</c:v>
                </c:pt>
                <c:pt idx="758">
                  <c:v>0.996916099773</c:v>
                </c:pt>
                <c:pt idx="759">
                  <c:v>0.998231292517</c:v>
                </c:pt>
                <c:pt idx="760">
                  <c:v>0.999546485261</c:v>
                </c:pt>
                <c:pt idx="761">
                  <c:v>1.000861678</c:v>
                </c:pt>
                <c:pt idx="762">
                  <c:v>1.00217687075</c:v>
                </c:pt>
                <c:pt idx="763">
                  <c:v>1.00349206349</c:v>
                </c:pt>
                <c:pt idx="764">
                  <c:v>1.00480725624</c:v>
                </c:pt>
                <c:pt idx="765">
                  <c:v>1.00612244898</c:v>
                </c:pt>
                <c:pt idx="766">
                  <c:v>1.00743764172</c:v>
                </c:pt>
                <c:pt idx="767">
                  <c:v>1.00875283447</c:v>
                </c:pt>
                <c:pt idx="768">
                  <c:v>1.01006802721</c:v>
                </c:pt>
                <c:pt idx="769">
                  <c:v>1.01138321995</c:v>
                </c:pt>
                <c:pt idx="770">
                  <c:v>1.0126984127</c:v>
                </c:pt>
                <c:pt idx="771">
                  <c:v>1.01401360544</c:v>
                </c:pt>
                <c:pt idx="772">
                  <c:v>1.01532879819</c:v>
                </c:pt>
                <c:pt idx="773">
                  <c:v>1.01664399093</c:v>
                </c:pt>
                <c:pt idx="774">
                  <c:v>1.01795918367</c:v>
                </c:pt>
                <c:pt idx="775">
                  <c:v>1.01927437642</c:v>
                </c:pt>
                <c:pt idx="776">
                  <c:v>1.02058956916</c:v>
                </c:pt>
                <c:pt idx="777">
                  <c:v>1.0219047619</c:v>
                </c:pt>
                <c:pt idx="778">
                  <c:v>1.02321995465</c:v>
                </c:pt>
                <c:pt idx="779">
                  <c:v>1.02453514739</c:v>
                </c:pt>
                <c:pt idx="780">
                  <c:v>1.02585034014</c:v>
                </c:pt>
                <c:pt idx="781">
                  <c:v>1.02716553288</c:v>
                </c:pt>
                <c:pt idx="782">
                  <c:v>1.02848072562</c:v>
                </c:pt>
                <c:pt idx="783">
                  <c:v>1.02979591837</c:v>
                </c:pt>
                <c:pt idx="784">
                  <c:v>1.03111111111</c:v>
                </c:pt>
                <c:pt idx="785">
                  <c:v>1.03242630385</c:v>
                </c:pt>
                <c:pt idx="786">
                  <c:v>1.0337414966</c:v>
                </c:pt>
                <c:pt idx="787">
                  <c:v>1.03505668934</c:v>
                </c:pt>
                <c:pt idx="788">
                  <c:v>1.03637188209</c:v>
                </c:pt>
                <c:pt idx="789">
                  <c:v>1.03768707483</c:v>
                </c:pt>
                <c:pt idx="790">
                  <c:v>1.03900226757</c:v>
                </c:pt>
                <c:pt idx="791">
                  <c:v>1.04031746032</c:v>
                </c:pt>
                <c:pt idx="792">
                  <c:v>1.04163265306</c:v>
                </c:pt>
                <c:pt idx="793">
                  <c:v>1.0429478458</c:v>
                </c:pt>
                <c:pt idx="794">
                  <c:v>1.04426303855</c:v>
                </c:pt>
                <c:pt idx="795">
                  <c:v>1.04557823129</c:v>
                </c:pt>
                <c:pt idx="796">
                  <c:v>1.04689342404</c:v>
                </c:pt>
                <c:pt idx="797">
                  <c:v>1.04820861678</c:v>
                </c:pt>
                <c:pt idx="798">
                  <c:v>1.04952380952</c:v>
                </c:pt>
                <c:pt idx="799">
                  <c:v>1.05083900227</c:v>
                </c:pt>
                <c:pt idx="800">
                  <c:v>1.05215419501</c:v>
                </c:pt>
                <c:pt idx="801">
                  <c:v>1.05346938776</c:v>
                </c:pt>
                <c:pt idx="802">
                  <c:v>1.0547845805</c:v>
                </c:pt>
                <c:pt idx="803">
                  <c:v>1.05609977324</c:v>
                </c:pt>
                <c:pt idx="804">
                  <c:v>1.05741496599</c:v>
                </c:pt>
                <c:pt idx="805">
                  <c:v>1.05873015873</c:v>
                </c:pt>
                <c:pt idx="806">
                  <c:v>1.06004535147</c:v>
                </c:pt>
                <c:pt idx="807">
                  <c:v>1.06136054422</c:v>
                </c:pt>
                <c:pt idx="808">
                  <c:v>1.06267573696</c:v>
                </c:pt>
                <c:pt idx="809">
                  <c:v>1.06399092971</c:v>
                </c:pt>
                <c:pt idx="810">
                  <c:v>1.06530612245</c:v>
                </c:pt>
                <c:pt idx="811">
                  <c:v>1.06662131519</c:v>
                </c:pt>
                <c:pt idx="812">
                  <c:v>1.06793650794</c:v>
                </c:pt>
                <c:pt idx="813">
                  <c:v>1.06925170068</c:v>
                </c:pt>
                <c:pt idx="814">
                  <c:v>1.07056689342</c:v>
                </c:pt>
                <c:pt idx="815">
                  <c:v>1.07188208617</c:v>
                </c:pt>
                <c:pt idx="816">
                  <c:v>1.07319727891</c:v>
                </c:pt>
                <c:pt idx="817">
                  <c:v>1.07451247166</c:v>
                </c:pt>
                <c:pt idx="818">
                  <c:v>1.0758276644</c:v>
                </c:pt>
                <c:pt idx="819">
                  <c:v>1.07714285714</c:v>
                </c:pt>
                <c:pt idx="820">
                  <c:v>1.07845804989</c:v>
                </c:pt>
                <c:pt idx="821">
                  <c:v>1.07977324263</c:v>
                </c:pt>
                <c:pt idx="822">
                  <c:v>1.08108843537</c:v>
                </c:pt>
                <c:pt idx="823">
                  <c:v>1.08240362812</c:v>
                </c:pt>
                <c:pt idx="824">
                  <c:v>1.08371882086</c:v>
                </c:pt>
                <c:pt idx="825">
                  <c:v>1.08503401361</c:v>
                </c:pt>
                <c:pt idx="826">
                  <c:v>1.08634920635</c:v>
                </c:pt>
                <c:pt idx="827">
                  <c:v>1.08766439909</c:v>
                </c:pt>
                <c:pt idx="828">
                  <c:v>1.08897959184</c:v>
                </c:pt>
                <c:pt idx="829">
                  <c:v>1.09029478458</c:v>
                </c:pt>
                <c:pt idx="830">
                  <c:v>1.09160997732</c:v>
                </c:pt>
                <c:pt idx="831">
                  <c:v>1.09292517007</c:v>
                </c:pt>
                <c:pt idx="832">
                  <c:v>1.09424036281</c:v>
                </c:pt>
                <c:pt idx="833">
                  <c:v>1.09555555556</c:v>
                </c:pt>
                <c:pt idx="834">
                  <c:v>1.0968707483</c:v>
                </c:pt>
                <c:pt idx="835">
                  <c:v>1.09818594104</c:v>
                </c:pt>
                <c:pt idx="836">
                  <c:v>1.09950113379</c:v>
                </c:pt>
                <c:pt idx="837">
                  <c:v>1.10081632653</c:v>
                </c:pt>
                <c:pt idx="838">
                  <c:v>1.10213151927</c:v>
                </c:pt>
                <c:pt idx="839">
                  <c:v>1.10344671202</c:v>
                </c:pt>
                <c:pt idx="840">
                  <c:v>1.10476190476</c:v>
                </c:pt>
                <c:pt idx="841">
                  <c:v>1.10607709751</c:v>
                </c:pt>
                <c:pt idx="842">
                  <c:v>1.10739229025</c:v>
                </c:pt>
                <c:pt idx="843">
                  <c:v>1.10870748299</c:v>
                </c:pt>
                <c:pt idx="844">
                  <c:v>1.11002267574</c:v>
                </c:pt>
                <c:pt idx="845">
                  <c:v>1.11133786848</c:v>
                </c:pt>
                <c:pt idx="846">
                  <c:v>1.11265306122</c:v>
                </c:pt>
                <c:pt idx="847">
                  <c:v>1.11396825397</c:v>
                </c:pt>
                <c:pt idx="848">
                  <c:v>1.11528344671</c:v>
                </c:pt>
                <c:pt idx="849">
                  <c:v>1.11659863946</c:v>
                </c:pt>
                <c:pt idx="850">
                  <c:v>1.1179138322</c:v>
                </c:pt>
                <c:pt idx="851">
                  <c:v>1.11922902494</c:v>
                </c:pt>
                <c:pt idx="852">
                  <c:v>1.12054421769</c:v>
                </c:pt>
                <c:pt idx="853">
                  <c:v>1.12185941043</c:v>
                </c:pt>
                <c:pt idx="854">
                  <c:v>1.12317460317</c:v>
                </c:pt>
                <c:pt idx="855">
                  <c:v>1.12448979592</c:v>
                </c:pt>
                <c:pt idx="856">
                  <c:v>1.12580498866</c:v>
                </c:pt>
                <c:pt idx="857">
                  <c:v>1.12712018141</c:v>
                </c:pt>
                <c:pt idx="858">
                  <c:v>1.12843537415</c:v>
                </c:pt>
                <c:pt idx="859">
                  <c:v>1.12975056689</c:v>
                </c:pt>
                <c:pt idx="860">
                  <c:v>1.13106575964</c:v>
                </c:pt>
                <c:pt idx="861">
                  <c:v>1.13238095238</c:v>
                </c:pt>
                <c:pt idx="862">
                  <c:v>1.13369614512</c:v>
                </c:pt>
                <c:pt idx="863">
                  <c:v>1.13501133787</c:v>
                </c:pt>
                <c:pt idx="864">
                  <c:v>1.13632653061</c:v>
                </c:pt>
                <c:pt idx="865">
                  <c:v>1.13764172336</c:v>
                </c:pt>
                <c:pt idx="866">
                  <c:v>1.1389569161</c:v>
                </c:pt>
                <c:pt idx="867">
                  <c:v>1.14027210884</c:v>
                </c:pt>
                <c:pt idx="868">
                  <c:v>1.14158730159</c:v>
                </c:pt>
                <c:pt idx="869">
                  <c:v>1.14290249433</c:v>
                </c:pt>
                <c:pt idx="870">
                  <c:v>1.14421768707</c:v>
                </c:pt>
                <c:pt idx="871">
                  <c:v>1.14553287982</c:v>
                </c:pt>
                <c:pt idx="872">
                  <c:v>1.14684807256</c:v>
                </c:pt>
                <c:pt idx="873">
                  <c:v>1.14816326531</c:v>
                </c:pt>
                <c:pt idx="874">
                  <c:v>1.14947845805</c:v>
                </c:pt>
                <c:pt idx="875">
                  <c:v>1.15079365079</c:v>
                </c:pt>
                <c:pt idx="876">
                  <c:v>1.15210884354</c:v>
                </c:pt>
                <c:pt idx="877">
                  <c:v>1.15342403628</c:v>
                </c:pt>
                <c:pt idx="878">
                  <c:v>1.15473922902</c:v>
                </c:pt>
                <c:pt idx="879">
                  <c:v>1.15605442177</c:v>
                </c:pt>
                <c:pt idx="880">
                  <c:v>1.15736961451</c:v>
                </c:pt>
                <c:pt idx="881">
                  <c:v>1.15868480726</c:v>
                </c:pt>
                <c:pt idx="882">
                  <c:v>1.16</c:v>
                </c:pt>
                <c:pt idx="883">
                  <c:v>1.16131519274</c:v>
                </c:pt>
                <c:pt idx="884">
                  <c:v>1.16263038549</c:v>
                </c:pt>
                <c:pt idx="885">
                  <c:v>1.16394557823</c:v>
                </c:pt>
                <c:pt idx="886">
                  <c:v>1.16526077098</c:v>
                </c:pt>
                <c:pt idx="887">
                  <c:v>1.16657596372</c:v>
                </c:pt>
                <c:pt idx="888">
                  <c:v>1.16789115646</c:v>
                </c:pt>
                <c:pt idx="889">
                  <c:v>1.16920634921</c:v>
                </c:pt>
                <c:pt idx="890">
                  <c:v>1.17052154195</c:v>
                </c:pt>
                <c:pt idx="891">
                  <c:v>1.17183673469</c:v>
                </c:pt>
                <c:pt idx="892">
                  <c:v>1.17315192744</c:v>
                </c:pt>
                <c:pt idx="893">
                  <c:v>1.17446712018</c:v>
                </c:pt>
                <c:pt idx="894">
                  <c:v>1.17578231293</c:v>
                </c:pt>
                <c:pt idx="895">
                  <c:v>1.17709750567</c:v>
                </c:pt>
                <c:pt idx="896">
                  <c:v>1.17841269841</c:v>
                </c:pt>
                <c:pt idx="897">
                  <c:v>1.17972789116</c:v>
                </c:pt>
                <c:pt idx="898">
                  <c:v>1.1810430839</c:v>
                </c:pt>
                <c:pt idx="899">
                  <c:v>1.18235827664</c:v>
                </c:pt>
                <c:pt idx="900">
                  <c:v>1.18367346939</c:v>
                </c:pt>
                <c:pt idx="901">
                  <c:v>1.18498866213</c:v>
                </c:pt>
                <c:pt idx="902">
                  <c:v>1.18630385488</c:v>
                </c:pt>
                <c:pt idx="903">
                  <c:v>1.18761904762</c:v>
                </c:pt>
                <c:pt idx="904">
                  <c:v>1.18893424036</c:v>
                </c:pt>
                <c:pt idx="905">
                  <c:v>1.19024943311</c:v>
                </c:pt>
                <c:pt idx="906">
                  <c:v>1.19156462585</c:v>
                </c:pt>
                <c:pt idx="907">
                  <c:v>1.19287981859</c:v>
                </c:pt>
                <c:pt idx="908">
                  <c:v>1.19419501134</c:v>
                </c:pt>
                <c:pt idx="909">
                  <c:v>1.19551020408</c:v>
                </c:pt>
                <c:pt idx="910">
                  <c:v>1.19682539683</c:v>
                </c:pt>
                <c:pt idx="911">
                  <c:v>1.19814058957</c:v>
                </c:pt>
                <c:pt idx="912">
                  <c:v>1.19945578231</c:v>
                </c:pt>
                <c:pt idx="913">
                  <c:v>1.20077097506</c:v>
                </c:pt>
                <c:pt idx="914">
                  <c:v>1.2020861678</c:v>
                </c:pt>
                <c:pt idx="915">
                  <c:v>1.20340136054</c:v>
                </c:pt>
                <c:pt idx="916">
                  <c:v>1.20471655329</c:v>
                </c:pt>
                <c:pt idx="917">
                  <c:v>1.20603174603</c:v>
                </c:pt>
                <c:pt idx="918">
                  <c:v>1.20734693878</c:v>
                </c:pt>
                <c:pt idx="919">
                  <c:v>1.20866213152</c:v>
                </c:pt>
                <c:pt idx="920">
                  <c:v>1.20997732426</c:v>
                </c:pt>
                <c:pt idx="921">
                  <c:v>1.21129251701</c:v>
                </c:pt>
                <c:pt idx="922">
                  <c:v>1.21260770975</c:v>
                </c:pt>
                <c:pt idx="923">
                  <c:v>1.21392290249</c:v>
                </c:pt>
                <c:pt idx="924">
                  <c:v>1.21523809524</c:v>
                </c:pt>
                <c:pt idx="925">
                  <c:v>1.21655328798</c:v>
                </c:pt>
                <c:pt idx="926">
                  <c:v>1.21786848073</c:v>
                </c:pt>
                <c:pt idx="927">
                  <c:v>1.21918367347</c:v>
                </c:pt>
                <c:pt idx="928">
                  <c:v>1.22049886621</c:v>
                </c:pt>
                <c:pt idx="929">
                  <c:v>1.22181405896</c:v>
                </c:pt>
                <c:pt idx="930">
                  <c:v>1.2231292517</c:v>
                </c:pt>
                <c:pt idx="931">
                  <c:v>1.22444444444</c:v>
                </c:pt>
                <c:pt idx="932">
                  <c:v>1.22575963719</c:v>
                </c:pt>
                <c:pt idx="933">
                  <c:v>1.22707482993</c:v>
                </c:pt>
                <c:pt idx="934">
                  <c:v>1.22839002268</c:v>
                </c:pt>
                <c:pt idx="935">
                  <c:v>1.22970521542</c:v>
                </c:pt>
                <c:pt idx="936">
                  <c:v>1.23102040816</c:v>
                </c:pt>
                <c:pt idx="937">
                  <c:v>1.23233560091</c:v>
                </c:pt>
                <c:pt idx="938">
                  <c:v>1.23365079365</c:v>
                </c:pt>
                <c:pt idx="939">
                  <c:v>1.23496598639</c:v>
                </c:pt>
                <c:pt idx="940">
                  <c:v>1.23628117914</c:v>
                </c:pt>
                <c:pt idx="941">
                  <c:v>1.23759637188</c:v>
                </c:pt>
                <c:pt idx="942">
                  <c:v>1.23891156463</c:v>
                </c:pt>
                <c:pt idx="943">
                  <c:v>1.24022675737</c:v>
                </c:pt>
                <c:pt idx="944">
                  <c:v>1.24154195011</c:v>
                </c:pt>
                <c:pt idx="945">
                  <c:v>1.24285714286</c:v>
                </c:pt>
                <c:pt idx="946">
                  <c:v>1.2441723356</c:v>
                </c:pt>
                <c:pt idx="947">
                  <c:v>1.24548752834</c:v>
                </c:pt>
                <c:pt idx="948">
                  <c:v>1.24680272109</c:v>
                </c:pt>
                <c:pt idx="949">
                  <c:v>1.24811791383</c:v>
                </c:pt>
                <c:pt idx="950">
                  <c:v>1.24943310658</c:v>
                </c:pt>
                <c:pt idx="951">
                  <c:v>1.25074829932</c:v>
                </c:pt>
                <c:pt idx="952">
                  <c:v>1.25206349206</c:v>
                </c:pt>
                <c:pt idx="953">
                  <c:v>1.25337868481</c:v>
                </c:pt>
                <c:pt idx="954">
                  <c:v>1.25469387755</c:v>
                </c:pt>
                <c:pt idx="955">
                  <c:v>1.25600907029</c:v>
                </c:pt>
                <c:pt idx="956">
                  <c:v>1.25732426304</c:v>
                </c:pt>
                <c:pt idx="957">
                  <c:v>1.25863945578</c:v>
                </c:pt>
                <c:pt idx="958">
                  <c:v>1.25995464853</c:v>
                </c:pt>
                <c:pt idx="959">
                  <c:v>1.26126984127</c:v>
                </c:pt>
                <c:pt idx="960">
                  <c:v>1.26258503401</c:v>
                </c:pt>
                <c:pt idx="961">
                  <c:v>1.26390022676</c:v>
                </c:pt>
                <c:pt idx="962">
                  <c:v>1.2652154195</c:v>
                </c:pt>
                <c:pt idx="963">
                  <c:v>1.26653061224</c:v>
                </c:pt>
                <c:pt idx="964">
                  <c:v>1.26784580499</c:v>
                </c:pt>
                <c:pt idx="965">
                  <c:v>1.26916099773</c:v>
                </c:pt>
                <c:pt idx="966">
                  <c:v>1.27047619048</c:v>
                </c:pt>
                <c:pt idx="967">
                  <c:v>1.27179138322</c:v>
                </c:pt>
                <c:pt idx="968">
                  <c:v>1.27310657596</c:v>
                </c:pt>
                <c:pt idx="969">
                  <c:v>1.27442176871</c:v>
                </c:pt>
                <c:pt idx="970">
                  <c:v>1.27573696145</c:v>
                </c:pt>
                <c:pt idx="971">
                  <c:v>1.2770521542</c:v>
                </c:pt>
                <c:pt idx="972">
                  <c:v>1.27836734694</c:v>
                </c:pt>
                <c:pt idx="973">
                  <c:v>1.27968253968</c:v>
                </c:pt>
                <c:pt idx="974">
                  <c:v>1.28099773243</c:v>
                </c:pt>
                <c:pt idx="975">
                  <c:v>1.28231292517</c:v>
                </c:pt>
                <c:pt idx="976">
                  <c:v>1.28362811791</c:v>
                </c:pt>
                <c:pt idx="977">
                  <c:v>1.28494331066</c:v>
                </c:pt>
                <c:pt idx="978">
                  <c:v>1.2862585034</c:v>
                </c:pt>
                <c:pt idx="979">
                  <c:v>1.28757369615</c:v>
                </c:pt>
                <c:pt idx="980">
                  <c:v>1.28888888889</c:v>
                </c:pt>
                <c:pt idx="981">
                  <c:v>1.29020408163</c:v>
                </c:pt>
                <c:pt idx="982">
                  <c:v>1.29151927438</c:v>
                </c:pt>
                <c:pt idx="983">
                  <c:v>1.29283446712</c:v>
                </c:pt>
                <c:pt idx="984">
                  <c:v>1.29414965986</c:v>
                </c:pt>
                <c:pt idx="985">
                  <c:v>1.29546485261</c:v>
                </c:pt>
                <c:pt idx="986">
                  <c:v>1.29678004535</c:v>
                </c:pt>
                <c:pt idx="987">
                  <c:v>1.2980952381</c:v>
                </c:pt>
                <c:pt idx="988">
                  <c:v>1.29941043084</c:v>
                </c:pt>
                <c:pt idx="989">
                  <c:v>1.30072562358</c:v>
                </c:pt>
                <c:pt idx="990">
                  <c:v>1.30204081633</c:v>
                </c:pt>
                <c:pt idx="991">
                  <c:v>1.30335600907</c:v>
                </c:pt>
                <c:pt idx="992">
                  <c:v>1.30467120181</c:v>
                </c:pt>
                <c:pt idx="993">
                  <c:v>1.30598639456</c:v>
                </c:pt>
                <c:pt idx="994">
                  <c:v>1.3073015873</c:v>
                </c:pt>
                <c:pt idx="995">
                  <c:v>1.30861678005</c:v>
                </c:pt>
                <c:pt idx="996">
                  <c:v>1.30993197279</c:v>
                </c:pt>
                <c:pt idx="997">
                  <c:v>1.31124716553</c:v>
                </c:pt>
                <c:pt idx="998">
                  <c:v>1.31256235828</c:v>
                </c:pt>
                <c:pt idx="999">
                  <c:v>1.31387755102</c:v>
                </c:pt>
                <c:pt idx="1000">
                  <c:v>1.31519274376</c:v>
                </c:pt>
                <c:pt idx="1001">
                  <c:v>1.31650793651</c:v>
                </c:pt>
                <c:pt idx="1002">
                  <c:v>1.31782312925</c:v>
                </c:pt>
                <c:pt idx="1003">
                  <c:v>1.319138322</c:v>
                </c:pt>
                <c:pt idx="1004">
                  <c:v>1.32045351474</c:v>
                </c:pt>
                <c:pt idx="1005">
                  <c:v>1.32176870748</c:v>
                </c:pt>
                <c:pt idx="1006">
                  <c:v>1.32308390023</c:v>
                </c:pt>
                <c:pt idx="1007">
                  <c:v>1.32439909297</c:v>
                </c:pt>
                <c:pt idx="1008">
                  <c:v>1.32571428571</c:v>
                </c:pt>
                <c:pt idx="1009">
                  <c:v>1.32702947846</c:v>
                </c:pt>
                <c:pt idx="1010">
                  <c:v>1.3283446712</c:v>
                </c:pt>
                <c:pt idx="1011">
                  <c:v>1.32965986395</c:v>
                </c:pt>
                <c:pt idx="1012">
                  <c:v>1.33097505669</c:v>
                </c:pt>
                <c:pt idx="1013">
                  <c:v>1.33229024943</c:v>
                </c:pt>
                <c:pt idx="1014">
                  <c:v>1.33360544218</c:v>
                </c:pt>
                <c:pt idx="1015">
                  <c:v>1.33492063492</c:v>
                </c:pt>
                <c:pt idx="1016">
                  <c:v>1.33623582766</c:v>
                </c:pt>
                <c:pt idx="1017">
                  <c:v>1.33755102041</c:v>
                </c:pt>
                <c:pt idx="1018">
                  <c:v>1.33886621315</c:v>
                </c:pt>
                <c:pt idx="1019">
                  <c:v>1.3401814059</c:v>
                </c:pt>
                <c:pt idx="1020">
                  <c:v>1.34149659864</c:v>
                </c:pt>
                <c:pt idx="1021">
                  <c:v>1.34281179138</c:v>
                </c:pt>
                <c:pt idx="1022">
                  <c:v>1.34412698413</c:v>
                </c:pt>
                <c:pt idx="1023">
                  <c:v>1.34544217687</c:v>
                </c:pt>
                <c:pt idx="1024">
                  <c:v>1.34675736961</c:v>
                </c:pt>
                <c:pt idx="1025">
                  <c:v>1.34807256236</c:v>
                </c:pt>
                <c:pt idx="1026">
                  <c:v>1.3493877551</c:v>
                </c:pt>
                <c:pt idx="1027">
                  <c:v>1.35070294785</c:v>
                </c:pt>
                <c:pt idx="1028">
                  <c:v>1.35201814059</c:v>
                </c:pt>
                <c:pt idx="1029">
                  <c:v>1.35333333333</c:v>
                </c:pt>
                <c:pt idx="1030">
                  <c:v>1.35464852608</c:v>
                </c:pt>
                <c:pt idx="1031">
                  <c:v>1.35596371882</c:v>
                </c:pt>
                <c:pt idx="1032">
                  <c:v>1.35727891156</c:v>
                </c:pt>
                <c:pt idx="1033">
                  <c:v>1.35859410431</c:v>
                </c:pt>
                <c:pt idx="1034">
                  <c:v>1.35990929705</c:v>
                </c:pt>
                <c:pt idx="1035">
                  <c:v>1.3612244898</c:v>
                </c:pt>
                <c:pt idx="1036">
                  <c:v>1.36253968254</c:v>
                </c:pt>
                <c:pt idx="1037">
                  <c:v>1.36385487528</c:v>
                </c:pt>
                <c:pt idx="1038">
                  <c:v>1.36517006803</c:v>
                </c:pt>
                <c:pt idx="1039">
                  <c:v>1.36648526077</c:v>
                </c:pt>
                <c:pt idx="1040">
                  <c:v>1.36780045351</c:v>
                </c:pt>
                <c:pt idx="1041">
                  <c:v>1.36911564626</c:v>
                </c:pt>
                <c:pt idx="1042">
                  <c:v>1.370430839</c:v>
                </c:pt>
                <c:pt idx="1043">
                  <c:v>1.37174603175</c:v>
                </c:pt>
                <c:pt idx="1044">
                  <c:v>1.37306122449</c:v>
                </c:pt>
                <c:pt idx="1045">
                  <c:v>1.37437641723</c:v>
                </c:pt>
                <c:pt idx="1046">
                  <c:v>1.37569160998</c:v>
                </c:pt>
                <c:pt idx="1047">
                  <c:v>1.37700680272</c:v>
                </c:pt>
                <c:pt idx="1048">
                  <c:v>1.37832199546</c:v>
                </c:pt>
                <c:pt idx="1049">
                  <c:v>1.37963718821</c:v>
                </c:pt>
                <c:pt idx="1050">
                  <c:v>1.38095238095</c:v>
                </c:pt>
                <c:pt idx="1051">
                  <c:v>1.3822675737</c:v>
                </c:pt>
                <c:pt idx="1052">
                  <c:v>1.38358276644</c:v>
                </c:pt>
                <c:pt idx="1053">
                  <c:v>1.38489795918</c:v>
                </c:pt>
                <c:pt idx="1054">
                  <c:v>1.38621315193</c:v>
                </c:pt>
                <c:pt idx="1055">
                  <c:v>1.38752834467</c:v>
                </c:pt>
                <c:pt idx="1056">
                  <c:v>1.38884353741</c:v>
                </c:pt>
                <c:pt idx="1057">
                  <c:v>1.39015873016</c:v>
                </c:pt>
                <c:pt idx="1058">
                  <c:v>1.3914739229</c:v>
                </c:pt>
                <c:pt idx="1059">
                  <c:v>1.39278911565</c:v>
                </c:pt>
                <c:pt idx="1060">
                  <c:v>1.39410430839</c:v>
                </c:pt>
                <c:pt idx="1061">
                  <c:v>1.39541950113</c:v>
                </c:pt>
                <c:pt idx="1062">
                  <c:v>1.39673469388</c:v>
                </c:pt>
                <c:pt idx="1063">
                  <c:v>1.39804988662</c:v>
                </c:pt>
                <c:pt idx="1064">
                  <c:v>1.39936507937</c:v>
                </c:pt>
                <c:pt idx="1065">
                  <c:v>1.40068027211</c:v>
                </c:pt>
                <c:pt idx="1066">
                  <c:v>1.40199546485</c:v>
                </c:pt>
                <c:pt idx="1067">
                  <c:v>1.4033106576</c:v>
                </c:pt>
                <c:pt idx="1068">
                  <c:v>1.40462585034</c:v>
                </c:pt>
                <c:pt idx="1069">
                  <c:v>1.40594104308</c:v>
                </c:pt>
                <c:pt idx="1070">
                  <c:v>1.40725623583</c:v>
                </c:pt>
                <c:pt idx="1071">
                  <c:v>1.40857142857</c:v>
                </c:pt>
                <c:pt idx="1072">
                  <c:v>1.40988662132</c:v>
                </c:pt>
                <c:pt idx="1073">
                  <c:v>1.41120181406</c:v>
                </c:pt>
                <c:pt idx="1074">
                  <c:v>1.4125170068</c:v>
                </c:pt>
                <c:pt idx="1075">
                  <c:v>1.41383219955</c:v>
                </c:pt>
                <c:pt idx="1076">
                  <c:v>1.41514739229</c:v>
                </c:pt>
                <c:pt idx="1077">
                  <c:v>1.41646258503</c:v>
                </c:pt>
                <c:pt idx="1078">
                  <c:v>1.41777777778</c:v>
                </c:pt>
                <c:pt idx="1079">
                  <c:v>1.41909297052</c:v>
                </c:pt>
                <c:pt idx="1080">
                  <c:v>1.42040816327</c:v>
                </c:pt>
                <c:pt idx="1081">
                  <c:v>1.42172335601</c:v>
                </c:pt>
                <c:pt idx="1082">
                  <c:v>1.42303854875</c:v>
                </c:pt>
                <c:pt idx="1083">
                  <c:v>1.4243537415</c:v>
                </c:pt>
                <c:pt idx="1084">
                  <c:v>1.42566893424</c:v>
                </c:pt>
                <c:pt idx="1085">
                  <c:v>1.42698412698</c:v>
                </c:pt>
                <c:pt idx="1086">
                  <c:v>1.42829931973</c:v>
                </c:pt>
                <c:pt idx="1087">
                  <c:v>1.42961451247</c:v>
                </c:pt>
                <c:pt idx="1088">
                  <c:v>1.43092970522</c:v>
                </c:pt>
                <c:pt idx="1089">
                  <c:v>1.43224489796</c:v>
                </c:pt>
                <c:pt idx="1090">
                  <c:v>1.4335600907</c:v>
                </c:pt>
                <c:pt idx="1091">
                  <c:v>1.43487528345</c:v>
                </c:pt>
                <c:pt idx="1092">
                  <c:v>1.43619047619</c:v>
                </c:pt>
                <c:pt idx="1093">
                  <c:v>1.43750566893</c:v>
                </c:pt>
                <c:pt idx="1094">
                  <c:v>1.43882086168</c:v>
                </c:pt>
                <c:pt idx="1095">
                  <c:v>1.44013605442</c:v>
                </c:pt>
                <c:pt idx="1096">
                  <c:v>1.44145124717</c:v>
                </c:pt>
                <c:pt idx="1097">
                  <c:v>1.44276643991</c:v>
                </c:pt>
                <c:pt idx="1098">
                  <c:v>1.44408163265</c:v>
                </c:pt>
                <c:pt idx="1099">
                  <c:v>1.4453968254</c:v>
                </c:pt>
                <c:pt idx="1100">
                  <c:v>1.44671201814</c:v>
                </c:pt>
                <c:pt idx="1101">
                  <c:v>1.44802721088</c:v>
                </c:pt>
                <c:pt idx="1102">
                  <c:v>1.44934240363</c:v>
                </c:pt>
                <c:pt idx="1103">
                  <c:v>1.45065759637</c:v>
                </c:pt>
                <c:pt idx="1104">
                  <c:v>1.45197278912</c:v>
                </c:pt>
                <c:pt idx="1105">
                  <c:v>1.45328798186</c:v>
                </c:pt>
                <c:pt idx="1106">
                  <c:v>1.4546031746</c:v>
                </c:pt>
                <c:pt idx="1107">
                  <c:v>1.45591836735</c:v>
                </c:pt>
                <c:pt idx="1108">
                  <c:v>1.45723356009</c:v>
                </c:pt>
                <c:pt idx="1109">
                  <c:v>1.45854875283</c:v>
                </c:pt>
                <c:pt idx="1110">
                  <c:v>1.45986394558</c:v>
                </c:pt>
                <c:pt idx="1111">
                  <c:v>1.46117913832</c:v>
                </c:pt>
                <c:pt idx="1112">
                  <c:v>1.46249433107</c:v>
                </c:pt>
                <c:pt idx="1113">
                  <c:v>1.46380952381</c:v>
                </c:pt>
                <c:pt idx="1114">
                  <c:v>1.46512471655</c:v>
                </c:pt>
                <c:pt idx="1115">
                  <c:v>1.4664399093</c:v>
                </c:pt>
                <c:pt idx="1116">
                  <c:v>1.46775510204</c:v>
                </c:pt>
                <c:pt idx="1117">
                  <c:v>1.46907029478</c:v>
                </c:pt>
                <c:pt idx="1118">
                  <c:v>1.47038548753</c:v>
                </c:pt>
                <c:pt idx="1119">
                  <c:v>1.47170068027</c:v>
                </c:pt>
                <c:pt idx="1120">
                  <c:v>1.47301587302</c:v>
                </c:pt>
                <c:pt idx="1121">
                  <c:v>1.47433106576</c:v>
                </c:pt>
                <c:pt idx="1122">
                  <c:v>1.4756462585</c:v>
                </c:pt>
                <c:pt idx="1123">
                  <c:v>1.47696145125</c:v>
                </c:pt>
                <c:pt idx="1124">
                  <c:v>1.47827664399</c:v>
                </c:pt>
                <c:pt idx="1125">
                  <c:v>1.47959183673</c:v>
                </c:pt>
                <c:pt idx="1126">
                  <c:v>1.48090702948</c:v>
                </c:pt>
                <c:pt idx="1127">
                  <c:v>1.48222222222</c:v>
                </c:pt>
                <c:pt idx="1128">
                  <c:v>1.48353741497</c:v>
                </c:pt>
                <c:pt idx="1129">
                  <c:v>1.48485260771</c:v>
                </c:pt>
                <c:pt idx="1130">
                  <c:v>1.48616780045</c:v>
                </c:pt>
                <c:pt idx="1131">
                  <c:v>1.4874829932</c:v>
                </c:pt>
                <c:pt idx="1132">
                  <c:v>1.48879818594</c:v>
                </c:pt>
                <c:pt idx="1133">
                  <c:v>1.49011337868</c:v>
                </c:pt>
                <c:pt idx="1134">
                  <c:v>1.49142857143</c:v>
                </c:pt>
                <c:pt idx="1135">
                  <c:v>1.49274376417</c:v>
                </c:pt>
                <c:pt idx="1136">
                  <c:v>1.49405895692</c:v>
                </c:pt>
                <c:pt idx="1137">
                  <c:v>1.49537414966</c:v>
                </c:pt>
                <c:pt idx="1138">
                  <c:v>1.4966893424</c:v>
                </c:pt>
                <c:pt idx="1139">
                  <c:v>1.49800453515</c:v>
                </c:pt>
                <c:pt idx="1140">
                  <c:v>1.49931972789</c:v>
                </c:pt>
                <c:pt idx="1141">
                  <c:v>1.50063492063</c:v>
                </c:pt>
                <c:pt idx="1142">
                  <c:v>1.50195011338</c:v>
                </c:pt>
                <c:pt idx="1143">
                  <c:v>1.50326530612</c:v>
                </c:pt>
                <c:pt idx="1144">
                  <c:v>1.50458049887</c:v>
                </c:pt>
                <c:pt idx="1145">
                  <c:v>1.50589569161</c:v>
                </c:pt>
                <c:pt idx="1146">
                  <c:v>1.50721088435</c:v>
                </c:pt>
                <c:pt idx="1147">
                  <c:v>1.5085260771</c:v>
                </c:pt>
                <c:pt idx="1148">
                  <c:v>1.50984126984</c:v>
                </c:pt>
                <c:pt idx="1149">
                  <c:v>1.51115646259</c:v>
                </c:pt>
                <c:pt idx="1150">
                  <c:v>1.51247165533</c:v>
                </c:pt>
                <c:pt idx="1151">
                  <c:v>1.51378684807</c:v>
                </c:pt>
                <c:pt idx="1152">
                  <c:v>1.51510204082</c:v>
                </c:pt>
                <c:pt idx="1153">
                  <c:v>1.51641723356</c:v>
                </c:pt>
                <c:pt idx="1154">
                  <c:v>1.5177324263</c:v>
                </c:pt>
                <c:pt idx="1155">
                  <c:v>1.51904761905</c:v>
                </c:pt>
                <c:pt idx="1156">
                  <c:v>1.52036281179</c:v>
                </c:pt>
                <c:pt idx="1157">
                  <c:v>1.52167800454</c:v>
                </c:pt>
                <c:pt idx="1158">
                  <c:v>1.52299319728</c:v>
                </c:pt>
                <c:pt idx="1159">
                  <c:v>1.52430839002</c:v>
                </c:pt>
                <c:pt idx="1160">
                  <c:v>1.52562358277</c:v>
                </c:pt>
                <c:pt idx="1161">
                  <c:v>1.52693877551</c:v>
                </c:pt>
                <c:pt idx="1162">
                  <c:v>1.52825396825</c:v>
                </c:pt>
                <c:pt idx="1163">
                  <c:v>1.529569161</c:v>
                </c:pt>
                <c:pt idx="1164">
                  <c:v>1.53088435374</c:v>
                </c:pt>
                <c:pt idx="1165">
                  <c:v>1.53219954649</c:v>
                </c:pt>
                <c:pt idx="1166">
                  <c:v>1.53351473923</c:v>
                </c:pt>
                <c:pt idx="1167">
                  <c:v>1.53482993197</c:v>
                </c:pt>
                <c:pt idx="1168">
                  <c:v>1.53614512472</c:v>
                </c:pt>
                <c:pt idx="1169">
                  <c:v>1.53746031746</c:v>
                </c:pt>
                <c:pt idx="1170">
                  <c:v>1.5387755102</c:v>
                </c:pt>
                <c:pt idx="1171">
                  <c:v>1.54009070295</c:v>
                </c:pt>
                <c:pt idx="1172">
                  <c:v>1.54140589569</c:v>
                </c:pt>
                <c:pt idx="1173">
                  <c:v>1.54272108844</c:v>
                </c:pt>
                <c:pt idx="1174">
                  <c:v>1.54403628118</c:v>
                </c:pt>
                <c:pt idx="1175">
                  <c:v>1.54535147392</c:v>
                </c:pt>
                <c:pt idx="1176">
                  <c:v>1.54666666667</c:v>
                </c:pt>
                <c:pt idx="1177">
                  <c:v>1.54798185941</c:v>
                </c:pt>
                <c:pt idx="1178">
                  <c:v>1.54929705215</c:v>
                </c:pt>
                <c:pt idx="1179">
                  <c:v>1.5506122449</c:v>
                </c:pt>
                <c:pt idx="1180">
                  <c:v>1.55192743764</c:v>
                </c:pt>
                <c:pt idx="1181">
                  <c:v>1.55324263039</c:v>
                </c:pt>
                <c:pt idx="1182">
                  <c:v>1.55455782313</c:v>
                </c:pt>
                <c:pt idx="1183">
                  <c:v>1.55587301587</c:v>
                </c:pt>
                <c:pt idx="1184">
                  <c:v>1.55718820862</c:v>
                </c:pt>
                <c:pt idx="1185">
                  <c:v>1.55850340136</c:v>
                </c:pt>
                <c:pt idx="1186">
                  <c:v>1.5598185941</c:v>
                </c:pt>
                <c:pt idx="1187">
                  <c:v>1.56113378685</c:v>
                </c:pt>
                <c:pt idx="1188">
                  <c:v>1.56244897959</c:v>
                </c:pt>
                <c:pt idx="1189">
                  <c:v>1.56376417234</c:v>
                </c:pt>
                <c:pt idx="1190">
                  <c:v>1.56507936508</c:v>
                </c:pt>
                <c:pt idx="1191">
                  <c:v>1.56639455782</c:v>
                </c:pt>
                <c:pt idx="1192">
                  <c:v>1.56770975057</c:v>
                </c:pt>
                <c:pt idx="1193">
                  <c:v>1.56902494331</c:v>
                </c:pt>
                <c:pt idx="1194">
                  <c:v>1.57034013605</c:v>
                </c:pt>
                <c:pt idx="1195">
                  <c:v>1.5716553288</c:v>
                </c:pt>
                <c:pt idx="1196">
                  <c:v>1.57297052154</c:v>
                </c:pt>
                <c:pt idx="1197">
                  <c:v>1.57428571429</c:v>
                </c:pt>
                <c:pt idx="1198">
                  <c:v>1.57560090703</c:v>
                </c:pt>
                <c:pt idx="1199">
                  <c:v>1.57691609977</c:v>
                </c:pt>
                <c:pt idx="1200">
                  <c:v>1.57823129252</c:v>
                </c:pt>
                <c:pt idx="1201">
                  <c:v>1.57954648526</c:v>
                </c:pt>
                <c:pt idx="1202">
                  <c:v>1.580861678</c:v>
                </c:pt>
                <c:pt idx="1203">
                  <c:v>1.58217687075</c:v>
                </c:pt>
                <c:pt idx="1204">
                  <c:v>1.58349206349</c:v>
                </c:pt>
                <c:pt idx="1205">
                  <c:v>1.58480725624</c:v>
                </c:pt>
                <c:pt idx="1206">
                  <c:v>1.58612244898</c:v>
                </c:pt>
                <c:pt idx="1207">
                  <c:v>1.58743764172</c:v>
                </c:pt>
                <c:pt idx="1208">
                  <c:v>1.58875283447</c:v>
                </c:pt>
                <c:pt idx="1209">
                  <c:v>1.59006802721</c:v>
                </c:pt>
                <c:pt idx="1210">
                  <c:v>1.59138321995</c:v>
                </c:pt>
                <c:pt idx="1211">
                  <c:v>1.5926984127</c:v>
                </c:pt>
                <c:pt idx="1212">
                  <c:v>1.59401360544</c:v>
                </c:pt>
                <c:pt idx="1213">
                  <c:v>1.59532879819</c:v>
                </c:pt>
                <c:pt idx="1214">
                  <c:v>1.59664399093</c:v>
                </c:pt>
                <c:pt idx="1215">
                  <c:v>1.59795918367</c:v>
                </c:pt>
                <c:pt idx="1216">
                  <c:v>1.59927437642</c:v>
                </c:pt>
                <c:pt idx="1217">
                  <c:v>1.60058956916</c:v>
                </c:pt>
                <c:pt idx="1218">
                  <c:v>1.6019047619</c:v>
                </c:pt>
                <c:pt idx="1219">
                  <c:v>1.60321995465</c:v>
                </c:pt>
                <c:pt idx="1220">
                  <c:v>1.60453514739</c:v>
                </c:pt>
                <c:pt idx="1221">
                  <c:v>1.60585034014</c:v>
                </c:pt>
                <c:pt idx="1222">
                  <c:v>1.60716553288</c:v>
                </c:pt>
                <c:pt idx="1223">
                  <c:v>1.60848072562</c:v>
                </c:pt>
                <c:pt idx="1224">
                  <c:v>1.60979591837</c:v>
                </c:pt>
                <c:pt idx="1225">
                  <c:v>1.61111111111</c:v>
                </c:pt>
                <c:pt idx="1226">
                  <c:v>1.61242630385</c:v>
                </c:pt>
                <c:pt idx="1227">
                  <c:v>1.6137414966</c:v>
                </c:pt>
                <c:pt idx="1228">
                  <c:v>1.61505668934</c:v>
                </c:pt>
                <c:pt idx="1229">
                  <c:v>1.61637188209</c:v>
                </c:pt>
                <c:pt idx="1230">
                  <c:v>1.61768707483</c:v>
                </c:pt>
                <c:pt idx="1231">
                  <c:v>1.61900226757</c:v>
                </c:pt>
                <c:pt idx="1232">
                  <c:v>1.62031746032</c:v>
                </c:pt>
                <c:pt idx="1233">
                  <c:v>1.62163265306</c:v>
                </c:pt>
                <c:pt idx="1234">
                  <c:v>1.6229478458</c:v>
                </c:pt>
                <c:pt idx="1235">
                  <c:v>1.62426303855</c:v>
                </c:pt>
                <c:pt idx="1236">
                  <c:v>1.62557823129</c:v>
                </c:pt>
                <c:pt idx="1237">
                  <c:v>1.62689342404</c:v>
                </c:pt>
                <c:pt idx="1238">
                  <c:v>1.62820861678</c:v>
                </c:pt>
                <c:pt idx="1239">
                  <c:v>1.62952380952</c:v>
                </c:pt>
                <c:pt idx="1240">
                  <c:v>1.63083900227</c:v>
                </c:pt>
                <c:pt idx="1241">
                  <c:v>1.63215419501</c:v>
                </c:pt>
                <c:pt idx="1242">
                  <c:v>1.63346938776</c:v>
                </c:pt>
                <c:pt idx="1243">
                  <c:v>1.6347845805</c:v>
                </c:pt>
                <c:pt idx="1244">
                  <c:v>1.63609977324</c:v>
                </c:pt>
                <c:pt idx="1245">
                  <c:v>1.63741496599</c:v>
                </c:pt>
                <c:pt idx="1246">
                  <c:v>1.63873015873</c:v>
                </c:pt>
                <c:pt idx="1247">
                  <c:v>1.64004535147</c:v>
                </c:pt>
                <c:pt idx="1248">
                  <c:v>1.64136054422</c:v>
                </c:pt>
                <c:pt idx="1249">
                  <c:v>1.64267573696</c:v>
                </c:pt>
                <c:pt idx="1250">
                  <c:v>1.64399092971</c:v>
                </c:pt>
                <c:pt idx="1251">
                  <c:v>1.64530612245</c:v>
                </c:pt>
                <c:pt idx="1252">
                  <c:v>1.64662131519</c:v>
                </c:pt>
                <c:pt idx="1253">
                  <c:v>1.64793650794</c:v>
                </c:pt>
                <c:pt idx="1254">
                  <c:v>1.64925170068</c:v>
                </c:pt>
                <c:pt idx="1255">
                  <c:v>1.65056689342</c:v>
                </c:pt>
                <c:pt idx="1256">
                  <c:v>1.65188208617</c:v>
                </c:pt>
                <c:pt idx="1257">
                  <c:v>1.65319727891</c:v>
                </c:pt>
                <c:pt idx="1258">
                  <c:v>1.65451247166</c:v>
                </c:pt>
                <c:pt idx="1259">
                  <c:v>1.6558276644</c:v>
                </c:pt>
                <c:pt idx="1260">
                  <c:v>1.65714285714</c:v>
                </c:pt>
                <c:pt idx="1261">
                  <c:v>1.65845804989</c:v>
                </c:pt>
                <c:pt idx="1262">
                  <c:v>1.65977324263</c:v>
                </c:pt>
                <c:pt idx="1263">
                  <c:v>1.66108843537</c:v>
                </c:pt>
                <c:pt idx="1264">
                  <c:v>1.66240362812</c:v>
                </c:pt>
                <c:pt idx="1265">
                  <c:v>1.66371882086</c:v>
                </c:pt>
                <c:pt idx="1266">
                  <c:v>1.66503401361</c:v>
                </c:pt>
                <c:pt idx="1267">
                  <c:v>1.66634920635</c:v>
                </c:pt>
                <c:pt idx="1268">
                  <c:v>1.66766439909</c:v>
                </c:pt>
                <c:pt idx="1269">
                  <c:v>1.66897959184</c:v>
                </c:pt>
                <c:pt idx="1270">
                  <c:v>1.67029478458</c:v>
                </c:pt>
                <c:pt idx="1271">
                  <c:v>1.67160997732</c:v>
                </c:pt>
                <c:pt idx="1272">
                  <c:v>1.67292517007</c:v>
                </c:pt>
                <c:pt idx="1273">
                  <c:v>1.67424036281</c:v>
                </c:pt>
                <c:pt idx="1274">
                  <c:v>1.67555555556</c:v>
                </c:pt>
                <c:pt idx="1275">
                  <c:v>1.6768707483</c:v>
                </c:pt>
                <c:pt idx="1276">
                  <c:v>1.67818594104</c:v>
                </c:pt>
                <c:pt idx="1277">
                  <c:v>1.67950113379</c:v>
                </c:pt>
                <c:pt idx="1278">
                  <c:v>1.68081632653</c:v>
                </c:pt>
                <c:pt idx="1279">
                  <c:v>1.68213151927</c:v>
                </c:pt>
                <c:pt idx="1280">
                  <c:v>1.68344671202</c:v>
                </c:pt>
                <c:pt idx="1281">
                  <c:v>1.68476190476</c:v>
                </c:pt>
                <c:pt idx="1282">
                  <c:v>1.68607709751</c:v>
                </c:pt>
                <c:pt idx="1283">
                  <c:v>1.68739229025</c:v>
                </c:pt>
                <c:pt idx="1284">
                  <c:v>1.68870748299</c:v>
                </c:pt>
                <c:pt idx="1285">
                  <c:v>1.69002267574</c:v>
                </c:pt>
                <c:pt idx="1286">
                  <c:v>1.69133786848</c:v>
                </c:pt>
                <c:pt idx="1287">
                  <c:v>1.69265306122</c:v>
                </c:pt>
                <c:pt idx="1288">
                  <c:v>1.69396825397</c:v>
                </c:pt>
                <c:pt idx="1289">
                  <c:v>1.69528344671</c:v>
                </c:pt>
                <c:pt idx="1290">
                  <c:v>1.69659863946</c:v>
                </c:pt>
                <c:pt idx="1291">
                  <c:v>1.6979138322</c:v>
                </c:pt>
                <c:pt idx="1292">
                  <c:v>1.69922902494</c:v>
                </c:pt>
                <c:pt idx="1293">
                  <c:v>1.70054421769</c:v>
                </c:pt>
                <c:pt idx="1294">
                  <c:v>1.70185941043</c:v>
                </c:pt>
                <c:pt idx="1295">
                  <c:v>1.70317460317</c:v>
                </c:pt>
                <c:pt idx="1296">
                  <c:v>1.70448979592</c:v>
                </c:pt>
                <c:pt idx="1297">
                  <c:v>1.70580498866</c:v>
                </c:pt>
                <c:pt idx="1298">
                  <c:v>1.70712018141</c:v>
                </c:pt>
                <c:pt idx="1299">
                  <c:v>1.70843537415</c:v>
                </c:pt>
                <c:pt idx="1300">
                  <c:v>1.70975056689</c:v>
                </c:pt>
                <c:pt idx="1301">
                  <c:v>1.71106575964</c:v>
                </c:pt>
                <c:pt idx="1302">
                  <c:v>1.71238095238</c:v>
                </c:pt>
                <c:pt idx="1303">
                  <c:v>1.71369614512</c:v>
                </c:pt>
                <c:pt idx="1304">
                  <c:v>1.71501133787</c:v>
                </c:pt>
                <c:pt idx="1305">
                  <c:v>1.71632653061</c:v>
                </c:pt>
                <c:pt idx="1306">
                  <c:v>1.71764172336</c:v>
                </c:pt>
                <c:pt idx="1307">
                  <c:v>1.7189569161</c:v>
                </c:pt>
                <c:pt idx="1308">
                  <c:v>1.72027210884</c:v>
                </c:pt>
                <c:pt idx="1309">
                  <c:v>1.72158730159</c:v>
                </c:pt>
                <c:pt idx="1310">
                  <c:v>1.72290249433</c:v>
                </c:pt>
                <c:pt idx="1311">
                  <c:v>1.72421768707</c:v>
                </c:pt>
                <c:pt idx="1312">
                  <c:v>1.72553287982</c:v>
                </c:pt>
                <c:pt idx="1313">
                  <c:v>1.72684807256</c:v>
                </c:pt>
                <c:pt idx="1314">
                  <c:v>1.72816326531</c:v>
                </c:pt>
                <c:pt idx="1315">
                  <c:v>1.72947845805</c:v>
                </c:pt>
                <c:pt idx="1316">
                  <c:v>1.73079365079</c:v>
                </c:pt>
                <c:pt idx="1317">
                  <c:v>1.73210884354</c:v>
                </c:pt>
                <c:pt idx="1318">
                  <c:v>1.73342403628</c:v>
                </c:pt>
                <c:pt idx="1319">
                  <c:v>1.73473922902</c:v>
                </c:pt>
                <c:pt idx="1320">
                  <c:v>1.73605442177</c:v>
                </c:pt>
                <c:pt idx="1321">
                  <c:v>1.73736961451</c:v>
                </c:pt>
                <c:pt idx="1322">
                  <c:v>1.73868480726</c:v>
                </c:pt>
                <c:pt idx="1323">
                  <c:v>1.74</c:v>
                </c:pt>
                <c:pt idx="1324">
                  <c:v>1.74131519274</c:v>
                </c:pt>
                <c:pt idx="1325">
                  <c:v>1.74263038549</c:v>
                </c:pt>
                <c:pt idx="1326">
                  <c:v>1.74394557823</c:v>
                </c:pt>
                <c:pt idx="1327">
                  <c:v>1.74526077098</c:v>
                </c:pt>
                <c:pt idx="1328">
                  <c:v>1.74657596372</c:v>
                </c:pt>
                <c:pt idx="1329">
                  <c:v>1.74789115646</c:v>
                </c:pt>
                <c:pt idx="1330">
                  <c:v>1.74920634921</c:v>
                </c:pt>
                <c:pt idx="1331">
                  <c:v>1.75052154195</c:v>
                </c:pt>
                <c:pt idx="1332">
                  <c:v>1.75183673469</c:v>
                </c:pt>
                <c:pt idx="1333">
                  <c:v>1.75315192744</c:v>
                </c:pt>
                <c:pt idx="1334">
                  <c:v>1.75446712018</c:v>
                </c:pt>
                <c:pt idx="1335">
                  <c:v>1.75578231293</c:v>
                </c:pt>
                <c:pt idx="1336">
                  <c:v>1.75709750567</c:v>
                </c:pt>
                <c:pt idx="1337">
                  <c:v>1.75841269841</c:v>
                </c:pt>
                <c:pt idx="1338">
                  <c:v>1.75972789116</c:v>
                </c:pt>
                <c:pt idx="1339">
                  <c:v>1.7610430839</c:v>
                </c:pt>
                <c:pt idx="1340">
                  <c:v>1.76235827664</c:v>
                </c:pt>
                <c:pt idx="1341">
                  <c:v>1.76367346939</c:v>
                </c:pt>
                <c:pt idx="1342">
                  <c:v>1.76498866213</c:v>
                </c:pt>
                <c:pt idx="1343">
                  <c:v>1.76630385488</c:v>
                </c:pt>
                <c:pt idx="1344">
                  <c:v>1.76761904762</c:v>
                </c:pt>
                <c:pt idx="1345">
                  <c:v>1.76893424036</c:v>
                </c:pt>
                <c:pt idx="1346">
                  <c:v>1.77024943311</c:v>
                </c:pt>
                <c:pt idx="1347">
                  <c:v>1.77156462585</c:v>
                </c:pt>
                <c:pt idx="1348">
                  <c:v>1.77287981859</c:v>
                </c:pt>
                <c:pt idx="1349">
                  <c:v>1.77419501134</c:v>
                </c:pt>
                <c:pt idx="1350">
                  <c:v>1.77551020408</c:v>
                </c:pt>
                <c:pt idx="1351">
                  <c:v>1.77682539683</c:v>
                </c:pt>
                <c:pt idx="1352">
                  <c:v>1.77814058957</c:v>
                </c:pt>
                <c:pt idx="1353">
                  <c:v>1.77945578231</c:v>
                </c:pt>
                <c:pt idx="1354">
                  <c:v>1.78077097506</c:v>
                </c:pt>
                <c:pt idx="1355">
                  <c:v>1.7820861678</c:v>
                </c:pt>
                <c:pt idx="1356">
                  <c:v>1.78340136054</c:v>
                </c:pt>
                <c:pt idx="1357">
                  <c:v>1.78471655329</c:v>
                </c:pt>
                <c:pt idx="1358">
                  <c:v>1.78603174603</c:v>
                </c:pt>
                <c:pt idx="1359">
                  <c:v>1.78734693878</c:v>
                </c:pt>
                <c:pt idx="1360">
                  <c:v>1.78866213152</c:v>
                </c:pt>
                <c:pt idx="1361">
                  <c:v>1.78997732426</c:v>
                </c:pt>
                <c:pt idx="1362">
                  <c:v>1.79129251701</c:v>
                </c:pt>
                <c:pt idx="1363">
                  <c:v>1.79260770975</c:v>
                </c:pt>
                <c:pt idx="1364">
                  <c:v>1.79392290249</c:v>
                </c:pt>
                <c:pt idx="1365">
                  <c:v>1.79523809524</c:v>
                </c:pt>
                <c:pt idx="1366">
                  <c:v>1.79655328798</c:v>
                </c:pt>
                <c:pt idx="1367">
                  <c:v>1.79786848073</c:v>
                </c:pt>
                <c:pt idx="1368">
                  <c:v>1.79918367347</c:v>
                </c:pt>
                <c:pt idx="1369">
                  <c:v>1.80049886621</c:v>
                </c:pt>
                <c:pt idx="1370">
                  <c:v>1.80181405896</c:v>
                </c:pt>
                <c:pt idx="1371">
                  <c:v>1.8031292517</c:v>
                </c:pt>
                <c:pt idx="1372">
                  <c:v>1.80444444444</c:v>
                </c:pt>
                <c:pt idx="1373">
                  <c:v>1.80575963719</c:v>
                </c:pt>
                <c:pt idx="1374">
                  <c:v>1.80707482993</c:v>
                </c:pt>
                <c:pt idx="1375">
                  <c:v>1.80839002268</c:v>
                </c:pt>
                <c:pt idx="1376">
                  <c:v>1.80970521542</c:v>
                </c:pt>
                <c:pt idx="1377">
                  <c:v>1.81102040816</c:v>
                </c:pt>
                <c:pt idx="1378">
                  <c:v>1.81233560091</c:v>
                </c:pt>
                <c:pt idx="1379">
                  <c:v>1.81365079365</c:v>
                </c:pt>
                <c:pt idx="1380">
                  <c:v>1.81496598639</c:v>
                </c:pt>
                <c:pt idx="1381">
                  <c:v>1.81628117914</c:v>
                </c:pt>
                <c:pt idx="1382">
                  <c:v>1.81759637188</c:v>
                </c:pt>
                <c:pt idx="1383">
                  <c:v>1.81891156463</c:v>
                </c:pt>
                <c:pt idx="1384">
                  <c:v>1.82022675737</c:v>
                </c:pt>
                <c:pt idx="1385">
                  <c:v>1.82154195011</c:v>
                </c:pt>
                <c:pt idx="1386">
                  <c:v>1.82285714286</c:v>
                </c:pt>
                <c:pt idx="1387">
                  <c:v>1.8241723356</c:v>
                </c:pt>
                <c:pt idx="1388">
                  <c:v>1.82548752834</c:v>
                </c:pt>
                <c:pt idx="1389">
                  <c:v>1.82680272109</c:v>
                </c:pt>
                <c:pt idx="1390">
                  <c:v>1.82811791383</c:v>
                </c:pt>
                <c:pt idx="1391">
                  <c:v>1.82943310658</c:v>
                </c:pt>
                <c:pt idx="1392">
                  <c:v>1.83074829932</c:v>
                </c:pt>
                <c:pt idx="1393">
                  <c:v>1.83206349206</c:v>
                </c:pt>
                <c:pt idx="1394">
                  <c:v>1.83337868481</c:v>
                </c:pt>
                <c:pt idx="1395">
                  <c:v>1.83469387755</c:v>
                </c:pt>
                <c:pt idx="1396">
                  <c:v>1.83600907029</c:v>
                </c:pt>
                <c:pt idx="1397">
                  <c:v>1.83732426304</c:v>
                </c:pt>
                <c:pt idx="1398">
                  <c:v>1.83863945578</c:v>
                </c:pt>
                <c:pt idx="1399">
                  <c:v>1.83995464853</c:v>
                </c:pt>
                <c:pt idx="1400">
                  <c:v>1.84126984127</c:v>
                </c:pt>
                <c:pt idx="1401">
                  <c:v>1.84258503401</c:v>
                </c:pt>
                <c:pt idx="1402">
                  <c:v>1.84390022676</c:v>
                </c:pt>
                <c:pt idx="1403">
                  <c:v>1.8452154195</c:v>
                </c:pt>
                <c:pt idx="1404">
                  <c:v>1.84653061224</c:v>
                </c:pt>
                <c:pt idx="1405">
                  <c:v>1.84784580499</c:v>
                </c:pt>
                <c:pt idx="1406">
                  <c:v>1.84916099773</c:v>
                </c:pt>
                <c:pt idx="1407">
                  <c:v>1.85047619048</c:v>
                </c:pt>
                <c:pt idx="1408">
                  <c:v>1.85179138322</c:v>
                </c:pt>
                <c:pt idx="1409">
                  <c:v>1.85310657596</c:v>
                </c:pt>
                <c:pt idx="1410">
                  <c:v>1.85442176871</c:v>
                </c:pt>
                <c:pt idx="1411">
                  <c:v>1.85573696145</c:v>
                </c:pt>
                <c:pt idx="1412">
                  <c:v>1.8570521542</c:v>
                </c:pt>
                <c:pt idx="1413">
                  <c:v>1.85836734694</c:v>
                </c:pt>
                <c:pt idx="1414">
                  <c:v>1.85968253968</c:v>
                </c:pt>
                <c:pt idx="1415">
                  <c:v>1.86099773243</c:v>
                </c:pt>
                <c:pt idx="1416">
                  <c:v>1.86231292517</c:v>
                </c:pt>
                <c:pt idx="1417">
                  <c:v>1.86362811791</c:v>
                </c:pt>
                <c:pt idx="1418">
                  <c:v>1.86494331066</c:v>
                </c:pt>
                <c:pt idx="1419">
                  <c:v>1.8662585034</c:v>
                </c:pt>
                <c:pt idx="1420">
                  <c:v>1.86757369615</c:v>
                </c:pt>
                <c:pt idx="1421">
                  <c:v>1.86888888889</c:v>
                </c:pt>
                <c:pt idx="1422">
                  <c:v>1.87020408163</c:v>
                </c:pt>
                <c:pt idx="1423">
                  <c:v>1.87151927438</c:v>
                </c:pt>
                <c:pt idx="1424">
                  <c:v>1.87283446712</c:v>
                </c:pt>
                <c:pt idx="1425">
                  <c:v>1.87414965986</c:v>
                </c:pt>
                <c:pt idx="1426">
                  <c:v>1.87546485261</c:v>
                </c:pt>
                <c:pt idx="1427">
                  <c:v>1.87678004535</c:v>
                </c:pt>
                <c:pt idx="1428">
                  <c:v>1.8780952381</c:v>
                </c:pt>
                <c:pt idx="1429">
                  <c:v>1.87941043084</c:v>
                </c:pt>
                <c:pt idx="1430">
                  <c:v>1.88072562358</c:v>
                </c:pt>
                <c:pt idx="1431">
                  <c:v>1.88204081633</c:v>
                </c:pt>
                <c:pt idx="1432">
                  <c:v>1.88335600907</c:v>
                </c:pt>
                <c:pt idx="1433">
                  <c:v>1.88467120181</c:v>
                </c:pt>
                <c:pt idx="1434">
                  <c:v>1.88598639456</c:v>
                </c:pt>
                <c:pt idx="1435">
                  <c:v>1.8873015873</c:v>
                </c:pt>
                <c:pt idx="1436">
                  <c:v>1.88861678005</c:v>
                </c:pt>
                <c:pt idx="1437">
                  <c:v>1.88993197279</c:v>
                </c:pt>
                <c:pt idx="1438">
                  <c:v>1.89124716553</c:v>
                </c:pt>
                <c:pt idx="1439">
                  <c:v>1.89256235828</c:v>
                </c:pt>
                <c:pt idx="1440">
                  <c:v>1.89387755102</c:v>
                </c:pt>
                <c:pt idx="1441">
                  <c:v>1.89519274376</c:v>
                </c:pt>
                <c:pt idx="1442">
                  <c:v>1.89650793651</c:v>
                </c:pt>
                <c:pt idx="1443">
                  <c:v>1.89782312925</c:v>
                </c:pt>
                <c:pt idx="1444">
                  <c:v>1.899138322</c:v>
                </c:pt>
                <c:pt idx="1445">
                  <c:v>1.90045351474</c:v>
                </c:pt>
                <c:pt idx="1446">
                  <c:v>1.90176870748</c:v>
                </c:pt>
                <c:pt idx="1447">
                  <c:v>1.90308390023</c:v>
                </c:pt>
                <c:pt idx="1448">
                  <c:v>1.90439909297</c:v>
                </c:pt>
                <c:pt idx="1449">
                  <c:v>1.90571428571</c:v>
                </c:pt>
                <c:pt idx="1450">
                  <c:v>1.90702947846</c:v>
                </c:pt>
                <c:pt idx="1451">
                  <c:v>1.9083446712</c:v>
                </c:pt>
                <c:pt idx="1452">
                  <c:v>1.90965986395</c:v>
                </c:pt>
                <c:pt idx="1453">
                  <c:v>1.91097505669</c:v>
                </c:pt>
                <c:pt idx="1454">
                  <c:v>1.91229024943</c:v>
                </c:pt>
                <c:pt idx="1455">
                  <c:v>1.91360544218</c:v>
                </c:pt>
                <c:pt idx="1456">
                  <c:v>1.91492063492</c:v>
                </c:pt>
                <c:pt idx="1457">
                  <c:v>1.91623582766</c:v>
                </c:pt>
                <c:pt idx="1458">
                  <c:v>1.91755102041</c:v>
                </c:pt>
                <c:pt idx="1459">
                  <c:v>1.91886621315</c:v>
                </c:pt>
                <c:pt idx="1460">
                  <c:v>1.9201814059</c:v>
                </c:pt>
                <c:pt idx="1461">
                  <c:v>1.92149659864</c:v>
                </c:pt>
                <c:pt idx="1462">
                  <c:v>1.92281179138</c:v>
                </c:pt>
                <c:pt idx="1463">
                  <c:v>1.92412698413</c:v>
                </c:pt>
                <c:pt idx="1464">
                  <c:v>1.92544217687</c:v>
                </c:pt>
                <c:pt idx="1465">
                  <c:v>1.92675736961</c:v>
                </c:pt>
                <c:pt idx="1466">
                  <c:v>1.92807256236</c:v>
                </c:pt>
                <c:pt idx="1467">
                  <c:v>1.9293877551</c:v>
                </c:pt>
                <c:pt idx="1468">
                  <c:v>1.93070294785</c:v>
                </c:pt>
                <c:pt idx="1469">
                  <c:v>1.93201814059</c:v>
                </c:pt>
                <c:pt idx="1470">
                  <c:v>1.93333333333</c:v>
                </c:pt>
                <c:pt idx="1471">
                  <c:v>1.93464852608</c:v>
                </c:pt>
                <c:pt idx="1472">
                  <c:v>1.93596371882</c:v>
                </c:pt>
                <c:pt idx="1473">
                  <c:v>1.93727891156</c:v>
                </c:pt>
                <c:pt idx="1474">
                  <c:v>1.93859410431</c:v>
                </c:pt>
                <c:pt idx="1475">
                  <c:v>1.93990929705</c:v>
                </c:pt>
                <c:pt idx="1476">
                  <c:v>1.9412244898</c:v>
                </c:pt>
                <c:pt idx="1477">
                  <c:v>1.94253968254</c:v>
                </c:pt>
                <c:pt idx="1478">
                  <c:v>1.94385487528</c:v>
                </c:pt>
                <c:pt idx="1479">
                  <c:v>1.94517006803</c:v>
                </c:pt>
                <c:pt idx="1480">
                  <c:v>1.94648526077</c:v>
                </c:pt>
                <c:pt idx="1481">
                  <c:v>1.94780045351</c:v>
                </c:pt>
                <c:pt idx="1482">
                  <c:v>1.94911564626</c:v>
                </c:pt>
                <c:pt idx="1483">
                  <c:v>1.950430839</c:v>
                </c:pt>
                <c:pt idx="1484">
                  <c:v>1.95174603175</c:v>
                </c:pt>
                <c:pt idx="1485">
                  <c:v>1.95306122449</c:v>
                </c:pt>
                <c:pt idx="1486">
                  <c:v>1.95437641723</c:v>
                </c:pt>
                <c:pt idx="1487">
                  <c:v>1.95569160998</c:v>
                </c:pt>
                <c:pt idx="1488">
                  <c:v>1.95700680272</c:v>
                </c:pt>
                <c:pt idx="1489">
                  <c:v>1.95832199546</c:v>
                </c:pt>
                <c:pt idx="1490">
                  <c:v>1.95963718821</c:v>
                </c:pt>
                <c:pt idx="1491">
                  <c:v>1.96095238095</c:v>
                </c:pt>
                <c:pt idx="1492">
                  <c:v>1.9622675737</c:v>
                </c:pt>
                <c:pt idx="1493">
                  <c:v>1.96358276644</c:v>
                </c:pt>
                <c:pt idx="1494">
                  <c:v>1.96489795918</c:v>
                </c:pt>
                <c:pt idx="1495">
                  <c:v>1.96621315193</c:v>
                </c:pt>
                <c:pt idx="1496">
                  <c:v>1.96752834467</c:v>
                </c:pt>
                <c:pt idx="1497">
                  <c:v>1.96884353741</c:v>
                </c:pt>
                <c:pt idx="1498">
                  <c:v>1.97015873016</c:v>
                </c:pt>
                <c:pt idx="1499">
                  <c:v>1.9714739229</c:v>
                </c:pt>
                <c:pt idx="1500">
                  <c:v>1.97278911565</c:v>
                </c:pt>
                <c:pt idx="1501">
                  <c:v>1.97410430839</c:v>
                </c:pt>
                <c:pt idx="1502">
                  <c:v>1.97541950113</c:v>
                </c:pt>
                <c:pt idx="1503">
                  <c:v>1.97673469388</c:v>
                </c:pt>
                <c:pt idx="1504">
                  <c:v>1.97804988662</c:v>
                </c:pt>
                <c:pt idx="1505">
                  <c:v>1.97936507937</c:v>
                </c:pt>
                <c:pt idx="1506">
                  <c:v>1.98068027211</c:v>
                </c:pt>
                <c:pt idx="1507">
                  <c:v>1.98199546485</c:v>
                </c:pt>
                <c:pt idx="1508">
                  <c:v>1.9833106576</c:v>
                </c:pt>
                <c:pt idx="1509">
                  <c:v>1.98462585034</c:v>
                </c:pt>
                <c:pt idx="1510">
                  <c:v>1.98594104308</c:v>
                </c:pt>
                <c:pt idx="1511">
                  <c:v>1.98725623583</c:v>
                </c:pt>
                <c:pt idx="1512">
                  <c:v>1.98857142857</c:v>
                </c:pt>
                <c:pt idx="1513">
                  <c:v>1.98988662132</c:v>
                </c:pt>
                <c:pt idx="1514">
                  <c:v>1.99120181406</c:v>
                </c:pt>
                <c:pt idx="1515">
                  <c:v>1.9925170068</c:v>
                </c:pt>
                <c:pt idx="1516">
                  <c:v>1.99383219955</c:v>
                </c:pt>
                <c:pt idx="1517">
                  <c:v>1.99514739229</c:v>
                </c:pt>
                <c:pt idx="1518">
                  <c:v>1.99646258503</c:v>
                </c:pt>
                <c:pt idx="1519">
                  <c:v>1.99777777778</c:v>
                </c:pt>
                <c:pt idx="1520">
                  <c:v>1.99909297052</c:v>
                </c:pt>
                <c:pt idx="1521">
                  <c:v>2.00040816327</c:v>
                </c:pt>
                <c:pt idx="1522">
                  <c:v>2.00172335601</c:v>
                </c:pt>
                <c:pt idx="1523">
                  <c:v>2.00303854875</c:v>
                </c:pt>
                <c:pt idx="1524">
                  <c:v>2.0043537415</c:v>
                </c:pt>
                <c:pt idx="1525">
                  <c:v>2.00566893424</c:v>
                </c:pt>
                <c:pt idx="1526">
                  <c:v>2.00698412698</c:v>
                </c:pt>
                <c:pt idx="1527">
                  <c:v>2.00829931973</c:v>
                </c:pt>
                <c:pt idx="1528">
                  <c:v>2.00961451247</c:v>
                </c:pt>
                <c:pt idx="1529">
                  <c:v>2.01092970522</c:v>
                </c:pt>
                <c:pt idx="1530">
                  <c:v>2.01224489796</c:v>
                </c:pt>
                <c:pt idx="1531">
                  <c:v>2.0135600907</c:v>
                </c:pt>
                <c:pt idx="1532">
                  <c:v>2.01487528345</c:v>
                </c:pt>
                <c:pt idx="1533">
                  <c:v>2.01619047619</c:v>
                </c:pt>
                <c:pt idx="1534">
                  <c:v>2.01750566893</c:v>
                </c:pt>
                <c:pt idx="1535">
                  <c:v>2.01882086168</c:v>
                </c:pt>
                <c:pt idx="1536">
                  <c:v>2.02013605442</c:v>
                </c:pt>
                <c:pt idx="1537">
                  <c:v>2.02145124717</c:v>
                </c:pt>
                <c:pt idx="1538">
                  <c:v>2.02276643991</c:v>
                </c:pt>
                <c:pt idx="1539">
                  <c:v>2.02408163265</c:v>
                </c:pt>
                <c:pt idx="1540">
                  <c:v>2.0253968254</c:v>
                </c:pt>
                <c:pt idx="1541">
                  <c:v>2.02671201814</c:v>
                </c:pt>
                <c:pt idx="1542">
                  <c:v>2.02802721088</c:v>
                </c:pt>
                <c:pt idx="1543">
                  <c:v>2.02934240363</c:v>
                </c:pt>
                <c:pt idx="1544">
                  <c:v>2.03065759637</c:v>
                </c:pt>
                <c:pt idx="1545">
                  <c:v>2.03197278912</c:v>
                </c:pt>
                <c:pt idx="1546">
                  <c:v>2.03328798186</c:v>
                </c:pt>
                <c:pt idx="1547">
                  <c:v>2.0346031746</c:v>
                </c:pt>
                <c:pt idx="1548">
                  <c:v>2.03591836735</c:v>
                </c:pt>
                <c:pt idx="1549">
                  <c:v>2.03723356009</c:v>
                </c:pt>
                <c:pt idx="1550">
                  <c:v>2.03854875283</c:v>
                </c:pt>
                <c:pt idx="1551">
                  <c:v>2.03986394558</c:v>
                </c:pt>
                <c:pt idx="1552">
                  <c:v>2.04117913832</c:v>
                </c:pt>
                <c:pt idx="1553">
                  <c:v>2.04249433107</c:v>
                </c:pt>
                <c:pt idx="1554">
                  <c:v>2.04380952381</c:v>
                </c:pt>
                <c:pt idx="1555">
                  <c:v>2.04512471655</c:v>
                </c:pt>
                <c:pt idx="1556">
                  <c:v>2.0464399093</c:v>
                </c:pt>
                <c:pt idx="1557">
                  <c:v>2.04775510204</c:v>
                </c:pt>
                <c:pt idx="1558">
                  <c:v>2.04907029478</c:v>
                </c:pt>
                <c:pt idx="1559">
                  <c:v>2.05038548753</c:v>
                </c:pt>
                <c:pt idx="1560">
                  <c:v>2.05170068027</c:v>
                </c:pt>
                <c:pt idx="1561">
                  <c:v>2.05301587302</c:v>
                </c:pt>
                <c:pt idx="1562">
                  <c:v>2.05433106576</c:v>
                </c:pt>
                <c:pt idx="1563">
                  <c:v>2.0556462585</c:v>
                </c:pt>
                <c:pt idx="1564">
                  <c:v>2.05696145125</c:v>
                </c:pt>
                <c:pt idx="1565">
                  <c:v>2.05827664399</c:v>
                </c:pt>
                <c:pt idx="1566">
                  <c:v>2.05959183673</c:v>
                </c:pt>
                <c:pt idx="1567">
                  <c:v>2.06090702948</c:v>
                </c:pt>
                <c:pt idx="1568">
                  <c:v>2.06222222222</c:v>
                </c:pt>
                <c:pt idx="1569">
                  <c:v>2.06353741497</c:v>
                </c:pt>
                <c:pt idx="1570">
                  <c:v>2.06485260771</c:v>
                </c:pt>
                <c:pt idx="1571">
                  <c:v>2.06616780045</c:v>
                </c:pt>
                <c:pt idx="1572">
                  <c:v>2.0674829932</c:v>
                </c:pt>
                <c:pt idx="1573">
                  <c:v>2.06879818594</c:v>
                </c:pt>
                <c:pt idx="1574">
                  <c:v>2.07011337868</c:v>
                </c:pt>
                <c:pt idx="1575">
                  <c:v>2.07142857143</c:v>
                </c:pt>
                <c:pt idx="1576">
                  <c:v>2.07274376417</c:v>
                </c:pt>
                <c:pt idx="1577">
                  <c:v>2.07405895692</c:v>
                </c:pt>
                <c:pt idx="1578">
                  <c:v>2.07537414966</c:v>
                </c:pt>
                <c:pt idx="1579">
                  <c:v>2.0766893424</c:v>
                </c:pt>
                <c:pt idx="1580">
                  <c:v>2.07800453515</c:v>
                </c:pt>
                <c:pt idx="1581">
                  <c:v>2.07931972789</c:v>
                </c:pt>
                <c:pt idx="1582">
                  <c:v>2.08063492063</c:v>
                </c:pt>
                <c:pt idx="1583">
                  <c:v>2.08195011338</c:v>
                </c:pt>
                <c:pt idx="1584">
                  <c:v>2.08326530612</c:v>
                </c:pt>
                <c:pt idx="1585">
                  <c:v>2.08458049887</c:v>
                </c:pt>
                <c:pt idx="1586">
                  <c:v>2.08589569161</c:v>
                </c:pt>
                <c:pt idx="1587">
                  <c:v>2.08721088435</c:v>
                </c:pt>
                <c:pt idx="1588">
                  <c:v>2.0885260771</c:v>
                </c:pt>
                <c:pt idx="1589">
                  <c:v>2.08984126984</c:v>
                </c:pt>
                <c:pt idx="1590">
                  <c:v>2.09115646259</c:v>
                </c:pt>
                <c:pt idx="1591">
                  <c:v>2.09247165533</c:v>
                </c:pt>
                <c:pt idx="1592">
                  <c:v>2.09378684807</c:v>
                </c:pt>
                <c:pt idx="1593">
                  <c:v>2.09510204082</c:v>
                </c:pt>
                <c:pt idx="1594">
                  <c:v>2.09641723356</c:v>
                </c:pt>
                <c:pt idx="1595">
                  <c:v>2.0977324263</c:v>
                </c:pt>
                <c:pt idx="1596">
                  <c:v>2.09904761905</c:v>
                </c:pt>
                <c:pt idx="1597">
                  <c:v>2.10036281179</c:v>
                </c:pt>
                <c:pt idx="1598">
                  <c:v>2.10167800454</c:v>
                </c:pt>
                <c:pt idx="1599">
                  <c:v>2.10299319728</c:v>
                </c:pt>
                <c:pt idx="1600">
                  <c:v>2.10430839002</c:v>
                </c:pt>
                <c:pt idx="1601">
                  <c:v>2.10562358277</c:v>
                </c:pt>
                <c:pt idx="1602">
                  <c:v>2.10693877551</c:v>
                </c:pt>
                <c:pt idx="1603">
                  <c:v>2.10825396825</c:v>
                </c:pt>
                <c:pt idx="1604">
                  <c:v>2.109569161</c:v>
                </c:pt>
                <c:pt idx="1605">
                  <c:v>2.11088435374</c:v>
                </c:pt>
                <c:pt idx="1606">
                  <c:v>2.11219954649</c:v>
                </c:pt>
                <c:pt idx="1607">
                  <c:v>2.11351473923</c:v>
                </c:pt>
                <c:pt idx="1608">
                  <c:v>2.11482993197</c:v>
                </c:pt>
                <c:pt idx="1609">
                  <c:v>2.11614512472</c:v>
                </c:pt>
                <c:pt idx="1610">
                  <c:v>2.11746031746</c:v>
                </c:pt>
                <c:pt idx="1611">
                  <c:v>2.1187755102</c:v>
                </c:pt>
                <c:pt idx="1612">
                  <c:v>2.12009070295</c:v>
                </c:pt>
                <c:pt idx="1613">
                  <c:v>2.12140589569</c:v>
                </c:pt>
                <c:pt idx="1614">
                  <c:v>2.12272108844</c:v>
                </c:pt>
                <c:pt idx="1615">
                  <c:v>2.12403628118</c:v>
                </c:pt>
                <c:pt idx="1616">
                  <c:v>2.12535147392</c:v>
                </c:pt>
                <c:pt idx="1617">
                  <c:v>2.12666666667</c:v>
                </c:pt>
                <c:pt idx="1618">
                  <c:v>2.12798185941</c:v>
                </c:pt>
                <c:pt idx="1619">
                  <c:v>2.12929705215</c:v>
                </c:pt>
                <c:pt idx="1620">
                  <c:v>2.1306122449</c:v>
                </c:pt>
                <c:pt idx="1621">
                  <c:v>2.13192743764</c:v>
                </c:pt>
                <c:pt idx="1622">
                  <c:v>2.13324263039</c:v>
                </c:pt>
                <c:pt idx="1623">
                  <c:v>2.13455782313</c:v>
                </c:pt>
                <c:pt idx="1624">
                  <c:v>2.13587301587</c:v>
                </c:pt>
                <c:pt idx="1625">
                  <c:v>2.13718820862</c:v>
                </c:pt>
                <c:pt idx="1626">
                  <c:v>2.13850340136</c:v>
                </c:pt>
                <c:pt idx="1627">
                  <c:v>2.1398185941</c:v>
                </c:pt>
                <c:pt idx="1628">
                  <c:v>2.14113378685</c:v>
                </c:pt>
                <c:pt idx="1629">
                  <c:v>2.14244897959</c:v>
                </c:pt>
                <c:pt idx="1630">
                  <c:v>2.14376417234</c:v>
                </c:pt>
                <c:pt idx="1631">
                  <c:v>2.14507936508</c:v>
                </c:pt>
                <c:pt idx="1632">
                  <c:v>2.14639455782</c:v>
                </c:pt>
                <c:pt idx="1633">
                  <c:v>2.14770975057</c:v>
                </c:pt>
                <c:pt idx="1634">
                  <c:v>2.14902494331</c:v>
                </c:pt>
                <c:pt idx="1635">
                  <c:v>2.15034013605</c:v>
                </c:pt>
                <c:pt idx="1636">
                  <c:v>2.1516553288</c:v>
                </c:pt>
                <c:pt idx="1637">
                  <c:v>2.15297052154</c:v>
                </c:pt>
                <c:pt idx="1638">
                  <c:v>2.15428571429</c:v>
                </c:pt>
                <c:pt idx="1639">
                  <c:v>2.15560090703</c:v>
                </c:pt>
                <c:pt idx="1640">
                  <c:v>2.15691609977</c:v>
                </c:pt>
                <c:pt idx="1641">
                  <c:v>2.15823129252</c:v>
                </c:pt>
                <c:pt idx="1642">
                  <c:v>2.15954648526</c:v>
                </c:pt>
                <c:pt idx="1643">
                  <c:v>2.160861678</c:v>
                </c:pt>
                <c:pt idx="1644">
                  <c:v>2.16217687075</c:v>
                </c:pt>
                <c:pt idx="1645">
                  <c:v>2.16349206349</c:v>
                </c:pt>
                <c:pt idx="1646">
                  <c:v>2.16480725624</c:v>
                </c:pt>
                <c:pt idx="1647">
                  <c:v>2.16612244898</c:v>
                </c:pt>
                <c:pt idx="1648">
                  <c:v>2.16743764172</c:v>
                </c:pt>
                <c:pt idx="1649">
                  <c:v>2.16875283447</c:v>
                </c:pt>
                <c:pt idx="1650">
                  <c:v>2.17006802721</c:v>
                </c:pt>
                <c:pt idx="1651">
                  <c:v>2.17138321995</c:v>
                </c:pt>
                <c:pt idx="1652">
                  <c:v>2.1726984127</c:v>
                </c:pt>
                <c:pt idx="1653">
                  <c:v>2.17401360544</c:v>
                </c:pt>
                <c:pt idx="1654">
                  <c:v>2.17532879819</c:v>
                </c:pt>
                <c:pt idx="1655">
                  <c:v>2.17664399093</c:v>
                </c:pt>
                <c:pt idx="1656">
                  <c:v>2.17795918367</c:v>
                </c:pt>
                <c:pt idx="1657">
                  <c:v>2.17927437642</c:v>
                </c:pt>
                <c:pt idx="1658">
                  <c:v>2.18058956916</c:v>
                </c:pt>
                <c:pt idx="1659">
                  <c:v>2.1819047619</c:v>
                </c:pt>
                <c:pt idx="1660">
                  <c:v>2.18321995465</c:v>
                </c:pt>
                <c:pt idx="1661">
                  <c:v>2.18453514739</c:v>
                </c:pt>
                <c:pt idx="1662">
                  <c:v>2.18585034014</c:v>
                </c:pt>
                <c:pt idx="1663">
                  <c:v>2.18716553288</c:v>
                </c:pt>
                <c:pt idx="1664">
                  <c:v>2.18848072562</c:v>
                </c:pt>
                <c:pt idx="1665">
                  <c:v>2.18979591837</c:v>
                </c:pt>
                <c:pt idx="1666">
                  <c:v>2.19111111111</c:v>
                </c:pt>
                <c:pt idx="1667">
                  <c:v>2.19242630385</c:v>
                </c:pt>
                <c:pt idx="1668">
                  <c:v>2.1937414966</c:v>
                </c:pt>
                <c:pt idx="1669">
                  <c:v>2.19505668934</c:v>
                </c:pt>
                <c:pt idx="1670">
                  <c:v>2.19637188209</c:v>
                </c:pt>
                <c:pt idx="1671">
                  <c:v>2.19768707483</c:v>
                </c:pt>
                <c:pt idx="1672">
                  <c:v>2.19900226757</c:v>
                </c:pt>
                <c:pt idx="1673">
                  <c:v>2.20031746032</c:v>
                </c:pt>
                <c:pt idx="1674">
                  <c:v>2.20163265306</c:v>
                </c:pt>
                <c:pt idx="1675">
                  <c:v>2.2029478458</c:v>
                </c:pt>
                <c:pt idx="1676">
                  <c:v>2.20426303855</c:v>
                </c:pt>
                <c:pt idx="1677">
                  <c:v>2.20557823129</c:v>
                </c:pt>
                <c:pt idx="1678">
                  <c:v>2.20689342404</c:v>
                </c:pt>
                <c:pt idx="1679">
                  <c:v>2.20820861678</c:v>
                </c:pt>
                <c:pt idx="1680">
                  <c:v>2.20952380952</c:v>
                </c:pt>
                <c:pt idx="1681">
                  <c:v>2.21083900227</c:v>
                </c:pt>
                <c:pt idx="1682">
                  <c:v>2.21215419501</c:v>
                </c:pt>
                <c:pt idx="1683">
                  <c:v>2.21346938776</c:v>
                </c:pt>
                <c:pt idx="1684">
                  <c:v>2.2147845805</c:v>
                </c:pt>
                <c:pt idx="1685">
                  <c:v>2.21609977324</c:v>
                </c:pt>
                <c:pt idx="1686">
                  <c:v>2.21741496599</c:v>
                </c:pt>
                <c:pt idx="1687">
                  <c:v>2.21873015873</c:v>
                </c:pt>
                <c:pt idx="1688">
                  <c:v>2.22004535147</c:v>
                </c:pt>
                <c:pt idx="1689">
                  <c:v>2.22136054422</c:v>
                </c:pt>
                <c:pt idx="1690">
                  <c:v>2.22267573696</c:v>
                </c:pt>
                <c:pt idx="1691">
                  <c:v>2.22399092971</c:v>
                </c:pt>
                <c:pt idx="1692">
                  <c:v>2.22530612245</c:v>
                </c:pt>
                <c:pt idx="1693">
                  <c:v>2.22662131519</c:v>
                </c:pt>
                <c:pt idx="1694">
                  <c:v>2.22793650794</c:v>
                </c:pt>
                <c:pt idx="1695">
                  <c:v>2.22925170068</c:v>
                </c:pt>
                <c:pt idx="1696">
                  <c:v>2.23056689342</c:v>
                </c:pt>
                <c:pt idx="1697">
                  <c:v>2.23188208617</c:v>
                </c:pt>
                <c:pt idx="1698">
                  <c:v>2.23319727891</c:v>
                </c:pt>
                <c:pt idx="1699">
                  <c:v>2.23451247166</c:v>
                </c:pt>
                <c:pt idx="1700">
                  <c:v>2.2358276644</c:v>
                </c:pt>
                <c:pt idx="1701">
                  <c:v>2.23714285714</c:v>
                </c:pt>
                <c:pt idx="1702">
                  <c:v>2.23845804989</c:v>
                </c:pt>
                <c:pt idx="1703">
                  <c:v>2.23977324263</c:v>
                </c:pt>
                <c:pt idx="1704">
                  <c:v>2.24108843537</c:v>
                </c:pt>
                <c:pt idx="1705">
                  <c:v>2.24240362812</c:v>
                </c:pt>
                <c:pt idx="1706">
                  <c:v>2.24371882086</c:v>
                </c:pt>
                <c:pt idx="1707">
                  <c:v>2.24503401361</c:v>
                </c:pt>
                <c:pt idx="1708">
                  <c:v>2.24634920635</c:v>
                </c:pt>
                <c:pt idx="1709">
                  <c:v>2.24766439909</c:v>
                </c:pt>
                <c:pt idx="1710">
                  <c:v>2.24897959184</c:v>
                </c:pt>
                <c:pt idx="1711">
                  <c:v>2.25029478458</c:v>
                </c:pt>
                <c:pt idx="1712">
                  <c:v>2.25160997732</c:v>
                </c:pt>
                <c:pt idx="1713">
                  <c:v>2.25292517007</c:v>
                </c:pt>
                <c:pt idx="1714">
                  <c:v>2.25424036281</c:v>
                </c:pt>
                <c:pt idx="1715">
                  <c:v>2.25555555556</c:v>
                </c:pt>
                <c:pt idx="1716">
                  <c:v>2.2568707483</c:v>
                </c:pt>
                <c:pt idx="1717">
                  <c:v>2.25818594104</c:v>
                </c:pt>
                <c:pt idx="1718">
                  <c:v>2.25950113379</c:v>
                </c:pt>
                <c:pt idx="1719">
                  <c:v>2.26081632653</c:v>
                </c:pt>
                <c:pt idx="1720">
                  <c:v>2.26213151927</c:v>
                </c:pt>
                <c:pt idx="1721">
                  <c:v>2.26344671202</c:v>
                </c:pt>
                <c:pt idx="1722">
                  <c:v>2.26476190476</c:v>
                </c:pt>
                <c:pt idx="1723">
                  <c:v>2.26607709751</c:v>
                </c:pt>
                <c:pt idx="1724">
                  <c:v>2.26739229025</c:v>
                </c:pt>
                <c:pt idx="1725">
                  <c:v>2.26870748299</c:v>
                </c:pt>
                <c:pt idx="1726">
                  <c:v>2.27002267574</c:v>
                </c:pt>
                <c:pt idx="1727">
                  <c:v>2.27133786848</c:v>
                </c:pt>
                <c:pt idx="1728">
                  <c:v>2.27265306122</c:v>
                </c:pt>
                <c:pt idx="1729">
                  <c:v>2.27396825397</c:v>
                </c:pt>
                <c:pt idx="1730">
                  <c:v>2.27528344671</c:v>
                </c:pt>
                <c:pt idx="1731">
                  <c:v>2.27659863946</c:v>
                </c:pt>
                <c:pt idx="1732">
                  <c:v>2.2779138322</c:v>
                </c:pt>
                <c:pt idx="1733">
                  <c:v>2.27922902494</c:v>
                </c:pt>
                <c:pt idx="1734">
                  <c:v>2.28054421769</c:v>
                </c:pt>
                <c:pt idx="1735">
                  <c:v>2.28185941043</c:v>
                </c:pt>
                <c:pt idx="1736">
                  <c:v>2.28317460317</c:v>
                </c:pt>
                <c:pt idx="1737">
                  <c:v>2.28448979592</c:v>
                </c:pt>
                <c:pt idx="1738">
                  <c:v>2.28580498866</c:v>
                </c:pt>
                <c:pt idx="1739">
                  <c:v>2.28712018141</c:v>
                </c:pt>
                <c:pt idx="1740">
                  <c:v>2.28843537415</c:v>
                </c:pt>
                <c:pt idx="1741">
                  <c:v>2.28975056689</c:v>
                </c:pt>
                <c:pt idx="1742">
                  <c:v>2.29106575964</c:v>
                </c:pt>
                <c:pt idx="1743">
                  <c:v>2.29238095238</c:v>
                </c:pt>
                <c:pt idx="1744">
                  <c:v>2.29369614512</c:v>
                </c:pt>
                <c:pt idx="1745">
                  <c:v>2.29501133787</c:v>
                </c:pt>
                <c:pt idx="1746">
                  <c:v>2.29632653061</c:v>
                </c:pt>
                <c:pt idx="1747">
                  <c:v>2.29764172336</c:v>
                </c:pt>
                <c:pt idx="1748">
                  <c:v>2.2989569161</c:v>
                </c:pt>
                <c:pt idx="1749">
                  <c:v>2.30027210884</c:v>
                </c:pt>
                <c:pt idx="1750">
                  <c:v>2.30158730159</c:v>
                </c:pt>
                <c:pt idx="1751">
                  <c:v>2.30290249433</c:v>
                </c:pt>
                <c:pt idx="1752">
                  <c:v>2.30421768707</c:v>
                </c:pt>
                <c:pt idx="1753">
                  <c:v>2.30553287982</c:v>
                </c:pt>
                <c:pt idx="1754">
                  <c:v>2.30684807256</c:v>
                </c:pt>
                <c:pt idx="1755">
                  <c:v>2.30816326531</c:v>
                </c:pt>
                <c:pt idx="1756">
                  <c:v>2.30947845805</c:v>
                </c:pt>
                <c:pt idx="1757">
                  <c:v>2.31079365079</c:v>
                </c:pt>
                <c:pt idx="1758">
                  <c:v>2.31210884354</c:v>
                </c:pt>
                <c:pt idx="1759">
                  <c:v>2.31342403628</c:v>
                </c:pt>
                <c:pt idx="1760">
                  <c:v>2.31473922902</c:v>
                </c:pt>
                <c:pt idx="1761">
                  <c:v>2.31605442177</c:v>
                </c:pt>
                <c:pt idx="1762">
                  <c:v>2.31736961451</c:v>
                </c:pt>
                <c:pt idx="1763">
                  <c:v>2.31868480726</c:v>
                </c:pt>
                <c:pt idx="1764">
                  <c:v>2.32</c:v>
                </c:pt>
                <c:pt idx="1765">
                  <c:v>2.32131519274</c:v>
                </c:pt>
                <c:pt idx="1766">
                  <c:v>2.32263038549</c:v>
                </c:pt>
                <c:pt idx="1767">
                  <c:v>2.32394557823</c:v>
                </c:pt>
                <c:pt idx="1768">
                  <c:v>2.32526077098</c:v>
                </c:pt>
                <c:pt idx="1769">
                  <c:v>2.32657596372</c:v>
                </c:pt>
                <c:pt idx="1770">
                  <c:v>2.32789115646</c:v>
                </c:pt>
                <c:pt idx="1771">
                  <c:v>2.32920634921</c:v>
                </c:pt>
                <c:pt idx="1772">
                  <c:v>2.33052154195</c:v>
                </c:pt>
                <c:pt idx="1773">
                  <c:v>2.33183673469</c:v>
                </c:pt>
                <c:pt idx="1774">
                  <c:v>2.33315192744</c:v>
                </c:pt>
                <c:pt idx="1775">
                  <c:v>2.33446712018</c:v>
                </c:pt>
                <c:pt idx="1776">
                  <c:v>2.33578231293</c:v>
                </c:pt>
                <c:pt idx="1777">
                  <c:v>2.33709750567</c:v>
                </c:pt>
                <c:pt idx="1778">
                  <c:v>2.33841269841</c:v>
                </c:pt>
                <c:pt idx="1779">
                  <c:v>2.33972789116</c:v>
                </c:pt>
                <c:pt idx="1780">
                  <c:v>2.3410430839</c:v>
                </c:pt>
                <c:pt idx="1781">
                  <c:v>2.34235827664</c:v>
                </c:pt>
                <c:pt idx="1782">
                  <c:v>2.34367346939</c:v>
                </c:pt>
                <c:pt idx="1783">
                  <c:v>2.34498866213</c:v>
                </c:pt>
                <c:pt idx="1784">
                  <c:v>2.34630385488</c:v>
                </c:pt>
                <c:pt idx="1785">
                  <c:v>2.34761904762</c:v>
                </c:pt>
                <c:pt idx="1786">
                  <c:v>2.34893424036</c:v>
                </c:pt>
                <c:pt idx="1787">
                  <c:v>2.35024943311</c:v>
                </c:pt>
                <c:pt idx="1788">
                  <c:v>2.35156462585</c:v>
                </c:pt>
                <c:pt idx="1789">
                  <c:v>2.35287981859</c:v>
                </c:pt>
                <c:pt idx="1790">
                  <c:v>2.35419501134</c:v>
                </c:pt>
                <c:pt idx="1791">
                  <c:v>2.35551020408</c:v>
                </c:pt>
                <c:pt idx="1792">
                  <c:v>2.35682539683</c:v>
                </c:pt>
                <c:pt idx="1793">
                  <c:v>2.35814058957</c:v>
                </c:pt>
                <c:pt idx="1794">
                  <c:v>2.35945578231</c:v>
                </c:pt>
                <c:pt idx="1795">
                  <c:v>2.36077097506</c:v>
                </c:pt>
                <c:pt idx="1796">
                  <c:v>2.3620861678</c:v>
                </c:pt>
                <c:pt idx="1797">
                  <c:v>2.36340136054</c:v>
                </c:pt>
                <c:pt idx="1798">
                  <c:v>2.36471655329</c:v>
                </c:pt>
                <c:pt idx="1799">
                  <c:v>2.36603174603</c:v>
                </c:pt>
                <c:pt idx="1800">
                  <c:v>2.36734693878</c:v>
                </c:pt>
                <c:pt idx="1801">
                  <c:v>2.36866213152</c:v>
                </c:pt>
                <c:pt idx="1802">
                  <c:v>2.36997732426</c:v>
                </c:pt>
                <c:pt idx="1803">
                  <c:v>2.37129251701</c:v>
                </c:pt>
                <c:pt idx="1804">
                  <c:v>2.37260770975</c:v>
                </c:pt>
                <c:pt idx="1805">
                  <c:v>2.37392290249</c:v>
                </c:pt>
                <c:pt idx="1806">
                  <c:v>2.37523809524</c:v>
                </c:pt>
                <c:pt idx="1807">
                  <c:v>2.37655328798</c:v>
                </c:pt>
                <c:pt idx="1808">
                  <c:v>2.37786848073</c:v>
                </c:pt>
                <c:pt idx="1809">
                  <c:v>2.37918367347</c:v>
                </c:pt>
                <c:pt idx="1810">
                  <c:v>2.38049886621</c:v>
                </c:pt>
                <c:pt idx="1811">
                  <c:v>2.38181405896</c:v>
                </c:pt>
              </c:numCache>
            </c:numRef>
          </c:xVal>
          <c:yVal>
            <c:numRef>
              <c:f>'Chart Data'!$B$2:$B$1813</c:f>
              <c:numCache>
                <c:formatCode>0.0</c:formatCode>
                <c:ptCount val="1812"/>
                <c:pt idx="0">
                  <c:v>0.00135489115708</c:v>
                </c:pt>
                <c:pt idx="1">
                  <c:v>-0.00162586938849</c:v>
                </c:pt>
                <c:pt idx="2">
                  <c:v>-0.00135489115708</c:v>
                </c:pt>
                <c:pt idx="3">
                  <c:v>-0.000361304308554</c:v>
                </c:pt>
                <c:pt idx="4">
                  <c:v>0.000180652154277</c:v>
                </c:pt>
                <c:pt idx="5">
                  <c:v>-0.00162586938849</c:v>
                </c:pt>
                <c:pt idx="6">
                  <c:v>0.00162586938849</c:v>
                </c:pt>
                <c:pt idx="7">
                  <c:v>-0.00153554331135</c:v>
                </c:pt>
                <c:pt idx="8">
                  <c:v>-0.00207749977418</c:v>
                </c:pt>
                <c:pt idx="9">
                  <c:v>0.000451630385692</c:v>
                </c:pt>
                <c:pt idx="10">
                  <c:v>-0.00108391292566</c:v>
                </c:pt>
                <c:pt idx="11">
                  <c:v>-0.000632282539969</c:v>
                </c:pt>
                <c:pt idx="12">
                  <c:v>0.00171619546563</c:v>
                </c:pt>
                <c:pt idx="13">
                  <c:v>-0.00126456507994</c:v>
                </c:pt>
                <c:pt idx="14">
                  <c:v>-0.00207749977418</c:v>
                </c:pt>
                <c:pt idx="15">
                  <c:v>0.00361304308554</c:v>
                </c:pt>
                <c:pt idx="16">
                  <c:v>-0.000812934694246</c:v>
                </c:pt>
                <c:pt idx="17">
                  <c:v>-0.00135489115708</c:v>
                </c:pt>
                <c:pt idx="18">
                  <c:v>-0.000632282539969</c:v>
                </c:pt>
                <c:pt idx="19">
                  <c:v>0.000270978231415</c:v>
                </c:pt>
                <c:pt idx="20">
                  <c:v>-0.00153554331135</c:v>
                </c:pt>
                <c:pt idx="21">
                  <c:v>-0.000903260771385</c:v>
                </c:pt>
                <c:pt idx="22">
                  <c:v>0.000541956462831</c:v>
                </c:pt>
                <c:pt idx="23">
                  <c:v>-0.00126456507994</c:v>
                </c:pt>
                <c:pt idx="24">
                  <c:v>0.000903260771385</c:v>
                </c:pt>
                <c:pt idx="25">
                  <c:v>0.00180652154277</c:v>
                </c:pt>
                <c:pt idx="26">
                  <c:v>-0.000993586848523</c:v>
                </c:pt>
                <c:pt idx="27">
                  <c:v>-0.000451630385692</c:v>
                </c:pt>
                <c:pt idx="28">
                  <c:v>0.00135489115708</c:v>
                </c:pt>
                <c:pt idx="29">
                  <c:v>-0.00126456507994</c:v>
                </c:pt>
                <c:pt idx="30">
                  <c:v>0.00198717369705</c:v>
                </c:pt>
                <c:pt idx="31">
                  <c:v>0.00126456507994</c:v>
                </c:pt>
                <c:pt idx="32">
                  <c:v>-0.000541956462831</c:v>
                </c:pt>
                <c:pt idx="33">
                  <c:v>0.00207749977418</c:v>
                </c:pt>
                <c:pt idx="34">
                  <c:v>-0.000361304308554</c:v>
                </c:pt>
                <c:pt idx="35">
                  <c:v>-0.000903260771385</c:v>
                </c:pt>
                <c:pt idx="36">
                  <c:v>0.000541956462831</c:v>
                </c:pt>
                <c:pt idx="37">
                  <c:v>0</c:v>
                </c:pt>
                <c:pt idx="38">
                  <c:v>0.000903260771385</c:v>
                </c:pt>
                <c:pt idx="39">
                  <c:v>-0.000903260771385</c:v>
                </c:pt>
                <c:pt idx="40">
                  <c:v>-0.00180652154277</c:v>
                </c:pt>
                <c:pt idx="41">
                  <c:v>-0.000180652154277</c:v>
                </c:pt>
                <c:pt idx="42">
                  <c:v>0.0023484780056</c:v>
                </c:pt>
                <c:pt idx="43">
                  <c:v>0.000270978231415</c:v>
                </c:pt>
                <c:pt idx="44">
                  <c:v>-9.03260771385E-05</c:v>
                </c:pt>
                <c:pt idx="45">
                  <c:v>0.00289043446843</c:v>
                </c:pt>
                <c:pt idx="46">
                  <c:v>0.00126456507994</c:v>
                </c:pt>
                <c:pt idx="47">
                  <c:v>-0.00325173877698</c:v>
                </c:pt>
                <c:pt idx="48">
                  <c:v>-0.000361304308554</c:v>
                </c:pt>
                <c:pt idx="49">
                  <c:v>0.00280010839129</c:v>
                </c:pt>
                <c:pt idx="50">
                  <c:v>-0.00189684761991</c:v>
                </c:pt>
                <c:pt idx="51">
                  <c:v>0.000270978231415</c:v>
                </c:pt>
                <c:pt idx="52">
                  <c:v>0.00171619546563</c:v>
                </c:pt>
                <c:pt idx="53">
                  <c:v>-0.000993586848523</c:v>
                </c:pt>
                <c:pt idx="54">
                  <c:v>-0.000903260771385</c:v>
                </c:pt>
                <c:pt idx="55">
                  <c:v>0.000180652154277</c:v>
                </c:pt>
                <c:pt idx="56">
                  <c:v>-0.000270978231415</c:v>
                </c:pt>
                <c:pt idx="57">
                  <c:v>-0.000361304308554</c:v>
                </c:pt>
                <c:pt idx="58">
                  <c:v>-0.00162586938849</c:v>
                </c:pt>
                <c:pt idx="59">
                  <c:v>-0.00135489115708</c:v>
                </c:pt>
                <c:pt idx="60">
                  <c:v>0.000541956462831</c:v>
                </c:pt>
                <c:pt idx="61">
                  <c:v>-0.000270978231415</c:v>
                </c:pt>
                <c:pt idx="62">
                  <c:v>-9.03260771385E-05</c:v>
                </c:pt>
                <c:pt idx="63">
                  <c:v>0.00388402131695</c:v>
                </c:pt>
                <c:pt idx="64">
                  <c:v>-0.00189684761991</c:v>
                </c:pt>
                <c:pt idx="65">
                  <c:v>0</c:v>
                </c:pt>
                <c:pt idx="66">
                  <c:v>0.00460662993406</c:v>
                </c:pt>
                <c:pt idx="67">
                  <c:v>-0.00135489115708</c:v>
                </c:pt>
                <c:pt idx="68">
                  <c:v>0.00162586938849</c:v>
                </c:pt>
                <c:pt idx="69">
                  <c:v>0.000722608617108</c:v>
                </c:pt>
                <c:pt idx="70">
                  <c:v>-0.000451630385692</c:v>
                </c:pt>
                <c:pt idx="71">
                  <c:v>-0.000812934694246</c:v>
                </c:pt>
                <c:pt idx="72">
                  <c:v>0.000812934694246</c:v>
                </c:pt>
                <c:pt idx="73">
                  <c:v>-0.000451630385692</c:v>
                </c:pt>
                <c:pt idx="74">
                  <c:v>-0.00252913015988</c:v>
                </c:pt>
                <c:pt idx="75">
                  <c:v>-0.000361304308554</c:v>
                </c:pt>
                <c:pt idx="76">
                  <c:v>0</c:v>
                </c:pt>
                <c:pt idx="77">
                  <c:v>-0.00126456507994</c:v>
                </c:pt>
                <c:pt idx="78">
                  <c:v>-0.000722608617108</c:v>
                </c:pt>
                <c:pt idx="79">
                  <c:v>-0.000361304308554</c:v>
                </c:pt>
                <c:pt idx="80">
                  <c:v>0.000180652154277</c:v>
                </c:pt>
                <c:pt idx="81">
                  <c:v>-0.000180652154277</c:v>
                </c:pt>
                <c:pt idx="82">
                  <c:v>0.00270978231415</c:v>
                </c:pt>
                <c:pt idx="83">
                  <c:v>0.000451630385692</c:v>
                </c:pt>
                <c:pt idx="84">
                  <c:v>0.000993586848523</c:v>
                </c:pt>
                <c:pt idx="85">
                  <c:v>0.000451630385692</c:v>
                </c:pt>
                <c:pt idx="86">
                  <c:v>0.000451630385692</c:v>
                </c:pt>
                <c:pt idx="87">
                  <c:v>0.00216782585132</c:v>
                </c:pt>
                <c:pt idx="88">
                  <c:v>-0.00144521723422</c:v>
                </c:pt>
                <c:pt idx="89">
                  <c:v>-0.00144521723422</c:v>
                </c:pt>
                <c:pt idx="90">
                  <c:v>0.00189684761991</c:v>
                </c:pt>
                <c:pt idx="91">
                  <c:v>0.000722608617108</c:v>
                </c:pt>
                <c:pt idx="92">
                  <c:v>-0.00280010839129</c:v>
                </c:pt>
                <c:pt idx="93">
                  <c:v>0.000541956462831</c:v>
                </c:pt>
                <c:pt idx="94">
                  <c:v>0.000270978231415</c:v>
                </c:pt>
                <c:pt idx="95">
                  <c:v>0.000451630385692</c:v>
                </c:pt>
                <c:pt idx="96">
                  <c:v>0.0011742390028</c:v>
                </c:pt>
                <c:pt idx="97">
                  <c:v>0.00433565170265</c:v>
                </c:pt>
                <c:pt idx="98">
                  <c:v>0.000632282539969</c:v>
                </c:pt>
                <c:pt idx="99">
                  <c:v>-0.0011742390028</c:v>
                </c:pt>
                <c:pt idx="100">
                  <c:v>0.00144521723422</c:v>
                </c:pt>
                <c:pt idx="101">
                  <c:v>0.00198717369705</c:v>
                </c:pt>
                <c:pt idx="102">
                  <c:v>-0.00325173877698</c:v>
                </c:pt>
                <c:pt idx="103">
                  <c:v>0.000541956462831</c:v>
                </c:pt>
                <c:pt idx="104">
                  <c:v>-0.000270978231415</c:v>
                </c:pt>
                <c:pt idx="105">
                  <c:v>-0.00189684761991</c:v>
                </c:pt>
                <c:pt idx="106">
                  <c:v>-0.00108391292566</c:v>
                </c:pt>
                <c:pt idx="107">
                  <c:v>0.00252913015988</c:v>
                </c:pt>
                <c:pt idx="108">
                  <c:v>0.000180652154277</c:v>
                </c:pt>
                <c:pt idx="109">
                  <c:v>-0.00298076054557</c:v>
                </c:pt>
                <c:pt idx="110">
                  <c:v>0.0023484780056</c:v>
                </c:pt>
                <c:pt idx="111">
                  <c:v>0.00406467347123</c:v>
                </c:pt>
                <c:pt idx="112">
                  <c:v>-0.00189684761991</c:v>
                </c:pt>
                <c:pt idx="113">
                  <c:v>-0.000632282539969</c:v>
                </c:pt>
                <c:pt idx="114">
                  <c:v>0.00162586938849</c:v>
                </c:pt>
                <c:pt idx="115">
                  <c:v>0</c:v>
                </c:pt>
                <c:pt idx="116">
                  <c:v>0.000451630385692</c:v>
                </c:pt>
                <c:pt idx="117">
                  <c:v>0.00153554331135</c:v>
                </c:pt>
                <c:pt idx="118">
                  <c:v>-0.00108391292566</c:v>
                </c:pt>
                <c:pt idx="119">
                  <c:v>-0.00225815192846</c:v>
                </c:pt>
                <c:pt idx="120">
                  <c:v>-0.000361304308554</c:v>
                </c:pt>
                <c:pt idx="121">
                  <c:v>-0.000632282539969</c:v>
                </c:pt>
                <c:pt idx="122">
                  <c:v>0.00135489115708</c:v>
                </c:pt>
                <c:pt idx="123">
                  <c:v>-0.000993586848523</c:v>
                </c:pt>
                <c:pt idx="124">
                  <c:v>0.000722608617108</c:v>
                </c:pt>
                <c:pt idx="125">
                  <c:v>0.000451630385692</c:v>
                </c:pt>
                <c:pt idx="126">
                  <c:v>0.000812934694246</c:v>
                </c:pt>
                <c:pt idx="127">
                  <c:v>0.00198717369705</c:v>
                </c:pt>
                <c:pt idx="128">
                  <c:v>0.000541956462831</c:v>
                </c:pt>
                <c:pt idx="129">
                  <c:v>0.000270978231415</c:v>
                </c:pt>
                <c:pt idx="130">
                  <c:v>0.00415499954837</c:v>
                </c:pt>
                <c:pt idx="131">
                  <c:v>0.000270978231415</c:v>
                </c:pt>
                <c:pt idx="132">
                  <c:v>0.000270978231415</c:v>
                </c:pt>
                <c:pt idx="133">
                  <c:v>0.00153554331135</c:v>
                </c:pt>
                <c:pt idx="134">
                  <c:v>-0.000361304308554</c:v>
                </c:pt>
                <c:pt idx="135">
                  <c:v>-0.00325173877698</c:v>
                </c:pt>
                <c:pt idx="136">
                  <c:v>0.000632282539969</c:v>
                </c:pt>
                <c:pt idx="137">
                  <c:v>-0.000632282539969</c:v>
                </c:pt>
                <c:pt idx="138">
                  <c:v>-0.00280010839129</c:v>
                </c:pt>
                <c:pt idx="139">
                  <c:v>-0.000722608617108</c:v>
                </c:pt>
                <c:pt idx="140">
                  <c:v>0.000812934694246</c:v>
                </c:pt>
                <c:pt idx="141">
                  <c:v>-0.00189684761991</c:v>
                </c:pt>
                <c:pt idx="142">
                  <c:v>-0.000903260771385</c:v>
                </c:pt>
                <c:pt idx="143">
                  <c:v>-0.000541956462831</c:v>
                </c:pt>
                <c:pt idx="144">
                  <c:v>0.000541956462831</c:v>
                </c:pt>
                <c:pt idx="145">
                  <c:v>0.00108391292566</c:v>
                </c:pt>
                <c:pt idx="146">
                  <c:v>-0.00108391292566</c:v>
                </c:pt>
                <c:pt idx="147">
                  <c:v>0.000270978231415</c:v>
                </c:pt>
                <c:pt idx="148">
                  <c:v>0.000541956462831</c:v>
                </c:pt>
                <c:pt idx="149">
                  <c:v>0.000632282539969</c:v>
                </c:pt>
                <c:pt idx="150">
                  <c:v>0.000541956462831</c:v>
                </c:pt>
                <c:pt idx="151">
                  <c:v>-0.000451630385692</c:v>
                </c:pt>
                <c:pt idx="152">
                  <c:v>-0.00189684761991</c:v>
                </c:pt>
                <c:pt idx="153">
                  <c:v>0.000180652154277</c:v>
                </c:pt>
                <c:pt idx="154">
                  <c:v>0.00153554331135</c:v>
                </c:pt>
                <c:pt idx="155">
                  <c:v>0.00144521723422</c:v>
                </c:pt>
                <c:pt idx="156">
                  <c:v>-0.0011742390028</c:v>
                </c:pt>
                <c:pt idx="157">
                  <c:v>-0.00108391292566</c:v>
                </c:pt>
                <c:pt idx="158">
                  <c:v>0.00307108662271</c:v>
                </c:pt>
                <c:pt idx="159">
                  <c:v>-0.000812934694246</c:v>
                </c:pt>
                <c:pt idx="160">
                  <c:v>-0.00180652154277</c:v>
                </c:pt>
                <c:pt idx="161">
                  <c:v>0.0011742390028</c:v>
                </c:pt>
                <c:pt idx="162">
                  <c:v>-0.000722608617108</c:v>
                </c:pt>
                <c:pt idx="163">
                  <c:v>-0.00135489115708</c:v>
                </c:pt>
                <c:pt idx="164">
                  <c:v>-0.000812934694246</c:v>
                </c:pt>
                <c:pt idx="165">
                  <c:v>0.000903260771385</c:v>
                </c:pt>
                <c:pt idx="166">
                  <c:v>-0.00135489115708</c:v>
                </c:pt>
                <c:pt idx="167">
                  <c:v>-0.000361304308554</c:v>
                </c:pt>
                <c:pt idx="168">
                  <c:v>0.000632282539969</c:v>
                </c:pt>
                <c:pt idx="169">
                  <c:v>-0.000451630385692</c:v>
                </c:pt>
                <c:pt idx="170">
                  <c:v>-0.00144521723422</c:v>
                </c:pt>
                <c:pt idx="171">
                  <c:v>0.00144521723422</c:v>
                </c:pt>
                <c:pt idx="172">
                  <c:v>0.00198717369705</c:v>
                </c:pt>
                <c:pt idx="173">
                  <c:v>0.000270978231415</c:v>
                </c:pt>
                <c:pt idx="174">
                  <c:v>9.03260771385E-05</c:v>
                </c:pt>
                <c:pt idx="175">
                  <c:v>0.00216782585132</c:v>
                </c:pt>
                <c:pt idx="176">
                  <c:v>0.00144521723422</c:v>
                </c:pt>
                <c:pt idx="177">
                  <c:v>-0.000541956462831</c:v>
                </c:pt>
                <c:pt idx="178">
                  <c:v>-9.03260771385E-05</c:v>
                </c:pt>
                <c:pt idx="179">
                  <c:v>0.000993586848523</c:v>
                </c:pt>
                <c:pt idx="180">
                  <c:v>0.000632282539969</c:v>
                </c:pt>
                <c:pt idx="181">
                  <c:v>-0.000812934694246</c:v>
                </c:pt>
                <c:pt idx="182">
                  <c:v>-0.000812934694246</c:v>
                </c:pt>
                <c:pt idx="183">
                  <c:v>0.000361304308554</c:v>
                </c:pt>
                <c:pt idx="184">
                  <c:v>0.000451630385692</c:v>
                </c:pt>
                <c:pt idx="185">
                  <c:v>0.000541956462831</c:v>
                </c:pt>
                <c:pt idx="186">
                  <c:v>9.03260771385E-05</c:v>
                </c:pt>
                <c:pt idx="187">
                  <c:v>0.000903260771385</c:v>
                </c:pt>
                <c:pt idx="188">
                  <c:v>-0.000180652154277</c:v>
                </c:pt>
                <c:pt idx="189">
                  <c:v>-0.00135489115708</c:v>
                </c:pt>
                <c:pt idx="190">
                  <c:v>-0.000812934694246</c:v>
                </c:pt>
                <c:pt idx="191">
                  <c:v>0.000361304308554</c:v>
                </c:pt>
                <c:pt idx="192">
                  <c:v>-0.00108391292566</c:v>
                </c:pt>
                <c:pt idx="193">
                  <c:v>-0.00108391292566</c:v>
                </c:pt>
                <c:pt idx="194">
                  <c:v>0.000903260771385</c:v>
                </c:pt>
                <c:pt idx="195">
                  <c:v>0.000180652154277</c:v>
                </c:pt>
                <c:pt idx="196">
                  <c:v>-0.000180652154277</c:v>
                </c:pt>
                <c:pt idx="197">
                  <c:v>-0.000270978231415</c:v>
                </c:pt>
                <c:pt idx="198">
                  <c:v>0</c:v>
                </c:pt>
                <c:pt idx="199">
                  <c:v>-0.000451630385692</c:v>
                </c:pt>
                <c:pt idx="200">
                  <c:v>9.03260771385E-05</c:v>
                </c:pt>
                <c:pt idx="201">
                  <c:v>-9.03260771385E-05</c:v>
                </c:pt>
                <c:pt idx="202">
                  <c:v>9.03260771385E-05</c:v>
                </c:pt>
                <c:pt idx="203">
                  <c:v>0.000541956462831</c:v>
                </c:pt>
                <c:pt idx="204">
                  <c:v>0</c:v>
                </c:pt>
                <c:pt idx="205">
                  <c:v>-0.000993586848523</c:v>
                </c:pt>
                <c:pt idx="206">
                  <c:v>9.03260771385E-05</c:v>
                </c:pt>
                <c:pt idx="207">
                  <c:v>-9.03260771385E-05</c:v>
                </c:pt>
                <c:pt idx="208">
                  <c:v>-0.000541956462831</c:v>
                </c:pt>
                <c:pt idx="209">
                  <c:v>0.000270978231415</c:v>
                </c:pt>
                <c:pt idx="210">
                  <c:v>0.000361304308554</c:v>
                </c:pt>
                <c:pt idx="211">
                  <c:v>0.000993586848523</c:v>
                </c:pt>
                <c:pt idx="212">
                  <c:v>-0.000180652154277</c:v>
                </c:pt>
                <c:pt idx="213">
                  <c:v>-0.0011742390028</c:v>
                </c:pt>
                <c:pt idx="214">
                  <c:v>0</c:v>
                </c:pt>
                <c:pt idx="215">
                  <c:v>0.00198717369705</c:v>
                </c:pt>
                <c:pt idx="216">
                  <c:v>9.03260771385E-05</c:v>
                </c:pt>
                <c:pt idx="217">
                  <c:v>-9.03260771385E-05</c:v>
                </c:pt>
                <c:pt idx="218">
                  <c:v>-9.03260771385E-05</c:v>
                </c:pt>
                <c:pt idx="219">
                  <c:v>0.000270978231415</c:v>
                </c:pt>
                <c:pt idx="220">
                  <c:v>0</c:v>
                </c:pt>
                <c:pt idx="221">
                  <c:v>-0.000361304308554</c:v>
                </c:pt>
                <c:pt idx="222">
                  <c:v>-0.000632282539969</c:v>
                </c:pt>
                <c:pt idx="223">
                  <c:v>-9.03260771385E-05</c:v>
                </c:pt>
                <c:pt idx="224">
                  <c:v>-0.000270978231415</c:v>
                </c:pt>
                <c:pt idx="225">
                  <c:v>0.000632282539969</c:v>
                </c:pt>
                <c:pt idx="226">
                  <c:v>-0.000180652154277</c:v>
                </c:pt>
                <c:pt idx="227">
                  <c:v>0</c:v>
                </c:pt>
                <c:pt idx="228">
                  <c:v>0</c:v>
                </c:pt>
                <c:pt idx="229">
                  <c:v>-0.000270978231415</c:v>
                </c:pt>
                <c:pt idx="230">
                  <c:v>0.000180652154277</c:v>
                </c:pt>
                <c:pt idx="231">
                  <c:v>0.000451630385692</c:v>
                </c:pt>
                <c:pt idx="232">
                  <c:v>-0.000632282539969</c:v>
                </c:pt>
                <c:pt idx="233">
                  <c:v>-0.000270978231415</c:v>
                </c:pt>
                <c:pt idx="234">
                  <c:v>0.000541956462831</c:v>
                </c:pt>
                <c:pt idx="235">
                  <c:v>0.000451630385692</c:v>
                </c:pt>
                <c:pt idx="236">
                  <c:v>-0.000541956462831</c:v>
                </c:pt>
                <c:pt idx="237">
                  <c:v>0.000180652154277</c:v>
                </c:pt>
                <c:pt idx="238">
                  <c:v>0</c:v>
                </c:pt>
                <c:pt idx="239">
                  <c:v>-0.000632282539969</c:v>
                </c:pt>
                <c:pt idx="240">
                  <c:v>0.000541956462831</c:v>
                </c:pt>
                <c:pt idx="241">
                  <c:v>9.03260771385E-05</c:v>
                </c:pt>
                <c:pt idx="242">
                  <c:v>-0.000180652154277</c:v>
                </c:pt>
                <c:pt idx="243">
                  <c:v>0</c:v>
                </c:pt>
                <c:pt idx="244">
                  <c:v>0.000722608617108</c:v>
                </c:pt>
                <c:pt idx="245">
                  <c:v>-0.000541956462831</c:v>
                </c:pt>
                <c:pt idx="246">
                  <c:v>9.03260771385E-05</c:v>
                </c:pt>
                <c:pt idx="247">
                  <c:v>0.000451630385692</c:v>
                </c:pt>
                <c:pt idx="248">
                  <c:v>-9.03260771385E-05</c:v>
                </c:pt>
                <c:pt idx="249">
                  <c:v>-0.000270978231415</c:v>
                </c:pt>
                <c:pt idx="250">
                  <c:v>0.000180652154277</c:v>
                </c:pt>
                <c:pt idx="251">
                  <c:v>-0.000451630385692</c:v>
                </c:pt>
                <c:pt idx="252">
                  <c:v>0.000903260771385</c:v>
                </c:pt>
                <c:pt idx="253">
                  <c:v>0</c:v>
                </c:pt>
                <c:pt idx="254">
                  <c:v>-0.000632282539969</c:v>
                </c:pt>
                <c:pt idx="255">
                  <c:v>0.000180652154277</c:v>
                </c:pt>
                <c:pt idx="256">
                  <c:v>0.000270978231415</c:v>
                </c:pt>
                <c:pt idx="257">
                  <c:v>9.03260771385E-05</c:v>
                </c:pt>
                <c:pt idx="258">
                  <c:v>9.03260771385E-05</c:v>
                </c:pt>
                <c:pt idx="259">
                  <c:v>-0.000361304308554</c:v>
                </c:pt>
                <c:pt idx="260">
                  <c:v>0.000361304308554</c:v>
                </c:pt>
                <c:pt idx="261">
                  <c:v>9.03260771385E-05</c:v>
                </c:pt>
                <c:pt idx="262">
                  <c:v>-9.03260771385E-05</c:v>
                </c:pt>
                <c:pt idx="263">
                  <c:v>0</c:v>
                </c:pt>
                <c:pt idx="264">
                  <c:v>-9.03260771385E-05</c:v>
                </c:pt>
                <c:pt idx="265">
                  <c:v>-0.000361304308554</c:v>
                </c:pt>
                <c:pt idx="266">
                  <c:v>0.000451630385692</c:v>
                </c:pt>
                <c:pt idx="267">
                  <c:v>0.000270978231415</c:v>
                </c:pt>
                <c:pt idx="268">
                  <c:v>-0.000541956462831</c:v>
                </c:pt>
                <c:pt idx="269">
                  <c:v>-0.000270978231415</c:v>
                </c:pt>
                <c:pt idx="270">
                  <c:v>0.000270978231415</c:v>
                </c:pt>
                <c:pt idx="271">
                  <c:v>9.03260771385E-05</c:v>
                </c:pt>
                <c:pt idx="272">
                  <c:v>-0.000180652154277</c:v>
                </c:pt>
                <c:pt idx="273">
                  <c:v>-0.000270978231415</c:v>
                </c:pt>
                <c:pt idx="274">
                  <c:v>0.000451630385692</c:v>
                </c:pt>
                <c:pt idx="275">
                  <c:v>0</c:v>
                </c:pt>
                <c:pt idx="276">
                  <c:v>-0.000270978231415</c:v>
                </c:pt>
                <c:pt idx="277">
                  <c:v>9.03260771385E-05</c:v>
                </c:pt>
                <c:pt idx="278">
                  <c:v>9.03260771385E-05</c:v>
                </c:pt>
                <c:pt idx="279">
                  <c:v>0.000180652154277</c:v>
                </c:pt>
                <c:pt idx="280">
                  <c:v>0</c:v>
                </c:pt>
                <c:pt idx="281">
                  <c:v>-9.03260771385E-05</c:v>
                </c:pt>
                <c:pt idx="282">
                  <c:v>9.03260771385E-05</c:v>
                </c:pt>
                <c:pt idx="283">
                  <c:v>0.000361304308554</c:v>
                </c:pt>
                <c:pt idx="284">
                  <c:v>0</c:v>
                </c:pt>
                <c:pt idx="285">
                  <c:v>0</c:v>
                </c:pt>
                <c:pt idx="286">
                  <c:v>-0.000180652154277</c:v>
                </c:pt>
                <c:pt idx="287">
                  <c:v>-9.03260771385E-05</c:v>
                </c:pt>
                <c:pt idx="288">
                  <c:v>-9.03260771385E-05</c:v>
                </c:pt>
                <c:pt idx="289">
                  <c:v>0</c:v>
                </c:pt>
                <c:pt idx="290">
                  <c:v>0.000180652154277</c:v>
                </c:pt>
                <c:pt idx="291">
                  <c:v>0.000180652154277</c:v>
                </c:pt>
                <c:pt idx="292">
                  <c:v>-0.000270978231415</c:v>
                </c:pt>
                <c:pt idx="293">
                  <c:v>0</c:v>
                </c:pt>
                <c:pt idx="294">
                  <c:v>0.000180652154277</c:v>
                </c:pt>
                <c:pt idx="295">
                  <c:v>0</c:v>
                </c:pt>
                <c:pt idx="296">
                  <c:v>0.000180652154277</c:v>
                </c:pt>
                <c:pt idx="297">
                  <c:v>-9.03260771385E-05</c:v>
                </c:pt>
                <c:pt idx="298">
                  <c:v>-9.03260771385E-05</c:v>
                </c:pt>
                <c:pt idx="299">
                  <c:v>-9.03260771385E-05</c:v>
                </c:pt>
                <c:pt idx="300">
                  <c:v>0.000270978231415</c:v>
                </c:pt>
                <c:pt idx="301">
                  <c:v>0</c:v>
                </c:pt>
                <c:pt idx="302">
                  <c:v>-0.000180652154277</c:v>
                </c:pt>
                <c:pt idx="303">
                  <c:v>0.000180652154277</c:v>
                </c:pt>
                <c:pt idx="304">
                  <c:v>0</c:v>
                </c:pt>
                <c:pt idx="305">
                  <c:v>-9.03260771385E-05</c:v>
                </c:pt>
                <c:pt idx="306">
                  <c:v>9.03260771385E-05</c:v>
                </c:pt>
                <c:pt idx="307">
                  <c:v>-9.03260771385E-05</c:v>
                </c:pt>
                <c:pt idx="308">
                  <c:v>0</c:v>
                </c:pt>
                <c:pt idx="309">
                  <c:v>9.03260771385E-05</c:v>
                </c:pt>
                <c:pt idx="310">
                  <c:v>-9.03260771385E-05</c:v>
                </c:pt>
                <c:pt idx="311">
                  <c:v>0</c:v>
                </c:pt>
                <c:pt idx="312">
                  <c:v>9.03260771385E-05</c:v>
                </c:pt>
                <c:pt idx="313">
                  <c:v>-9.03260771385E-05</c:v>
                </c:pt>
                <c:pt idx="314">
                  <c:v>9.03260771385E-05</c:v>
                </c:pt>
                <c:pt idx="315">
                  <c:v>0</c:v>
                </c:pt>
                <c:pt idx="316">
                  <c:v>-9.03260771385E-05</c:v>
                </c:pt>
                <c:pt idx="317">
                  <c:v>0</c:v>
                </c:pt>
                <c:pt idx="318">
                  <c:v>9.03260771385E-05</c:v>
                </c:pt>
                <c:pt idx="319">
                  <c:v>-0.000180652154277</c:v>
                </c:pt>
                <c:pt idx="320">
                  <c:v>0</c:v>
                </c:pt>
                <c:pt idx="321">
                  <c:v>0</c:v>
                </c:pt>
                <c:pt idx="322">
                  <c:v>-9.03260771385E-05</c:v>
                </c:pt>
                <c:pt idx="323">
                  <c:v>0.000270978231415</c:v>
                </c:pt>
                <c:pt idx="324">
                  <c:v>0</c:v>
                </c:pt>
                <c:pt idx="325">
                  <c:v>9.03260771385E-05</c:v>
                </c:pt>
                <c:pt idx="326">
                  <c:v>9.03260771385E-05</c:v>
                </c:pt>
                <c:pt idx="327">
                  <c:v>0</c:v>
                </c:pt>
                <c:pt idx="328">
                  <c:v>9.03260771385E-05</c:v>
                </c:pt>
                <c:pt idx="329">
                  <c:v>9.03260771385E-05</c:v>
                </c:pt>
                <c:pt idx="330">
                  <c:v>-0.000632282539969</c:v>
                </c:pt>
                <c:pt idx="331">
                  <c:v>0.000270978231415</c:v>
                </c:pt>
                <c:pt idx="332">
                  <c:v>0.000270978231415</c:v>
                </c:pt>
                <c:pt idx="333">
                  <c:v>0.000270978231415</c:v>
                </c:pt>
                <c:pt idx="334">
                  <c:v>-0.000361304308554</c:v>
                </c:pt>
                <c:pt idx="335">
                  <c:v>-0.000270978231415</c:v>
                </c:pt>
                <c:pt idx="336">
                  <c:v>-0.000361304308554</c:v>
                </c:pt>
                <c:pt idx="337">
                  <c:v>0.000632282539969</c:v>
                </c:pt>
                <c:pt idx="338">
                  <c:v>0.000541956462831</c:v>
                </c:pt>
                <c:pt idx="339">
                  <c:v>0.000632282539969</c:v>
                </c:pt>
                <c:pt idx="340">
                  <c:v>0.000541956462831</c:v>
                </c:pt>
                <c:pt idx="341">
                  <c:v>0.000632282539969</c:v>
                </c:pt>
                <c:pt idx="342">
                  <c:v>0.000180652154277</c:v>
                </c:pt>
                <c:pt idx="343">
                  <c:v>-0.00252913015988</c:v>
                </c:pt>
                <c:pt idx="344">
                  <c:v>-0.000361304308554</c:v>
                </c:pt>
                <c:pt idx="345">
                  <c:v>-0.00397434739409</c:v>
                </c:pt>
                <c:pt idx="346">
                  <c:v>0.0106584771023</c:v>
                </c:pt>
                <c:pt idx="347">
                  <c:v>-0.00749706440249</c:v>
                </c:pt>
                <c:pt idx="348">
                  <c:v>-0.00397434739409</c:v>
                </c:pt>
                <c:pt idx="349">
                  <c:v>0.0139102158793</c:v>
                </c:pt>
                <c:pt idx="350">
                  <c:v>-0.023484780056</c:v>
                </c:pt>
                <c:pt idx="351">
                  <c:v>-0.0116520639509</c:v>
                </c:pt>
                <c:pt idx="352">
                  <c:v>-0.024117062596</c:v>
                </c:pt>
                <c:pt idx="353">
                  <c:v>-0.0121036943366</c:v>
                </c:pt>
                <c:pt idx="354">
                  <c:v>0.0295366272243</c:v>
                </c:pt>
                <c:pt idx="355">
                  <c:v>0.0046969560112</c:v>
                </c:pt>
                <c:pt idx="356">
                  <c:v>0.013729563725</c:v>
                </c:pt>
                <c:pt idx="357">
                  <c:v>0.00532923855117</c:v>
                </c:pt>
                <c:pt idx="358">
                  <c:v>-0.00794869478819</c:v>
                </c:pt>
                <c:pt idx="359">
                  <c:v>0.0180652154277</c:v>
                </c:pt>
                <c:pt idx="360">
                  <c:v>-0.020233041279</c:v>
                </c:pt>
                <c:pt idx="361">
                  <c:v>0.0082196730196</c:v>
                </c:pt>
                <c:pt idx="362">
                  <c:v>0.0529310812031</c:v>
                </c:pt>
                <c:pt idx="363">
                  <c:v>0.196820522085</c:v>
                </c:pt>
                <c:pt idx="364">
                  <c:v>0.0862614036672</c:v>
                </c:pt>
                <c:pt idx="365">
                  <c:v>-0.00153554331135</c:v>
                </c:pt>
                <c:pt idx="366">
                  <c:v>-0.00144521723422</c:v>
                </c:pt>
                <c:pt idx="367">
                  <c:v>0.191491283534</c:v>
                </c:pt>
                <c:pt idx="368">
                  <c:v>-0.0731641224822</c:v>
                </c:pt>
                <c:pt idx="369">
                  <c:v>-0.189955740222</c:v>
                </c:pt>
                <c:pt idx="370">
                  <c:v>-0.00578086893686</c:v>
                </c:pt>
                <c:pt idx="371">
                  <c:v>0.349381266372</c:v>
                </c:pt>
                <c:pt idx="372">
                  <c:v>0.0266461927558</c:v>
                </c:pt>
                <c:pt idx="373">
                  <c:v>0.209014542498</c:v>
                </c:pt>
                <c:pt idx="374">
                  <c:v>-0.171619546563</c:v>
                </c:pt>
                <c:pt idx="375">
                  <c:v>0.363110830097</c:v>
                </c:pt>
                <c:pt idx="376">
                  <c:v>0.315147683136</c:v>
                </c:pt>
                <c:pt idx="377">
                  <c:v>-0.194562370156</c:v>
                </c:pt>
                <c:pt idx="378">
                  <c:v>-0.105139553789</c:v>
                </c:pt>
                <c:pt idx="379">
                  <c:v>0.0713576009394</c:v>
                </c:pt>
                <c:pt idx="380">
                  <c:v>0.306837684039</c:v>
                </c:pt>
                <c:pt idx="381">
                  <c:v>-0.192755848613</c:v>
                </c:pt>
                <c:pt idx="382">
                  <c:v>-0.0153554331135</c:v>
                </c:pt>
                <c:pt idx="383">
                  <c:v>-0.102158793244</c:v>
                </c:pt>
                <c:pt idx="384">
                  <c:v>0.178213350194</c:v>
                </c:pt>
                <c:pt idx="385">
                  <c:v>-0.195465630928</c:v>
                </c:pt>
                <c:pt idx="386">
                  <c:v>0.20043356517</c:v>
                </c:pt>
                <c:pt idx="387">
                  <c:v>-0.0206846716647</c:v>
                </c:pt>
                <c:pt idx="388">
                  <c:v>0.228705627315</c:v>
                </c:pt>
                <c:pt idx="389">
                  <c:v>-0.160961069461</c:v>
                </c:pt>
                <c:pt idx="390">
                  <c:v>0.257429319845</c:v>
                </c:pt>
                <c:pt idx="391">
                  <c:v>-0.368259416494</c:v>
                </c:pt>
                <c:pt idx="392">
                  <c:v>0.0914099900641</c:v>
                </c:pt>
                <c:pt idx="393">
                  <c:v>-0.118146508897</c:v>
                </c:pt>
                <c:pt idx="394">
                  <c:v>0.31722518291</c:v>
                </c:pt>
                <c:pt idx="395">
                  <c:v>-0.418661367537</c:v>
                </c:pt>
                <c:pt idx="396">
                  <c:v>0.101707162858</c:v>
                </c:pt>
                <c:pt idx="397">
                  <c:v>-0.0215879324361</c:v>
                </c:pt>
                <c:pt idx="398">
                  <c:v>0.397434739409</c:v>
                </c:pt>
                <c:pt idx="399">
                  <c:v>-0.452894950772</c:v>
                </c:pt>
                <c:pt idx="400">
                  <c:v>0.0594345587571</c:v>
                </c:pt>
                <c:pt idx="401">
                  <c:v>0.0402854304038</c:v>
                </c:pt>
                <c:pt idx="402">
                  <c:v>0.31912203053</c:v>
                </c:pt>
                <c:pt idx="403">
                  <c:v>-0.400415499955</c:v>
                </c:pt>
                <c:pt idx="404">
                  <c:v>0.0113810857194</c:v>
                </c:pt>
                <c:pt idx="405">
                  <c:v>0.171258242255</c:v>
                </c:pt>
                <c:pt idx="406">
                  <c:v>0.097190859001</c:v>
                </c:pt>
                <c:pt idx="407">
                  <c:v>-0.269803992413</c:v>
                </c:pt>
                <c:pt idx="408">
                  <c:v>0.00867130340529</c:v>
                </c:pt>
                <c:pt idx="409">
                  <c:v>0.238822147954</c:v>
                </c:pt>
                <c:pt idx="410">
                  <c:v>-0.0347755396983</c:v>
                </c:pt>
                <c:pt idx="411">
                  <c:v>-0.206304760184</c:v>
                </c:pt>
                <c:pt idx="412">
                  <c:v>0.00334206485412</c:v>
                </c:pt>
                <c:pt idx="413">
                  <c:v>0.229879866317</c:v>
                </c:pt>
                <c:pt idx="414">
                  <c:v>-0.0726221660193</c:v>
                </c:pt>
                <c:pt idx="415">
                  <c:v>-0.175051937494</c:v>
                </c:pt>
                <c:pt idx="416">
                  <c:v>0.025471953753</c:v>
                </c:pt>
                <c:pt idx="417">
                  <c:v>0.21244693343</c:v>
                </c:pt>
                <c:pt idx="418">
                  <c:v>-0.0924035769127</c:v>
                </c:pt>
                <c:pt idx="419">
                  <c:v>-0.173335742029</c:v>
                </c:pt>
                <c:pt idx="420">
                  <c:v>0.0705446662451</c:v>
                </c:pt>
                <c:pt idx="421">
                  <c:v>0.170987264023</c:v>
                </c:pt>
                <c:pt idx="422">
                  <c:v>-0.0910486857556</c:v>
                </c:pt>
                <c:pt idx="423">
                  <c:v>-0.170806611869</c:v>
                </c:pt>
                <c:pt idx="424">
                  <c:v>0.0735254267907</c:v>
                </c:pt>
                <c:pt idx="425">
                  <c:v>0.14425074519</c:v>
                </c:pt>
                <c:pt idx="426">
                  <c:v>-0.0995393370066</c:v>
                </c:pt>
                <c:pt idx="427">
                  <c:v>-0.146508897119</c:v>
                </c:pt>
                <c:pt idx="428">
                  <c:v>0.0609701020685</c:v>
                </c:pt>
                <c:pt idx="429">
                  <c:v>0.122391834523</c:v>
                </c:pt>
                <c:pt idx="430">
                  <c:v>-0.0966489025382</c:v>
                </c:pt>
                <c:pt idx="431">
                  <c:v>-0.127450094842</c:v>
                </c:pt>
                <c:pt idx="432">
                  <c:v>0.0588022762171</c:v>
                </c:pt>
                <c:pt idx="433">
                  <c:v>0.0747899918707</c:v>
                </c:pt>
                <c:pt idx="434">
                  <c:v>0.00885195555957</c:v>
                </c:pt>
                <c:pt idx="435">
                  <c:v>-0.142534549725</c:v>
                </c:pt>
                <c:pt idx="436">
                  <c:v>0.044982386415</c:v>
                </c:pt>
                <c:pt idx="437">
                  <c:v>0.050221298889</c:v>
                </c:pt>
                <c:pt idx="438">
                  <c:v>0.0694607533195</c:v>
                </c:pt>
                <c:pt idx="439">
                  <c:v>-0.14741215789</c:v>
                </c:pt>
                <c:pt idx="440">
                  <c:v>0.0328786920784</c:v>
                </c:pt>
                <c:pt idx="441">
                  <c:v>0.0177039111191</c:v>
                </c:pt>
                <c:pt idx="442">
                  <c:v>0.127721073074</c:v>
                </c:pt>
                <c:pt idx="443">
                  <c:v>-0.14488302773</c:v>
                </c:pt>
                <c:pt idx="444">
                  <c:v>0.00189684761991</c:v>
                </c:pt>
                <c:pt idx="445">
                  <c:v>-0.00731641224822</c:v>
                </c:pt>
                <c:pt idx="446">
                  <c:v>0.159335200072</c:v>
                </c:pt>
                <c:pt idx="447">
                  <c:v>-0.101345858549</c:v>
                </c:pt>
                <c:pt idx="448">
                  <c:v>-0.0398338000181</c:v>
                </c:pt>
                <c:pt idx="449">
                  <c:v>-0.0138198898022</c:v>
                </c:pt>
                <c:pt idx="450">
                  <c:v>0.11742390028</c:v>
                </c:pt>
                <c:pt idx="451">
                  <c:v>-0.0271881492187</c:v>
                </c:pt>
                <c:pt idx="452">
                  <c:v>-0.056724776443</c:v>
                </c:pt>
                <c:pt idx="453">
                  <c:v>-0.0193297805076</c:v>
                </c:pt>
                <c:pt idx="454">
                  <c:v>0.00243880408274</c:v>
                </c:pt>
                <c:pt idx="455">
                  <c:v>0.104778249481</c:v>
                </c:pt>
                <c:pt idx="456">
                  <c:v>-0.0368530394725</c:v>
                </c:pt>
                <c:pt idx="457">
                  <c:v>-0.0550085809773</c:v>
                </c:pt>
                <c:pt idx="458">
                  <c:v>-0.0635895583055</c:v>
                </c:pt>
                <c:pt idx="459">
                  <c:v>0.122933790985</c:v>
                </c:pt>
                <c:pt idx="460">
                  <c:v>0.0407370607894</c:v>
                </c:pt>
                <c:pt idx="461">
                  <c:v>-0.0660283623882</c:v>
                </c:pt>
                <c:pt idx="462">
                  <c:v>-0.0894228163671</c:v>
                </c:pt>
                <c:pt idx="463">
                  <c:v>0.0497696685033</c:v>
                </c:pt>
                <c:pt idx="464">
                  <c:v>0.11742390028</c:v>
                </c:pt>
                <c:pt idx="465">
                  <c:v>-0.0342335832355</c:v>
                </c:pt>
                <c:pt idx="466">
                  <c:v>-0.109926835878</c:v>
                </c:pt>
                <c:pt idx="467">
                  <c:v>-0.0144521723422</c:v>
                </c:pt>
                <c:pt idx="468">
                  <c:v>0.132147050854</c:v>
                </c:pt>
                <c:pt idx="469">
                  <c:v>0.0116520639509</c:v>
                </c:pt>
                <c:pt idx="470">
                  <c:v>-0.0750609701021</c:v>
                </c:pt>
                <c:pt idx="471">
                  <c:v>-0.0721705356336</c:v>
                </c:pt>
                <c:pt idx="472">
                  <c:v>0.0722608617108</c:v>
                </c:pt>
                <c:pt idx="473">
                  <c:v>0.0943004245326</c:v>
                </c:pt>
                <c:pt idx="474">
                  <c:v>-0.0441694517207</c:v>
                </c:pt>
                <c:pt idx="475">
                  <c:v>-0.0682865143167</c:v>
                </c:pt>
                <c:pt idx="476">
                  <c:v>0.000903260771385</c:v>
                </c:pt>
                <c:pt idx="477">
                  <c:v>0.110830096649</c:v>
                </c:pt>
                <c:pt idx="478">
                  <c:v>-0.0193297805076</c:v>
                </c:pt>
                <c:pt idx="479">
                  <c:v>-0.0726221660193</c:v>
                </c:pt>
                <c:pt idx="480">
                  <c:v>-0.0348658657754</c:v>
                </c:pt>
                <c:pt idx="481">
                  <c:v>0.123566073525</c:v>
                </c:pt>
                <c:pt idx="482">
                  <c:v>-0.115798030892</c:v>
                </c:pt>
                <c:pt idx="483">
                  <c:v>0.0468792340349</c:v>
                </c:pt>
                <c:pt idx="484">
                  <c:v>-0.0444404299521</c:v>
                </c:pt>
                <c:pt idx="485">
                  <c:v>0.119501400054</c:v>
                </c:pt>
                <c:pt idx="486">
                  <c:v>0.0159877156535</c:v>
                </c:pt>
                <c:pt idx="487">
                  <c:v>-0.0673832535453</c:v>
                </c:pt>
                <c:pt idx="488">
                  <c:v>0.188600849065</c:v>
                </c:pt>
                <c:pt idx="489">
                  <c:v>-0.318670400145</c:v>
                </c:pt>
                <c:pt idx="490">
                  <c:v>0.222834432301</c:v>
                </c:pt>
                <c:pt idx="491">
                  <c:v>-0.399873543492</c:v>
                </c:pt>
                <c:pt idx="492">
                  <c:v>0.490380272785</c:v>
                </c:pt>
                <c:pt idx="493">
                  <c:v>-0.646373408003</c:v>
                </c:pt>
                <c:pt idx="494">
                  <c:v>0.15499954837</c:v>
                </c:pt>
                <c:pt idx="495">
                  <c:v>0.262487580164</c:v>
                </c:pt>
                <c:pt idx="496">
                  <c:v>0.448468972993</c:v>
                </c:pt>
                <c:pt idx="497">
                  <c:v>0.274500948424</c:v>
                </c:pt>
                <c:pt idx="498">
                  <c:v>-0.333303224641</c:v>
                </c:pt>
                <c:pt idx="499">
                  <c:v>0.490018968476</c:v>
                </c:pt>
                <c:pt idx="500">
                  <c:v>-0.445036582061</c:v>
                </c:pt>
                <c:pt idx="501">
                  <c:v>0.515942552615</c:v>
                </c:pt>
                <c:pt idx="502">
                  <c:v>-0.00903260771385</c:v>
                </c:pt>
                <c:pt idx="503">
                  <c:v>0.853491102881</c:v>
                </c:pt>
                <c:pt idx="504">
                  <c:v>-0.166922590552</c:v>
                </c:pt>
                <c:pt idx="505">
                  <c:v>-0.190226718454</c:v>
                </c:pt>
                <c:pt idx="506">
                  <c:v>0.291753229157</c:v>
                </c:pt>
                <c:pt idx="507">
                  <c:v>-0.0571764068287</c:v>
                </c:pt>
                <c:pt idx="508">
                  <c:v>0.308011923042</c:v>
                </c:pt>
                <c:pt idx="509">
                  <c:v>-0.328696594707</c:v>
                </c:pt>
                <c:pt idx="510">
                  <c:v>0.478005600217</c:v>
                </c:pt>
                <c:pt idx="511">
                  <c:v>-0.550627766236</c:v>
                </c:pt>
                <c:pt idx="512">
                  <c:v>0.108933249029</c:v>
                </c:pt>
                <c:pt idx="513">
                  <c:v>-0.30241170626</c:v>
                </c:pt>
                <c:pt idx="514">
                  <c:v>0.484780056002</c:v>
                </c:pt>
                <c:pt idx="515">
                  <c:v>-0.52651070364</c:v>
                </c:pt>
                <c:pt idx="516">
                  <c:v>0.386776262307</c:v>
                </c:pt>
                <c:pt idx="517">
                  <c:v>-0.11868846536</c:v>
                </c:pt>
                <c:pt idx="518">
                  <c:v>0.274049318038</c:v>
                </c:pt>
                <c:pt idx="519">
                  <c:v>-0.277843013278</c:v>
                </c:pt>
                <c:pt idx="520">
                  <c:v>0.144792701653</c:v>
                </c:pt>
                <c:pt idx="521">
                  <c:v>0.00478728208834</c:v>
                </c:pt>
                <c:pt idx="522">
                  <c:v>0.116249661277</c:v>
                </c:pt>
                <c:pt idx="523">
                  <c:v>-0.0536536898203</c:v>
                </c:pt>
                <c:pt idx="524">
                  <c:v>-0.0970102068467</c:v>
                </c:pt>
                <c:pt idx="525">
                  <c:v>0.0896034685214</c:v>
                </c:pt>
                <c:pt idx="526">
                  <c:v>-0.132327703008</c:v>
                </c:pt>
                <c:pt idx="527">
                  <c:v>0.19980128263</c:v>
                </c:pt>
                <c:pt idx="528">
                  <c:v>-0.147321831813</c:v>
                </c:pt>
                <c:pt idx="529">
                  <c:v>0.108029988258</c:v>
                </c:pt>
                <c:pt idx="530">
                  <c:v>-0.163761177852</c:v>
                </c:pt>
                <c:pt idx="531">
                  <c:v>0.184807153825</c:v>
                </c:pt>
                <c:pt idx="532">
                  <c:v>-0.094571402764</c:v>
                </c:pt>
                <c:pt idx="533">
                  <c:v>0.0669316231596</c:v>
                </c:pt>
                <c:pt idx="534">
                  <c:v>-0.12374672568</c:v>
                </c:pt>
                <c:pt idx="535">
                  <c:v>0.133772920242</c:v>
                </c:pt>
                <c:pt idx="536">
                  <c:v>-0.0571764068287</c:v>
                </c:pt>
                <c:pt idx="537">
                  <c:v>0.013729563725</c:v>
                </c:pt>
                <c:pt idx="538">
                  <c:v>-0.0844548821245</c:v>
                </c:pt>
                <c:pt idx="539">
                  <c:v>0.0444404299521</c:v>
                </c:pt>
                <c:pt idx="540">
                  <c:v>0.0635895583055</c:v>
                </c:pt>
                <c:pt idx="541">
                  <c:v>-0.0536536898203</c:v>
                </c:pt>
                <c:pt idx="542">
                  <c:v>0.0128263029537</c:v>
                </c:pt>
                <c:pt idx="543">
                  <c:v>0.00840032517388</c:v>
                </c:pt>
                <c:pt idx="544">
                  <c:v>0.0949327070725</c:v>
                </c:pt>
                <c:pt idx="545">
                  <c:v>-0.135218137476</c:v>
                </c:pt>
                <c:pt idx="546">
                  <c:v>0.0311624966128</c:v>
                </c:pt>
                <c:pt idx="547">
                  <c:v>0.0591635805257</c:v>
                </c:pt>
                <c:pt idx="548">
                  <c:v>0.0438984734893</c:v>
                </c:pt>
                <c:pt idx="549">
                  <c:v>-0.143889440882</c:v>
                </c:pt>
                <c:pt idx="550">
                  <c:v>0.043717821335</c:v>
                </c:pt>
                <c:pt idx="551">
                  <c:v>0.133050311625</c:v>
                </c:pt>
                <c:pt idx="552">
                  <c:v>-0.0749706440249</c:v>
                </c:pt>
                <c:pt idx="553">
                  <c:v>-0.0967392286153</c:v>
                </c:pt>
                <c:pt idx="554">
                  <c:v>0.0314334748442</c:v>
                </c:pt>
                <c:pt idx="555">
                  <c:v>0.162044982386</c:v>
                </c:pt>
                <c:pt idx="556">
                  <c:v>-0.152380092133</c:v>
                </c:pt>
                <c:pt idx="557">
                  <c:v>-0.0400144521723</c:v>
                </c:pt>
                <c:pt idx="558">
                  <c:v>0.0740673832535</c:v>
                </c:pt>
                <c:pt idx="559">
                  <c:v>0.107849336103</c:v>
                </c:pt>
                <c:pt idx="560">
                  <c:v>-0.162406286695</c:v>
                </c:pt>
                <c:pt idx="561">
                  <c:v>-0.00415499954837</c:v>
                </c:pt>
                <c:pt idx="562">
                  <c:v>0.0903260771385</c:v>
                </c:pt>
                <c:pt idx="563">
                  <c:v>0.0471502122663</c:v>
                </c:pt>
                <c:pt idx="564">
                  <c:v>-0.135760093939</c:v>
                </c:pt>
                <c:pt idx="565">
                  <c:v>0.0136392376479</c:v>
                </c:pt>
                <c:pt idx="566">
                  <c:v>0.0574473850601</c:v>
                </c:pt>
                <c:pt idx="567">
                  <c:v>0.00776804263391</c:v>
                </c:pt>
                <c:pt idx="568">
                  <c:v>-0.0546472766688</c:v>
                </c:pt>
                <c:pt idx="569">
                  <c:v>0.0278204317586</c:v>
                </c:pt>
                <c:pt idx="570">
                  <c:v>0.0268268449101</c:v>
                </c:pt>
                <c:pt idx="571">
                  <c:v>-0.0401951043266</c:v>
                </c:pt>
                <c:pt idx="572">
                  <c:v>0.00912293379099</c:v>
                </c:pt>
                <c:pt idx="573">
                  <c:v>0.0227621714389</c:v>
                </c:pt>
                <c:pt idx="574">
                  <c:v>0.014361846265</c:v>
                </c:pt>
                <c:pt idx="575">
                  <c:v>-0.0484147773462</c:v>
                </c:pt>
                <c:pt idx="576">
                  <c:v>0.011742390028</c:v>
                </c:pt>
                <c:pt idx="577">
                  <c:v>0.0253816276759</c:v>
                </c:pt>
                <c:pt idx="578">
                  <c:v>0.00858097732815</c:v>
                </c:pt>
                <c:pt idx="579">
                  <c:v>-0.0420919519465</c:v>
                </c:pt>
                <c:pt idx="580">
                  <c:v>0.00207749977418</c:v>
                </c:pt>
                <c:pt idx="581">
                  <c:v>0.0262848884473</c:v>
                </c:pt>
                <c:pt idx="582">
                  <c:v>0.0046969560112</c:v>
                </c:pt>
                <c:pt idx="583">
                  <c:v>-0.0281817360672</c:v>
                </c:pt>
                <c:pt idx="584">
                  <c:v>-0.00478728208834</c:v>
                </c:pt>
                <c:pt idx="585">
                  <c:v>0.0191491283534</c:v>
                </c:pt>
                <c:pt idx="586">
                  <c:v>0.00415499954837</c:v>
                </c:pt>
                <c:pt idx="587">
                  <c:v>-0.170264655406</c:v>
                </c:pt>
                <c:pt idx="588">
                  <c:v>0.124740312528</c:v>
                </c:pt>
                <c:pt idx="589">
                  <c:v>-0.238370517568</c:v>
                </c:pt>
                <c:pt idx="590">
                  <c:v>0.00532923855117</c:v>
                </c:pt>
                <c:pt idx="591">
                  <c:v>0.108210640412</c:v>
                </c:pt>
                <c:pt idx="592">
                  <c:v>-0.210459759733</c:v>
                </c:pt>
                <c:pt idx="593">
                  <c:v>0.0671122753139</c:v>
                </c:pt>
                <c:pt idx="594">
                  <c:v>-0.0320657573842</c:v>
                </c:pt>
                <c:pt idx="595">
                  <c:v>-0.0631379279198</c:v>
                </c:pt>
                <c:pt idx="596">
                  <c:v>0.131514768314</c:v>
                </c:pt>
                <c:pt idx="597">
                  <c:v>-0.0471502122663</c:v>
                </c:pt>
                <c:pt idx="598">
                  <c:v>-0.136302050402</c:v>
                </c:pt>
                <c:pt idx="599">
                  <c:v>0.0983650980038</c:v>
                </c:pt>
                <c:pt idx="600">
                  <c:v>0.241260952037</c:v>
                </c:pt>
                <c:pt idx="601">
                  <c:v>-0.374853220125</c:v>
                </c:pt>
                <c:pt idx="602">
                  <c:v>0.0961972721525</c:v>
                </c:pt>
                <c:pt idx="603">
                  <c:v>0.00135489115708</c:v>
                </c:pt>
                <c:pt idx="604">
                  <c:v>0.433745822419</c:v>
                </c:pt>
                <c:pt idx="605">
                  <c:v>-0.402492999729</c:v>
                </c:pt>
                <c:pt idx="606">
                  <c:v>0.0317044530756</c:v>
                </c:pt>
                <c:pt idx="607">
                  <c:v>0.0654864059254</c:v>
                </c:pt>
                <c:pt idx="608">
                  <c:v>0.455424080932</c:v>
                </c:pt>
                <c:pt idx="609">
                  <c:v>-0.448378646915</c:v>
                </c:pt>
                <c:pt idx="610">
                  <c:v>0.0245686929817</c:v>
                </c:pt>
                <c:pt idx="611">
                  <c:v>0.159786830458</c:v>
                </c:pt>
                <c:pt idx="612">
                  <c:v>0.349923222834</c:v>
                </c:pt>
                <c:pt idx="613">
                  <c:v>-0.394092674555</c:v>
                </c:pt>
                <c:pt idx="614">
                  <c:v>0.0114714117966</c:v>
                </c:pt>
                <c:pt idx="615">
                  <c:v>0.241622256345</c:v>
                </c:pt>
                <c:pt idx="616">
                  <c:v>0.0916809682955</c:v>
                </c:pt>
                <c:pt idx="617">
                  <c:v>-0.512510161684</c:v>
                </c:pt>
                <c:pt idx="618">
                  <c:v>0.292024207389</c:v>
                </c:pt>
                <c:pt idx="619">
                  <c:v>0.0389305392467</c:v>
                </c:pt>
                <c:pt idx="620">
                  <c:v>-0.137385963328</c:v>
                </c:pt>
                <c:pt idx="621">
                  <c:v>-0.27179116611</c:v>
                </c:pt>
                <c:pt idx="622">
                  <c:v>0.490560924939</c:v>
                </c:pt>
                <c:pt idx="623">
                  <c:v>-0.44792701653</c:v>
                </c:pt>
                <c:pt idx="624">
                  <c:v>-0.122120856291</c:v>
                </c:pt>
                <c:pt idx="625">
                  <c:v>0.702736880137</c:v>
                </c:pt>
                <c:pt idx="626">
                  <c:v>-0.452714298618</c:v>
                </c:pt>
                <c:pt idx="627">
                  <c:v>0.0894228163671</c:v>
                </c:pt>
                <c:pt idx="628">
                  <c:v>-0.130701833619</c:v>
                </c:pt>
                <c:pt idx="629">
                  <c:v>0.211904976967</c:v>
                </c:pt>
                <c:pt idx="630">
                  <c:v>-0.505193749435</c:v>
                </c:pt>
                <c:pt idx="631">
                  <c:v>0.325715834161</c:v>
                </c:pt>
                <c:pt idx="632">
                  <c:v>-0.209646825038</c:v>
                </c:pt>
                <c:pt idx="633">
                  <c:v>-0.0229428235932</c:v>
                </c:pt>
                <c:pt idx="634">
                  <c:v>0.542227441062</c:v>
                </c:pt>
                <c:pt idx="635">
                  <c:v>-0.232589648632</c:v>
                </c:pt>
                <c:pt idx="636">
                  <c:v>-0.157257700298</c:v>
                </c:pt>
                <c:pt idx="637">
                  <c:v>0.0398338000181</c:v>
                </c:pt>
                <c:pt idx="638">
                  <c:v>0.226537801463</c:v>
                </c:pt>
                <c:pt idx="639">
                  <c:v>-0.298166380634</c:v>
                </c:pt>
                <c:pt idx="640">
                  <c:v>0.264926384247</c:v>
                </c:pt>
                <c:pt idx="641">
                  <c:v>-0.273868665884</c:v>
                </c:pt>
                <c:pt idx="642">
                  <c:v>-0.014361846265</c:v>
                </c:pt>
                <c:pt idx="643">
                  <c:v>0.464998645109</c:v>
                </c:pt>
                <c:pt idx="644">
                  <c:v>-0.27052660103</c:v>
                </c:pt>
                <c:pt idx="645">
                  <c:v>-0.00957456417668</c:v>
                </c:pt>
                <c:pt idx="646">
                  <c:v>-0.0317044530756</c:v>
                </c:pt>
                <c:pt idx="647">
                  <c:v>0.0431758648722</c:v>
                </c:pt>
                <c:pt idx="648">
                  <c:v>0.0594345587571</c:v>
                </c:pt>
                <c:pt idx="649">
                  <c:v>0.0215879324361</c:v>
                </c:pt>
                <c:pt idx="650">
                  <c:v>-0.0816547737332</c:v>
                </c:pt>
                <c:pt idx="651">
                  <c:v>-0.103152380092</c:v>
                </c:pt>
                <c:pt idx="652">
                  <c:v>0.0975521633095</c:v>
                </c:pt>
                <c:pt idx="653">
                  <c:v>0.100713576009</c:v>
                </c:pt>
                <c:pt idx="654">
                  <c:v>0.000993586848523</c:v>
                </c:pt>
                <c:pt idx="655">
                  <c:v>-0.0905970553699</c:v>
                </c:pt>
                <c:pt idx="656">
                  <c:v>-0.0890615120585</c:v>
                </c:pt>
                <c:pt idx="657">
                  <c:v>0.0915906422184</c:v>
                </c:pt>
                <c:pt idx="658">
                  <c:v>0.026736518833</c:v>
                </c:pt>
                <c:pt idx="659">
                  <c:v>0.061963688917</c:v>
                </c:pt>
                <c:pt idx="660">
                  <c:v>-0.100894228164</c:v>
                </c:pt>
                <c:pt idx="661">
                  <c:v>-0.00578086893686</c:v>
                </c:pt>
                <c:pt idx="662">
                  <c:v>-0.0070454340168</c:v>
                </c:pt>
                <c:pt idx="663">
                  <c:v>0.0248396712131</c:v>
                </c:pt>
                <c:pt idx="664">
                  <c:v>0.0641315147683</c:v>
                </c:pt>
                <c:pt idx="665">
                  <c:v>-0.0672929274682</c:v>
                </c:pt>
                <c:pt idx="666">
                  <c:v>0.00406467347123</c:v>
                </c:pt>
                <c:pt idx="667">
                  <c:v>-0.0283623882215</c:v>
                </c:pt>
                <c:pt idx="668">
                  <c:v>0.0448017342607</c:v>
                </c:pt>
                <c:pt idx="669">
                  <c:v>-0.0140005419565</c:v>
                </c:pt>
                <c:pt idx="670">
                  <c:v>-0.00162586938849</c:v>
                </c:pt>
                <c:pt idx="671">
                  <c:v>-0.0120133682594</c:v>
                </c:pt>
                <c:pt idx="672">
                  <c:v>0.00731641224822</c:v>
                </c:pt>
                <c:pt idx="673">
                  <c:v>0.0112004335652</c:v>
                </c:pt>
                <c:pt idx="674">
                  <c:v>-0.0219492367446</c:v>
                </c:pt>
                <c:pt idx="675">
                  <c:v>0.00867130340529</c:v>
                </c:pt>
                <c:pt idx="676">
                  <c:v>0.00785836871105</c:v>
                </c:pt>
                <c:pt idx="677">
                  <c:v>0.0070454340168</c:v>
                </c:pt>
                <c:pt idx="678">
                  <c:v>-0.0110197814109</c:v>
                </c:pt>
                <c:pt idx="679">
                  <c:v>-0.00984554240809</c:v>
                </c:pt>
                <c:pt idx="680">
                  <c:v>0.0035227170084</c:v>
                </c:pt>
                <c:pt idx="681">
                  <c:v>0.00903260771385</c:v>
                </c:pt>
                <c:pt idx="682">
                  <c:v>0.00993586848523</c:v>
                </c:pt>
                <c:pt idx="683">
                  <c:v>-0.00189684761991</c:v>
                </c:pt>
                <c:pt idx="684">
                  <c:v>-0.011742390028</c:v>
                </c:pt>
                <c:pt idx="685">
                  <c:v>-0.005871195014</c:v>
                </c:pt>
                <c:pt idx="686">
                  <c:v>0.00478728208834</c:v>
                </c:pt>
                <c:pt idx="687">
                  <c:v>0.0187878240448</c:v>
                </c:pt>
                <c:pt idx="688">
                  <c:v>-0.0122843464908</c:v>
                </c:pt>
                <c:pt idx="689">
                  <c:v>-0.0093939120224</c:v>
                </c:pt>
                <c:pt idx="690">
                  <c:v>0.005871195014</c:v>
                </c:pt>
                <c:pt idx="691">
                  <c:v>-0.104055640864</c:v>
                </c:pt>
                <c:pt idx="692">
                  <c:v>0.032607713847</c:v>
                </c:pt>
                <c:pt idx="693">
                  <c:v>-0.0590732544486</c:v>
                </c:pt>
                <c:pt idx="694">
                  <c:v>-0.033239996387</c:v>
                </c:pt>
                <c:pt idx="695">
                  <c:v>-0.0413693433294</c:v>
                </c:pt>
                <c:pt idx="696">
                  <c:v>-0.00514858639689</c:v>
                </c:pt>
                <c:pt idx="697">
                  <c:v>-0.022852497516</c:v>
                </c:pt>
                <c:pt idx="698">
                  <c:v>-0.00641315147683</c:v>
                </c:pt>
                <c:pt idx="699">
                  <c:v>0.0419112997923</c:v>
                </c:pt>
                <c:pt idx="700">
                  <c:v>-0.0694607533195</c:v>
                </c:pt>
                <c:pt idx="701">
                  <c:v>-0.00993586848523</c:v>
                </c:pt>
                <c:pt idx="702">
                  <c:v>0.0869840122843</c:v>
                </c:pt>
                <c:pt idx="703">
                  <c:v>0.189775088068</c:v>
                </c:pt>
                <c:pt idx="704">
                  <c:v>-0.308463553428</c:v>
                </c:pt>
                <c:pt idx="705">
                  <c:v>-0.0230331496703</c:v>
                </c:pt>
                <c:pt idx="706">
                  <c:v>0.133682594165</c:v>
                </c:pt>
                <c:pt idx="707">
                  <c:v>0.163580525698</c:v>
                </c:pt>
                <c:pt idx="708">
                  <c:v>-0.126998464457</c:v>
                </c:pt>
                <c:pt idx="709">
                  <c:v>-0.0329690181555</c:v>
                </c:pt>
                <c:pt idx="710">
                  <c:v>0.332670942101</c:v>
                </c:pt>
                <c:pt idx="711">
                  <c:v>-0.315508987445</c:v>
                </c:pt>
                <c:pt idx="712">
                  <c:v>-0.154547917984</c:v>
                </c:pt>
                <c:pt idx="713">
                  <c:v>0.086080751513</c:v>
                </c:pt>
                <c:pt idx="714">
                  <c:v>0.37277572035</c:v>
                </c:pt>
                <c:pt idx="715">
                  <c:v>-0.487941468702</c:v>
                </c:pt>
                <c:pt idx="716">
                  <c:v>0.0102971727938</c:v>
                </c:pt>
                <c:pt idx="717">
                  <c:v>0.222382801915</c:v>
                </c:pt>
                <c:pt idx="718">
                  <c:v>0.382982567067</c:v>
                </c:pt>
                <c:pt idx="719">
                  <c:v>-0.484780056002</c:v>
                </c:pt>
                <c:pt idx="720">
                  <c:v>0.0403757564809</c:v>
                </c:pt>
                <c:pt idx="721">
                  <c:v>0.360852678168</c:v>
                </c:pt>
                <c:pt idx="722">
                  <c:v>-0.209104868576</c:v>
                </c:pt>
                <c:pt idx="723">
                  <c:v>0.0280914099901</c:v>
                </c:pt>
                <c:pt idx="724">
                  <c:v>-0.0373046698582</c:v>
                </c:pt>
                <c:pt idx="725">
                  <c:v>0.372233763888</c:v>
                </c:pt>
                <c:pt idx="726">
                  <c:v>-0.414596694066</c:v>
                </c:pt>
                <c:pt idx="727">
                  <c:v>-0.0130069551079</c:v>
                </c:pt>
                <c:pt idx="728">
                  <c:v>0.11868846536</c:v>
                </c:pt>
                <c:pt idx="729">
                  <c:v>0.390931261855</c:v>
                </c:pt>
                <c:pt idx="730">
                  <c:v>-0.460572667329</c:v>
                </c:pt>
                <c:pt idx="731">
                  <c:v>0.0243880408274</c:v>
                </c:pt>
                <c:pt idx="732">
                  <c:v>0.240809321651</c:v>
                </c:pt>
                <c:pt idx="733">
                  <c:v>0.130250203234</c:v>
                </c:pt>
                <c:pt idx="734">
                  <c:v>-0.278655947972</c:v>
                </c:pt>
                <c:pt idx="735">
                  <c:v>-0.0811128172703</c:v>
                </c:pt>
                <c:pt idx="736">
                  <c:v>0.364194743022</c:v>
                </c:pt>
                <c:pt idx="737">
                  <c:v>-0.300063228254</c:v>
                </c:pt>
                <c:pt idx="738">
                  <c:v>0.0336013006955</c:v>
                </c:pt>
                <c:pt idx="739">
                  <c:v>-0.119591726131</c:v>
                </c:pt>
                <c:pt idx="740">
                  <c:v>0.464366362569</c:v>
                </c:pt>
                <c:pt idx="741">
                  <c:v>-0.563996025653</c:v>
                </c:pt>
                <c:pt idx="742">
                  <c:v>0.0334206485412</c:v>
                </c:pt>
                <c:pt idx="743">
                  <c:v>-0.025471953753</c:v>
                </c:pt>
                <c:pt idx="744">
                  <c:v>0.445217234216</c:v>
                </c:pt>
                <c:pt idx="745">
                  <c:v>-0.610333303225</c:v>
                </c:pt>
                <c:pt idx="746">
                  <c:v>0.188420196911</c:v>
                </c:pt>
                <c:pt idx="747">
                  <c:v>0.109294553338</c:v>
                </c:pt>
                <c:pt idx="748">
                  <c:v>0.360039743474</c:v>
                </c:pt>
                <c:pt idx="749">
                  <c:v>-0.450004516304</c:v>
                </c:pt>
                <c:pt idx="750">
                  <c:v>0.0904164032156</c:v>
                </c:pt>
                <c:pt idx="751">
                  <c:v>0.158070634992</c:v>
                </c:pt>
                <c:pt idx="752">
                  <c:v>0.248125733899</c:v>
                </c:pt>
                <c:pt idx="753">
                  <c:v>-0.41098365098</c:v>
                </c:pt>
                <c:pt idx="754">
                  <c:v>0.107126727486</c:v>
                </c:pt>
                <c:pt idx="755">
                  <c:v>0.12311444314</c:v>
                </c:pt>
                <c:pt idx="756">
                  <c:v>0.243248125734</c:v>
                </c:pt>
                <c:pt idx="757">
                  <c:v>-0.433836148496</c:v>
                </c:pt>
                <c:pt idx="758">
                  <c:v>0.252913015988</c:v>
                </c:pt>
                <c:pt idx="759">
                  <c:v>-0.0279107578358</c:v>
                </c:pt>
                <c:pt idx="760">
                  <c:v>0.330232138018</c:v>
                </c:pt>
                <c:pt idx="761">
                  <c:v>-0.474392557131</c:v>
                </c:pt>
                <c:pt idx="762">
                  <c:v>0.374311263662</c:v>
                </c:pt>
                <c:pt idx="763">
                  <c:v>-0.240718995574</c:v>
                </c:pt>
                <c:pt idx="764">
                  <c:v>0.194652696233</c:v>
                </c:pt>
                <c:pt idx="765">
                  <c:v>-0.334116159335</c:v>
                </c:pt>
                <c:pt idx="766">
                  <c:v>0.276668774275</c:v>
                </c:pt>
                <c:pt idx="767">
                  <c:v>-0.356246048234</c:v>
                </c:pt>
                <c:pt idx="768">
                  <c:v>0.0503116249661</c:v>
                </c:pt>
                <c:pt idx="769">
                  <c:v>0.209827477193</c:v>
                </c:pt>
                <c:pt idx="770">
                  <c:v>-0.314425074519</c:v>
                </c:pt>
                <c:pt idx="771">
                  <c:v>0.158793243609</c:v>
                </c:pt>
                <c:pt idx="772">
                  <c:v>-0.318128443682</c:v>
                </c:pt>
                <c:pt idx="773">
                  <c:v>0.436365278656</c:v>
                </c:pt>
                <c:pt idx="774">
                  <c:v>-0.311986270436</c:v>
                </c:pt>
                <c:pt idx="775">
                  <c:v>0.192936500768</c:v>
                </c:pt>
                <c:pt idx="776">
                  <c:v>-0.371330503116</c:v>
                </c:pt>
                <c:pt idx="777">
                  <c:v>0.104507271249</c:v>
                </c:pt>
                <c:pt idx="778">
                  <c:v>0.437539517659</c:v>
                </c:pt>
                <c:pt idx="779">
                  <c:v>-0.442597777979</c:v>
                </c:pt>
                <c:pt idx="780">
                  <c:v>0.281727034595</c:v>
                </c:pt>
                <c:pt idx="781">
                  <c:v>-0.38542137115</c:v>
                </c:pt>
                <c:pt idx="782">
                  <c:v>0.11805618282</c:v>
                </c:pt>
                <c:pt idx="783">
                  <c:v>0.471140818354</c:v>
                </c:pt>
                <c:pt idx="784">
                  <c:v>-0.461114623792</c:v>
                </c:pt>
                <c:pt idx="785">
                  <c:v>0.241351278114</c:v>
                </c:pt>
                <c:pt idx="786">
                  <c:v>-0.435191039653</c:v>
                </c:pt>
                <c:pt idx="787">
                  <c:v>0.216692259055</c:v>
                </c:pt>
                <c:pt idx="788">
                  <c:v>0.363110830097</c:v>
                </c:pt>
                <c:pt idx="789">
                  <c:v>-0.353355613766</c:v>
                </c:pt>
                <c:pt idx="790">
                  <c:v>0.0914099900641</c:v>
                </c:pt>
                <c:pt idx="791">
                  <c:v>-0.384969740764</c:v>
                </c:pt>
                <c:pt idx="792">
                  <c:v>0.151476831361</c:v>
                </c:pt>
                <c:pt idx="793">
                  <c:v>0.190046066299</c:v>
                </c:pt>
                <c:pt idx="794">
                  <c:v>0.257429319845</c:v>
                </c:pt>
                <c:pt idx="795">
                  <c:v>-0.387047240538</c:v>
                </c:pt>
                <c:pt idx="796">
                  <c:v>0.0679252100081</c:v>
                </c:pt>
                <c:pt idx="797">
                  <c:v>-0.26673290579</c:v>
                </c:pt>
                <c:pt idx="798">
                  <c:v>0.259326167465</c:v>
                </c:pt>
                <c:pt idx="799">
                  <c:v>0.500225815193</c:v>
                </c:pt>
                <c:pt idx="800">
                  <c:v>-0.652334929094</c:v>
                </c:pt>
                <c:pt idx="801">
                  <c:v>0.249390298979</c:v>
                </c:pt>
                <c:pt idx="802">
                  <c:v>-0.438623430584</c:v>
                </c:pt>
                <c:pt idx="803">
                  <c:v>0.338451811038</c:v>
                </c:pt>
                <c:pt idx="804">
                  <c:v>0.162315960618</c:v>
                </c:pt>
                <c:pt idx="805">
                  <c:v>0.0285430403758</c:v>
                </c:pt>
                <c:pt idx="806">
                  <c:v>-0.3030439888</c:v>
                </c:pt>
                <c:pt idx="807">
                  <c:v>0.0329690181555</c:v>
                </c:pt>
                <c:pt idx="808">
                  <c:v>-0.103152380092</c:v>
                </c:pt>
                <c:pt idx="809">
                  <c:v>0.20422726041</c:v>
                </c:pt>
                <c:pt idx="810">
                  <c:v>0.274591274501</c:v>
                </c:pt>
                <c:pt idx="811">
                  <c:v>-0.307831270888</c:v>
                </c:pt>
                <c:pt idx="812">
                  <c:v>-0.0464276036492</c:v>
                </c:pt>
                <c:pt idx="813">
                  <c:v>-0.0597958630657</c:v>
                </c:pt>
                <c:pt idx="814">
                  <c:v>-0.0462469514949</c:v>
                </c:pt>
                <c:pt idx="815">
                  <c:v>0.213892150664</c:v>
                </c:pt>
                <c:pt idx="816">
                  <c:v>0.161141721615</c:v>
                </c:pt>
                <c:pt idx="817">
                  <c:v>-0.171167916177</c:v>
                </c:pt>
                <c:pt idx="818">
                  <c:v>-0.214795411435</c:v>
                </c:pt>
                <c:pt idx="819">
                  <c:v>0.0523891247403</c:v>
                </c:pt>
                <c:pt idx="820">
                  <c:v>-0.067834883931</c:v>
                </c:pt>
                <c:pt idx="821">
                  <c:v>0.247312799205</c:v>
                </c:pt>
                <c:pt idx="822">
                  <c:v>0.0829193388131</c:v>
                </c:pt>
                <c:pt idx="823">
                  <c:v>-0.191671935688</c:v>
                </c:pt>
                <c:pt idx="824">
                  <c:v>-0.16981302502</c:v>
                </c:pt>
                <c:pt idx="825">
                  <c:v>0.00695510793966</c:v>
                </c:pt>
                <c:pt idx="826">
                  <c:v>-0.0460662993406</c:v>
                </c:pt>
                <c:pt idx="827">
                  <c:v>0.28534007768</c:v>
                </c:pt>
                <c:pt idx="828">
                  <c:v>0.0690091229338</c:v>
                </c:pt>
                <c:pt idx="829">
                  <c:v>-0.247493451359</c:v>
                </c:pt>
                <c:pt idx="830">
                  <c:v>-0.160509439075</c:v>
                </c:pt>
                <c:pt idx="831">
                  <c:v>0.0305302140728</c:v>
                </c:pt>
                <c:pt idx="832">
                  <c:v>-0.044982386415</c:v>
                </c:pt>
                <c:pt idx="833">
                  <c:v>0.268720079487</c:v>
                </c:pt>
                <c:pt idx="834">
                  <c:v>0.109926835878</c:v>
                </c:pt>
                <c:pt idx="835">
                  <c:v>-0.222202149761</c:v>
                </c:pt>
                <c:pt idx="836">
                  <c:v>-0.177761719809</c:v>
                </c:pt>
                <c:pt idx="837">
                  <c:v>0.0723511877879</c:v>
                </c:pt>
                <c:pt idx="838">
                  <c:v>-0.0838225995845</c:v>
                </c:pt>
                <c:pt idx="839">
                  <c:v>0.277933339355</c:v>
                </c:pt>
                <c:pt idx="840">
                  <c:v>0.0940294463011</c:v>
                </c:pt>
                <c:pt idx="841">
                  <c:v>-0.215879324361</c:v>
                </c:pt>
                <c:pt idx="842">
                  <c:v>-0.154818896215</c:v>
                </c:pt>
                <c:pt idx="843">
                  <c:v>0.0457953211092</c:v>
                </c:pt>
                <c:pt idx="844">
                  <c:v>-0.0335109746184</c:v>
                </c:pt>
                <c:pt idx="845">
                  <c:v>0.277752687201</c:v>
                </c:pt>
                <c:pt idx="846">
                  <c:v>0.0885195555957</c:v>
                </c:pt>
                <c:pt idx="847">
                  <c:v>-0.311895944359</c:v>
                </c:pt>
                <c:pt idx="848">
                  <c:v>-0.0500406467347</c:v>
                </c:pt>
                <c:pt idx="849">
                  <c:v>-0.0590732544486</c:v>
                </c:pt>
                <c:pt idx="850">
                  <c:v>0.0873453165929</c:v>
                </c:pt>
                <c:pt idx="851">
                  <c:v>0.209827477193</c:v>
                </c:pt>
                <c:pt idx="852">
                  <c:v>0.132418029085</c:v>
                </c:pt>
                <c:pt idx="853">
                  <c:v>-0.418480715383</c:v>
                </c:pt>
                <c:pt idx="854">
                  <c:v>0.0718995574022</c:v>
                </c:pt>
                <c:pt idx="855">
                  <c:v>-0.139553789179</c:v>
                </c:pt>
                <c:pt idx="856">
                  <c:v>0.169542046789</c:v>
                </c:pt>
                <c:pt idx="857">
                  <c:v>0.140005419565</c:v>
                </c:pt>
                <c:pt idx="858">
                  <c:v>0.21434378105</c:v>
                </c:pt>
                <c:pt idx="859">
                  <c:v>-0.500225815193</c:v>
                </c:pt>
                <c:pt idx="860">
                  <c:v>0.162315960618</c:v>
                </c:pt>
                <c:pt idx="861">
                  <c:v>-0.219492367446</c:v>
                </c:pt>
                <c:pt idx="862">
                  <c:v>0.211092042273</c:v>
                </c:pt>
                <c:pt idx="863">
                  <c:v>0.131063137928</c:v>
                </c:pt>
                <c:pt idx="864">
                  <c:v>0.180290849968</c:v>
                </c:pt>
                <c:pt idx="865">
                  <c:v>-0.483786469154</c:v>
                </c:pt>
                <c:pt idx="866">
                  <c:v>0.162677264926</c:v>
                </c:pt>
                <c:pt idx="867">
                  <c:v>-0.216421280824</c:v>
                </c:pt>
                <c:pt idx="868">
                  <c:v>0.204317586487</c:v>
                </c:pt>
                <c:pt idx="869">
                  <c:v>0.183903893054</c:v>
                </c:pt>
                <c:pt idx="870">
                  <c:v>0.0949327070725</c:v>
                </c:pt>
                <c:pt idx="871">
                  <c:v>-0.375124198356</c:v>
                </c:pt>
                <c:pt idx="872">
                  <c:v>0.108210640412</c:v>
                </c:pt>
                <c:pt idx="873">
                  <c:v>-0.157980308915</c:v>
                </c:pt>
                <c:pt idx="874">
                  <c:v>0.162948243158</c:v>
                </c:pt>
                <c:pt idx="875">
                  <c:v>0.228705627315</c:v>
                </c:pt>
                <c:pt idx="876">
                  <c:v>-0.0218589106675</c:v>
                </c:pt>
                <c:pt idx="877">
                  <c:v>-0.269171709873</c:v>
                </c:pt>
                <c:pt idx="878">
                  <c:v>0.0207749977418</c:v>
                </c:pt>
                <c:pt idx="879">
                  <c:v>-0.0491373859633</c:v>
                </c:pt>
                <c:pt idx="880">
                  <c:v>0.1161593352</c:v>
                </c:pt>
                <c:pt idx="881">
                  <c:v>0.284888447295</c:v>
                </c:pt>
                <c:pt idx="882">
                  <c:v>-0.219582693524</c:v>
                </c:pt>
                <c:pt idx="883">
                  <c:v>-0.153373678981</c:v>
                </c:pt>
                <c:pt idx="884">
                  <c:v>-0.104778249481</c:v>
                </c:pt>
                <c:pt idx="885">
                  <c:v>0.0695510793966</c:v>
                </c:pt>
                <c:pt idx="886">
                  <c:v>0.148586396893</c:v>
                </c:pt>
                <c:pt idx="887">
                  <c:v>0.187245957908</c:v>
                </c:pt>
                <c:pt idx="888">
                  <c:v>-0.264474753861</c:v>
                </c:pt>
                <c:pt idx="889">
                  <c:v>0.0588022762171</c:v>
                </c:pt>
                <c:pt idx="890">
                  <c:v>-0.133682594165</c:v>
                </c:pt>
                <c:pt idx="891">
                  <c:v>-0.0448920603378</c:v>
                </c:pt>
                <c:pt idx="892">
                  <c:v>0.256255080842</c:v>
                </c:pt>
                <c:pt idx="893">
                  <c:v>0.218498780598</c:v>
                </c:pt>
                <c:pt idx="894">
                  <c:v>-0.53473037666</c:v>
                </c:pt>
                <c:pt idx="895">
                  <c:v>-0.337909854575</c:v>
                </c:pt>
                <c:pt idx="896">
                  <c:v>-0.128082377382</c:v>
                </c:pt>
                <c:pt idx="897">
                  <c:v>0.14235389757</c:v>
                </c:pt>
                <c:pt idx="898">
                  <c:v>0.246228886279</c:v>
                </c:pt>
                <c:pt idx="899">
                  <c:v>0.115888356969</c:v>
                </c:pt>
                <c:pt idx="900">
                  <c:v>-0.347484418752</c:v>
                </c:pt>
                <c:pt idx="901">
                  <c:v>-0.296992141631</c:v>
                </c:pt>
                <c:pt idx="902">
                  <c:v>-0.120494986903</c:v>
                </c:pt>
                <c:pt idx="903">
                  <c:v>0.0545569505916</c:v>
                </c:pt>
                <c:pt idx="904">
                  <c:v>0.211543672658</c:v>
                </c:pt>
                <c:pt idx="905">
                  <c:v>0.313973444133</c:v>
                </c:pt>
                <c:pt idx="906">
                  <c:v>0.0292656489929</c:v>
                </c:pt>
                <c:pt idx="907">
                  <c:v>-0.0425435823322</c:v>
                </c:pt>
                <c:pt idx="908">
                  <c:v>-0.0759642308735</c:v>
                </c:pt>
                <c:pt idx="909">
                  <c:v>0.0616023846084</c:v>
                </c:pt>
                <c:pt idx="910">
                  <c:v>0.235660735254</c:v>
                </c:pt>
                <c:pt idx="911">
                  <c:v>0.258151928462</c:v>
                </c:pt>
                <c:pt idx="912">
                  <c:v>0.0498599945804</c:v>
                </c:pt>
                <c:pt idx="913">
                  <c:v>0.0970102068467</c:v>
                </c:pt>
                <c:pt idx="914">
                  <c:v>0.044350103875</c:v>
                </c:pt>
                <c:pt idx="915">
                  <c:v>0.143799114804</c:v>
                </c:pt>
                <c:pt idx="916">
                  <c:v>0.295546924397</c:v>
                </c:pt>
                <c:pt idx="917">
                  <c:v>-0.289675729383</c:v>
                </c:pt>
                <c:pt idx="918">
                  <c:v>-0.160599765152</c:v>
                </c:pt>
                <c:pt idx="919">
                  <c:v>0.0250203233674</c:v>
                </c:pt>
                <c:pt idx="920">
                  <c:v>0.0320657573842</c:v>
                </c:pt>
                <c:pt idx="921">
                  <c:v>0.250203233674</c:v>
                </c:pt>
                <c:pt idx="922">
                  <c:v>0.195646283082</c:v>
                </c:pt>
                <c:pt idx="923">
                  <c:v>-0.690633185801</c:v>
                </c:pt>
                <c:pt idx="924">
                  <c:v>-0.244241712582</c:v>
                </c:pt>
                <c:pt idx="925">
                  <c:v>-0.0157167374221</c:v>
                </c:pt>
                <c:pt idx="926">
                  <c:v>0.0279107578358</c:v>
                </c:pt>
                <c:pt idx="927">
                  <c:v>0.180832806431</c:v>
                </c:pt>
                <c:pt idx="928">
                  <c:v>0.249480625056</c:v>
                </c:pt>
                <c:pt idx="929">
                  <c:v>-0.412157889983</c:v>
                </c:pt>
                <c:pt idx="930">
                  <c:v>-0.289675729383</c:v>
                </c:pt>
                <c:pt idx="931">
                  <c:v>-0.00361304308554</c:v>
                </c:pt>
                <c:pt idx="932">
                  <c:v>0.105320205943</c:v>
                </c:pt>
                <c:pt idx="933">
                  <c:v>0.192394544305</c:v>
                </c:pt>
                <c:pt idx="934">
                  <c:v>0.298347032788</c:v>
                </c:pt>
                <c:pt idx="935">
                  <c:v>-0.435823322193</c:v>
                </c:pt>
                <c:pt idx="936">
                  <c:v>-0.380092132599</c:v>
                </c:pt>
                <c:pt idx="937">
                  <c:v>-0.0246590190588</c:v>
                </c:pt>
                <c:pt idx="938">
                  <c:v>0.0855387950501</c:v>
                </c:pt>
                <c:pt idx="939">
                  <c:v>0.23421551802</c:v>
                </c:pt>
                <c:pt idx="940">
                  <c:v>0.115978683046</c:v>
                </c:pt>
                <c:pt idx="941">
                  <c:v>-0.241351278114</c:v>
                </c:pt>
                <c:pt idx="942">
                  <c:v>-0.142534549725</c:v>
                </c:pt>
                <c:pt idx="943">
                  <c:v>-0.00984554240809</c:v>
                </c:pt>
                <c:pt idx="944">
                  <c:v>0.093306837684</c:v>
                </c:pt>
                <c:pt idx="945">
                  <c:v>0.201246499865</c:v>
                </c:pt>
                <c:pt idx="946">
                  <c:v>0.0995393370066</c:v>
                </c:pt>
                <c:pt idx="947">
                  <c:v>-0.217505193749</c:v>
                </c:pt>
                <c:pt idx="948">
                  <c:v>-0.187426610062</c:v>
                </c:pt>
                <c:pt idx="949">
                  <c:v>0.0214072802818</c:v>
                </c:pt>
                <c:pt idx="950">
                  <c:v>0.103874988709</c:v>
                </c:pt>
                <c:pt idx="951">
                  <c:v>0.169632372866</c:v>
                </c:pt>
                <c:pt idx="952">
                  <c:v>0.119591726131</c:v>
                </c:pt>
                <c:pt idx="953">
                  <c:v>-0.238551169723</c:v>
                </c:pt>
                <c:pt idx="954">
                  <c:v>-0.170174329329</c:v>
                </c:pt>
                <c:pt idx="955">
                  <c:v>0.0108391292566</c:v>
                </c:pt>
                <c:pt idx="956">
                  <c:v>0.129166290308</c:v>
                </c:pt>
                <c:pt idx="957">
                  <c:v>0.194291391925</c:v>
                </c:pt>
                <c:pt idx="958">
                  <c:v>0.106584771023</c:v>
                </c:pt>
                <c:pt idx="959">
                  <c:v>-0.263300514859</c:v>
                </c:pt>
                <c:pt idx="960">
                  <c:v>-0.152560744287</c:v>
                </c:pt>
                <c:pt idx="961">
                  <c:v>0.040466082558</c:v>
                </c:pt>
                <c:pt idx="962">
                  <c:v>0.123927377834</c:v>
                </c:pt>
                <c:pt idx="963">
                  <c:v>0.188149218679</c:v>
                </c:pt>
                <c:pt idx="964">
                  <c:v>0.0886098816728</c:v>
                </c:pt>
                <c:pt idx="965">
                  <c:v>-0.263661819167</c:v>
                </c:pt>
                <c:pt idx="966">
                  <c:v>-0.157528678529</c:v>
                </c:pt>
                <c:pt idx="967">
                  <c:v>0.0345045614669</c:v>
                </c:pt>
                <c:pt idx="968">
                  <c:v>0.135850420016</c:v>
                </c:pt>
                <c:pt idx="969">
                  <c:v>0.183181284437</c:v>
                </c:pt>
                <c:pt idx="970">
                  <c:v>0.0830096648903</c:v>
                </c:pt>
                <c:pt idx="971">
                  <c:v>-0.237738235028</c:v>
                </c:pt>
                <c:pt idx="972">
                  <c:v>-0.183994219131</c:v>
                </c:pt>
                <c:pt idx="973">
                  <c:v>0.0329690181555</c:v>
                </c:pt>
                <c:pt idx="974">
                  <c:v>0.131243790082</c:v>
                </c:pt>
                <c:pt idx="975">
                  <c:v>0.183271610514</c:v>
                </c:pt>
                <c:pt idx="976">
                  <c:v>0.0550989070545</c:v>
                </c:pt>
                <c:pt idx="977">
                  <c:v>-0.193207478999</c:v>
                </c:pt>
                <c:pt idx="978">
                  <c:v>-0.216782585132</c:v>
                </c:pt>
                <c:pt idx="979">
                  <c:v>0.0310721705356</c:v>
                </c:pt>
                <c:pt idx="980">
                  <c:v>0.132056724776</c:v>
                </c:pt>
                <c:pt idx="981">
                  <c:v>0.163851503929</c:v>
                </c:pt>
                <c:pt idx="982">
                  <c:v>0.044350103875</c:v>
                </c:pt>
                <c:pt idx="983">
                  <c:v>-0.125824225454</c:v>
                </c:pt>
                <c:pt idx="984">
                  <c:v>-0.22789269262</c:v>
                </c:pt>
                <c:pt idx="985">
                  <c:v>0.0149038027278</c:v>
                </c:pt>
                <c:pt idx="986">
                  <c:v>0.0993586848523</c:v>
                </c:pt>
                <c:pt idx="987">
                  <c:v>0.138289224099</c:v>
                </c:pt>
                <c:pt idx="988">
                  <c:v>0.0121036943366</c:v>
                </c:pt>
                <c:pt idx="989">
                  <c:v>-0.0668412970825</c:v>
                </c:pt>
                <c:pt idx="990">
                  <c:v>-0.126095203685</c:v>
                </c:pt>
                <c:pt idx="991">
                  <c:v>-0.0465179297263</c:v>
                </c:pt>
                <c:pt idx="992">
                  <c:v>0.0855387950501</c:v>
                </c:pt>
                <c:pt idx="993">
                  <c:v>0.0996296630837</c:v>
                </c:pt>
                <c:pt idx="994">
                  <c:v>0.00912293379099</c:v>
                </c:pt>
                <c:pt idx="995">
                  <c:v>-0.0959262939211</c:v>
                </c:pt>
                <c:pt idx="996">
                  <c:v>-0.0407370607894</c:v>
                </c:pt>
                <c:pt idx="997">
                  <c:v>0.0446210821064</c:v>
                </c:pt>
                <c:pt idx="998">
                  <c:v>0.0339626050041</c:v>
                </c:pt>
                <c:pt idx="999">
                  <c:v>0.0243880408274</c:v>
                </c:pt>
                <c:pt idx="1000">
                  <c:v>-0.0070454340168</c:v>
                </c:pt>
                <c:pt idx="1001">
                  <c:v>-0.0674735796224</c:v>
                </c:pt>
                <c:pt idx="1002">
                  <c:v>-0.0126456507994</c:v>
                </c:pt>
                <c:pt idx="1003">
                  <c:v>0.0453436907235</c:v>
                </c:pt>
                <c:pt idx="1004">
                  <c:v>0.0370336916268</c:v>
                </c:pt>
                <c:pt idx="1005">
                  <c:v>-0.00442597777979</c:v>
                </c:pt>
                <c:pt idx="1006">
                  <c:v>-0.0229428235932</c:v>
                </c:pt>
                <c:pt idx="1007">
                  <c:v>-0.022852497516</c:v>
                </c:pt>
                <c:pt idx="1008">
                  <c:v>0.00135489115708</c:v>
                </c:pt>
                <c:pt idx="1009">
                  <c:v>0.0240267365188</c:v>
                </c:pt>
                <c:pt idx="1010">
                  <c:v>0.014994128805</c:v>
                </c:pt>
                <c:pt idx="1011">
                  <c:v>-0.0285430403758</c:v>
                </c:pt>
                <c:pt idx="1012">
                  <c:v>-0.0194201065848</c:v>
                </c:pt>
                <c:pt idx="1013">
                  <c:v>0.0186974979677</c:v>
                </c:pt>
                <c:pt idx="1014">
                  <c:v>0.00280010839129</c:v>
                </c:pt>
                <c:pt idx="1015">
                  <c:v>0.0256526059073</c:v>
                </c:pt>
                <c:pt idx="1016">
                  <c:v>-0.0933971637612</c:v>
                </c:pt>
                <c:pt idx="1017">
                  <c:v>0.0938487941469</c:v>
                </c:pt>
                <c:pt idx="1018">
                  <c:v>-0.0425435823322</c:v>
                </c:pt>
                <c:pt idx="1019">
                  <c:v>0.104416945172</c:v>
                </c:pt>
                <c:pt idx="1020">
                  <c:v>0.0818354258875</c:v>
                </c:pt>
                <c:pt idx="1021">
                  <c:v>-0.248035407822</c:v>
                </c:pt>
                <c:pt idx="1022">
                  <c:v>0.269713666335</c:v>
                </c:pt>
                <c:pt idx="1023">
                  <c:v>-0.140999006413</c:v>
                </c:pt>
                <c:pt idx="1024">
                  <c:v>0.302863336645</c:v>
                </c:pt>
                <c:pt idx="1025">
                  <c:v>0.00406467347123</c:v>
                </c:pt>
                <c:pt idx="1026">
                  <c:v>-0.248487038208</c:v>
                </c:pt>
                <c:pt idx="1027">
                  <c:v>-0.351368440069</c:v>
                </c:pt>
                <c:pt idx="1028">
                  <c:v>-0.483063860537</c:v>
                </c:pt>
                <c:pt idx="1029">
                  <c:v>-0.742480354078</c:v>
                </c:pt>
                <c:pt idx="1030">
                  <c:v>0.0636798843826</c:v>
                </c:pt>
                <c:pt idx="1031">
                  <c:v>-0.121669225906</c:v>
                </c:pt>
                <c:pt idx="1032">
                  <c:v>0.176226176497</c:v>
                </c:pt>
                <c:pt idx="1033">
                  <c:v>-0.130882485774</c:v>
                </c:pt>
                <c:pt idx="1034">
                  <c:v>-0.224550627766</c:v>
                </c:pt>
                <c:pt idx="1035">
                  <c:v>0.11110107488</c:v>
                </c:pt>
                <c:pt idx="1036">
                  <c:v>0.00298076054557</c:v>
                </c:pt>
                <c:pt idx="1037">
                  <c:v>0.0154457591907</c:v>
                </c:pt>
                <c:pt idx="1038">
                  <c:v>-0.101074880318</c:v>
                </c:pt>
                <c:pt idx="1039">
                  <c:v>-0.0918616204498</c:v>
                </c:pt>
                <c:pt idx="1040">
                  <c:v>0.0198717369705</c:v>
                </c:pt>
                <c:pt idx="1041">
                  <c:v>-0.0420919519465</c:v>
                </c:pt>
                <c:pt idx="1042">
                  <c:v>0.00289043446843</c:v>
                </c:pt>
                <c:pt idx="1043">
                  <c:v>-0.0289043446843</c:v>
                </c:pt>
                <c:pt idx="1044">
                  <c:v>-0.0643121669226</c:v>
                </c:pt>
                <c:pt idx="1045">
                  <c:v>0.0242073886731</c:v>
                </c:pt>
                <c:pt idx="1046">
                  <c:v>0.205853129799</c:v>
                </c:pt>
                <c:pt idx="1047">
                  <c:v>-0.294372685394</c:v>
                </c:pt>
                <c:pt idx="1048">
                  <c:v>-0.0183361936591</c:v>
                </c:pt>
                <c:pt idx="1049">
                  <c:v>0.00289043446843</c:v>
                </c:pt>
                <c:pt idx="1050">
                  <c:v>0.289495077229</c:v>
                </c:pt>
                <c:pt idx="1051">
                  <c:v>-0.416493541685</c:v>
                </c:pt>
                <c:pt idx="1052">
                  <c:v>0.0125553247222</c:v>
                </c:pt>
                <c:pt idx="1053">
                  <c:v>-0.0527504290489</c:v>
                </c:pt>
                <c:pt idx="1054">
                  <c:v>-0.0255622798302</c:v>
                </c:pt>
                <c:pt idx="1055">
                  <c:v>0.259235841387</c:v>
                </c:pt>
                <c:pt idx="1056">
                  <c:v>0.252190407371</c:v>
                </c:pt>
                <c:pt idx="1057">
                  <c:v>-0.0421822780237</c:v>
                </c:pt>
                <c:pt idx="1058">
                  <c:v>-0.573299611598</c:v>
                </c:pt>
                <c:pt idx="1059">
                  <c:v>0.156444765604</c:v>
                </c:pt>
                <c:pt idx="1060">
                  <c:v>-0.356426700388</c:v>
                </c:pt>
                <c:pt idx="1061">
                  <c:v>0.0504922771204</c:v>
                </c:pt>
                <c:pt idx="1062">
                  <c:v>0.175684220034</c:v>
                </c:pt>
                <c:pt idx="1063">
                  <c:v>-0.0126456507994</c:v>
                </c:pt>
                <c:pt idx="1064">
                  <c:v>0.310541053202</c:v>
                </c:pt>
                <c:pt idx="1065">
                  <c:v>-0.314786378828</c:v>
                </c:pt>
                <c:pt idx="1066">
                  <c:v>-0.183903893054</c:v>
                </c:pt>
                <c:pt idx="1067">
                  <c:v>-0.258964863156</c:v>
                </c:pt>
                <c:pt idx="1068">
                  <c:v>-0.133682594165</c:v>
                </c:pt>
                <c:pt idx="1069">
                  <c:v>0.347936049137</c:v>
                </c:pt>
                <c:pt idx="1070">
                  <c:v>0.0660283623882</c:v>
                </c:pt>
                <c:pt idx="1071">
                  <c:v>-0.53156896396</c:v>
                </c:pt>
                <c:pt idx="1072">
                  <c:v>0.224731279921</c:v>
                </c:pt>
                <c:pt idx="1073">
                  <c:v>-0.0857194472044</c:v>
                </c:pt>
                <c:pt idx="1074">
                  <c:v>0.00794869478819</c:v>
                </c:pt>
                <c:pt idx="1075">
                  <c:v>-0.0952036853039</c:v>
                </c:pt>
                <c:pt idx="1076">
                  <c:v>-0.207027368801</c:v>
                </c:pt>
                <c:pt idx="1077">
                  <c:v>0.118417487129</c:v>
                </c:pt>
                <c:pt idx="1078">
                  <c:v>0.0161683678078</c:v>
                </c:pt>
                <c:pt idx="1079">
                  <c:v>-0.134405202782</c:v>
                </c:pt>
                <c:pt idx="1080">
                  <c:v>0.118327161051</c:v>
                </c:pt>
                <c:pt idx="1081">
                  <c:v>-0.0393821696324</c:v>
                </c:pt>
                <c:pt idx="1082">
                  <c:v>-0.0492277120405</c:v>
                </c:pt>
                <c:pt idx="1083">
                  <c:v>-0.00298076054557</c:v>
                </c:pt>
                <c:pt idx="1084">
                  <c:v>-0.0479631469605</c:v>
                </c:pt>
                <c:pt idx="1085">
                  <c:v>0.0767771655677</c:v>
                </c:pt>
                <c:pt idx="1086">
                  <c:v>-0.0279107578358</c:v>
                </c:pt>
                <c:pt idx="1087">
                  <c:v>-0.0180652154277</c:v>
                </c:pt>
                <c:pt idx="1088">
                  <c:v>-0.0150844548821</c:v>
                </c:pt>
                <c:pt idx="1089">
                  <c:v>0.00343239093126</c:v>
                </c:pt>
                <c:pt idx="1090">
                  <c:v>0.0307108662271</c:v>
                </c:pt>
                <c:pt idx="1091">
                  <c:v>0.0102068467166</c:v>
                </c:pt>
                <c:pt idx="1092">
                  <c:v>-0.00442597777979</c:v>
                </c:pt>
                <c:pt idx="1093">
                  <c:v>-0.0149038027278</c:v>
                </c:pt>
                <c:pt idx="1094">
                  <c:v>0.0172522807334</c:v>
                </c:pt>
                <c:pt idx="1095">
                  <c:v>-0.0138198898022</c:v>
                </c:pt>
                <c:pt idx="1096">
                  <c:v>0.0289043446843</c:v>
                </c:pt>
                <c:pt idx="1097">
                  <c:v>0.037846626321</c:v>
                </c:pt>
                <c:pt idx="1098">
                  <c:v>-0.0317044530756</c:v>
                </c:pt>
                <c:pt idx="1099">
                  <c:v>0.013729563725</c:v>
                </c:pt>
                <c:pt idx="1100">
                  <c:v>-0.0247493451359</c:v>
                </c:pt>
                <c:pt idx="1101">
                  <c:v>0.0263752145244</c:v>
                </c:pt>
                <c:pt idx="1102">
                  <c:v>0.0093939120224</c:v>
                </c:pt>
                <c:pt idx="1103">
                  <c:v>0.0160780417306</c:v>
                </c:pt>
                <c:pt idx="1104">
                  <c:v>-0.0171619546563</c:v>
                </c:pt>
                <c:pt idx="1105">
                  <c:v>-0.0201427152019</c:v>
                </c:pt>
                <c:pt idx="1106">
                  <c:v>0.00894228163671</c:v>
                </c:pt>
                <c:pt idx="1107">
                  <c:v>-0.00261945623702</c:v>
                </c:pt>
                <c:pt idx="1108">
                  <c:v>0.00686478186252</c:v>
                </c:pt>
                <c:pt idx="1109">
                  <c:v>0.0375756480896</c:v>
                </c:pt>
                <c:pt idx="1110">
                  <c:v>-0.0209556498961</c:v>
                </c:pt>
                <c:pt idx="1111">
                  <c:v>-0.0362207569325</c:v>
                </c:pt>
                <c:pt idx="1112">
                  <c:v>0</c:v>
                </c:pt>
                <c:pt idx="1113">
                  <c:v>-0.00135489115708</c:v>
                </c:pt>
                <c:pt idx="1114">
                  <c:v>0.0116520639509</c:v>
                </c:pt>
                <c:pt idx="1115">
                  <c:v>-0.00397434739409</c:v>
                </c:pt>
                <c:pt idx="1116">
                  <c:v>0.00614217324542</c:v>
                </c:pt>
                <c:pt idx="1117">
                  <c:v>-0.00812934694246</c:v>
                </c:pt>
                <c:pt idx="1118">
                  <c:v>0.00442597777979</c:v>
                </c:pt>
                <c:pt idx="1119">
                  <c:v>-0.0149038027278</c:v>
                </c:pt>
                <c:pt idx="1120">
                  <c:v>0.0148134766507</c:v>
                </c:pt>
                <c:pt idx="1121">
                  <c:v>-0.00569054285972</c:v>
                </c:pt>
                <c:pt idx="1122">
                  <c:v>0.021497606359</c:v>
                </c:pt>
                <c:pt idx="1123">
                  <c:v>-0.0397434739409</c:v>
                </c:pt>
                <c:pt idx="1124">
                  <c:v>0.00767771655677</c:v>
                </c:pt>
                <c:pt idx="1125">
                  <c:v>-0.0279107578358</c:v>
                </c:pt>
                <c:pt idx="1126">
                  <c:v>0.0296269533014</c:v>
                </c:pt>
                <c:pt idx="1127">
                  <c:v>-0.00993586848523</c:v>
                </c:pt>
                <c:pt idx="1128">
                  <c:v>0.0121036943366</c:v>
                </c:pt>
                <c:pt idx="1129">
                  <c:v>0.0348658657754</c:v>
                </c:pt>
                <c:pt idx="1130">
                  <c:v>-0.0226718453618</c:v>
                </c:pt>
                <c:pt idx="1131">
                  <c:v>-0.0290849968386</c:v>
                </c:pt>
                <c:pt idx="1132">
                  <c:v>0.00361304308554</c:v>
                </c:pt>
                <c:pt idx="1133">
                  <c:v>-0.00776804263391</c:v>
                </c:pt>
                <c:pt idx="1134">
                  <c:v>0.00532923855117</c:v>
                </c:pt>
                <c:pt idx="1135">
                  <c:v>0.0138198898022</c:v>
                </c:pt>
                <c:pt idx="1136">
                  <c:v>0.0575377111372</c:v>
                </c:pt>
                <c:pt idx="1137">
                  <c:v>-0.041730647638</c:v>
                </c:pt>
                <c:pt idx="1138">
                  <c:v>-0.047601842652</c:v>
                </c:pt>
                <c:pt idx="1139">
                  <c:v>0.0126456507994</c:v>
                </c:pt>
                <c:pt idx="1140">
                  <c:v>-0.0128263029537</c:v>
                </c:pt>
                <c:pt idx="1141">
                  <c:v>0.0210459759733</c:v>
                </c:pt>
                <c:pt idx="1142">
                  <c:v>0.0716285791708</c:v>
                </c:pt>
                <c:pt idx="1143">
                  <c:v>-0.0396531478638</c:v>
                </c:pt>
                <c:pt idx="1144">
                  <c:v>-0.0491373859633</c:v>
                </c:pt>
                <c:pt idx="1145">
                  <c:v>-0.014361846265</c:v>
                </c:pt>
                <c:pt idx="1146">
                  <c:v>0.00921325986812</c:v>
                </c:pt>
                <c:pt idx="1147">
                  <c:v>0.050221298889</c:v>
                </c:pt>
                <c:pt idx="1148">
                  <c:v>0.0550085809773</c:v>
                </c:pt>
                <c:pt idx="1149">
                  <c:v>-0.0711769487851</c:v>
                </c:pt>
                <c:pt idx="1150">
                  <c:v>-0.0338722789269</c:v>
                </c:pt>
                <c:pt idx="1151">
                  <c:v>-0.00605184716828</c:v>
                </c:pt>
                <c:pt idx="1152">
                  <c:v>0.0390208653238</c:v>
                </c:pt>
                <c:pt idx="1153">
                  <c:v>0.0780417306476</c:v>
                </c:pt>
                <c:pt idx="1154">
                  <c:v>-0.0578990154458</c:v>
                </c:pt>
                <c:pt idx="1155">
                  <c:v>-0.0454340168007</c:v>
                </c:pt>
                <c:pt idx="1156">
                  <c:v>-0.00686478186252</c:v>
                </c:pt>
                <c:pt idx="1157">
                  <c:v>0.0152651070364</c:v>
                </c:pt>
                <c:pt idx="1158">
                  <c:v>0.0285430403758</c:v>
                </c:pt>
                <c:pt idx="1159">
                  <c:v>0.0336916267726</c:v>
                </c:pt>
                <c:pt idx="1160">
                  <c:v>-0.0350465179297</c:v>
                </c:pt>
                <c:pt idx="1161">
                  <c:v>-0.0397434739409</c:v>
                </c:pt>
                <c:pt idx="1162">
                  <c:v>0.0212266281275</c:v>
                </c:pt>
                <c:pt idx="1163">
                  <c:v>0.0209556498961</c:v>
                </c:pt>
                <c:pt idx="1164">
                  <c:v>0.0205943455876</c:v>
                </c:pt>
                <c:pt idx="1165">
                  <c:v>-0.0296269533014</c:v>
                </c:pt>
                <c:pt idx="1166">
                  <c:v>-0.00858097732815</c:v>
                </c:pt>
                <c:pt idx="1167">
                  <c:v>0.00686478186252</c:v>
                </c:pt>
                <c:pt idx="1168">
                  <c:v>0.000361304308554</c:v>
                </c:pt>
                <c:pt idx="1169">
                  <c:v>0.0149038027278</c:v>
                </c:pt>
                <c:pt idx="1170">
                  <c:v>0</c:v>
                </c:pt>
                <c:pt idx="1171">
                  <c:v>-0.0140908680336</c:v>
                </c:pt>
                <c:pt idx="1172">
                  <c:v>-0.00289043446843</c:v>
                </c:pt>
                <c:pt idx="1173">
                  <c:v>-0.00433565170265</c:v>
                </c:pt>
                <c:pt idx="1174">
                  <c:v>0.00767771655677</c:v>
                </c:pt>
                <c:pt idx="1175">
                  <c:v>0.00650347755397</c:v>
                </c:pt>
                <c:pt idx="1176">
                  <c:v>-0.00325173877698</c:v>
                </c:pt>
                <c:pt idx="1177">
                  <c:v>0.00740673832535</c:v>
                </c:pt>
                <c:pt idx="1178">
                  <c:v>-0.0070454340168</c:v>
                </c:pt>
                <c:pt idx="1179">
                  <c:v>-0.0112907596423</c:v>
                </c:pt>
                <c:pt idx="1180">
                  <c:v>-0.00379369523982</c:v>
                </c:pt>
                <c:pt idx="1181">
                  <c:v>0.0107488031795</c:v>
                </c:pt>
                <c:pt idx="1182">
                  <c:v>0.00731641224822</c:v>
                </c:pt>
                <c:pt idx="1183">
                  <c:v>0.00289043446843</c:v>
                </c:pt>
                <c:pt idx="1184">
                  <c:v>-0.0122843464908</c:v>
                </c:pt>
                <c:pt idx="1185">
                  <c:v>-0.0108391292566</c:v>
                </c:pt>
                <c:pt idx="1186">
                  <c:v>0.0152651070364</c:v>
                </c:pt>
                <c:pt idx="1187">
                  <c:v>0.0181555415048</c:v>
                </c:pt>
                <c:pt idx="1188">
                  <c:v>-0.00578086893686</c:v>
                </c:pt>
                <c:pt idx="1189">
                  <c:v>-0.00903260771385</c:v>
                </c:pt>
                <c:pt idx="1190">
                  <c:v>-0.02872369253</c:v>
                </c:pt>
                <c:pt idx="1191">
                  <c:v>-0.000270978231415</c:v>
                </c:pt>
                <c:pt idx="1192">
                  <c:v>0.0114714117966</c:v>
                </c:pt>
                <c:pt idx="1193">
                  <c:v>0.00334206485412</c:v>
                </c:pt>
                <c:pt idx="1194">
                  <c:v>0.00478728208834</c:v>
                </c:pt>
                <c:pt idx="1195">
                  <c:v>-0.00713576009394</c:v>
                </c:pt>
                <c:pt idx="1196">
                  <c:v>-0.00523891247403</c:v>
                </c:pt>
                <c:pt idx="1197">
                  <c:v>0.00560021678259</c:v>
                </c:pt>
                <c:pt idx="1198">
                  <c:v>0.00505826031975</c:v>
                </c:pt>
                <c:pt idx="1199">
                  <c:v>0.0113810857194</c:v>
                </c:pt>
                <c:pt idx="1200">
                  <c:v>-0.00379369523982</c:v>
                </c:pt>
                <c:pt idx="1201">
                  <c:v>-0.0184265197362</c:v>
                </c:pt>
                <c:pt idx="1202">
                  <c:v>-0.00162586938849</c:v>
                </c:pt>
                <c:pt idx="1203">
                  <c:v>0.00930358594526</c:v>
                </c:pt>
                <c:pt idx="1204">
                  <c:v>0.00623249932255</c:v>
                </c:pt>
                <c:pt idx="1205">
                  <c:v>-0.00379369523982</c:v>
                </c:pt>
                <c:pt idx="1206">
                  <c:v>-0.0136392376479</c:v>
                </c:pt>
                <c:pt idx="1207">
                  <c:v>-0.0112004335652</c:v>
                </c:pt>
                <c:pt idx="1208">
                  <c:v>0.0385692349381</c:v>
                </c:pt>
                <c:pt idx="1209">
                  <c:v>0.031343148767</c:v>
                </c:pt>
                <c:pt idx="1210">
                  <c:v>-0.0394724957095</c:v>
                </c:pt>
                <c:pt idx="1211">
                  <c:v>-0.0158973895764</c:v>
                </c:pt>
                <c:pt idx="1212">
                  <c:v>0.131695420468</c:v>
                </c:pt>
                <c:pt idx="1213">
                  <c:v>-0.299611597868</c:v>
                </c:pt>
                <c:pt idx="1214">
                  <c:v>0.273507361575</c:v>
                </c:pt>
                <c:pt idx="1215">
                  <c:v>0.129888898925</c:v>
                </c:pt>
                <c:pt idx="1216">
                  <c:v>-0.00180652154277</c:v>
                </c:pt>
                <c:pt idx="1217">
                  <c:v>0.166561286243</c:v>
                </c:pt>
                <c:pt idx="1218">
                  <c:v>-0.86207208021</c:v>
                </c:pt>
                <c:pt idx="1219">
                  <c:v>-0.0455243428778</c:v>
                </c:pt>
                <c:pt idx="1220">
                  <c:v>-0.024117062596</c:v>
                </c:pt>
                <c:pt idx="1221">
                  <c:v>0.0381176045524</c:v>
                </c:pt>
                <c:pt idx="1222">
                  <c:v>0.0767771655677</c:v>
                </c:pt>
                <c:pt idx="1223">
                  <c:v>0.58648721886</c:v>
                </c:pt>
                <c:pt idx="1224">
                  <c:v>0.0246590190588</c:v>
                </c:pt>
                <c:pt idx="1225">
                  <c:v>-0.131334116159</c:v>
                </c:pt>
                <c:pt idx="1226">
                  <c:v>-0.321470508536</c:v>
                </c:pt>
                <c:pt idx="1227">
                  <c:v>-0.0240267365188</c:v>
                </c:pt>
                <c:pt idx="1228">
                  <c:v>0.35353626592</c:v>
                </c:pt>
                <c:pt idx="1229">
                  <c:v>-0.88889892512</c:v>
                </c:pt>
                <c:pt idx="1230">
                  <c:v>-0.317767139373</c:v>
                </c:pt>
                <c:pt idx="1231">
                  <c:v>-0.0995393370066</c:v>
                </c:pt>
                <c:pt idx="1232">
                  <c:v>0.0596152109114</c:v>
                </c:pt>
                <c:pt idx="1233">
                  <c:v>0.149128353356</c:v>
                </c:pt>
                <c:pt idx="1234">
                  <c:v>0.31722518291</c:v>
                </c:pt>
                <c:pt idx="1235">
                  <c:v>0.0186071718905</c:v>
                </c:pt>
                <c:pt idx="1236">
                  <c:v>-0.314425074519</c:v>
                </c:pt>
                <c:pt idx="1237">
                  <c:v>-0.232589648632</c:v>
                </c:pt>
                <c:pt idx="1238">
                  <c:v>-0.0289043446843</c:v>
                </c:pt>
                <c:pt idx="1239">
                  <c:v>0.201969108482</c:v>
                </c:pt>
                <c:pt idx="1240">
                  <c:v>0.446572125373</c:v>
                </c:pt>
                <c:pt idx="1241">
                  <c:v>0.166019329781</c:v>
                </c:pt>
                <c:pt idx="1242">
                  <c:v>0.23990606088</c:v>
                </c:pt>
                <c:pt idx="1243">
                  <c:v>-0.0662090145425</c:v>
                </c:pt>
                <c:pt idx="1244">
                  <c:v>0.109655857646</c:v>
                </c:pt>
                <c:pt idx="1245">
                  <c:v>0.331406377021</c:v>
                </c:pt>
                <c:pt idx="1246">
                  <c:v>-0.70391111914</c:v>
                </c:pt>
                <c:pt idx="1247">
                  <c:v>-0.299792250023</c:v>
                </c:pt>
                <c:pt idx="1248">
                  <c:v>-0.108933249029</c:v>
                </c:pt>
                <c:pt idx="1249">
                  <c:v>0.0294463011471</c:v>
                </c:pt>
                <c:pt idx="1250">
                  <c:v>0.164032156083</c:v>
                </c:pt>
                <c:pt idx="1251">
                  <c:v>0.20865323819</c:v>
                </c:pt>
                <c:pt idx="1252">
                  <c:v>-0.0519374943546</c:v>
                </c:pt>
                <c:pt idx="1253">
                  <c:v>-0.258964863156</c:v>
                </c:pt>
                <c:pt idx="1254">
                  <c:v>-0.179658567428</c:v>
                </c:pt>
                <c:pt idx="1255">
                  <c:v>-0.0236654322103</c:v>
                </c:pt>
                <c:pt idx="1256">
                  <c:v>0.222021497606</c:v>
                </c:pt>
                <c:pt idx="1257">
                  <c:v>0.374220937585</c:v>
                </c:pt>
                <c:pt idx="1258">
                  <c:v>0.112817270346</c:v>
                </c:pt>
                <c:pt idx="1259">
                  <c:v>0.0821064041189</c:v>
                </c:pt>
                <c:pt idx="1260">
                  <c:v>-0.20928552073</c:v>
                </c:pt>
                <c:pt idx="1261">
                  <c:v>0.0931261855298</c:v>
                </c:pt>
                <c:pt idx="1262">
                  <c:v>0.256255080842</c:v>
                </c:pt>
                <c:pt idx="1263">
                  <c:v>-0.599855478277</c:v>
                </c:pt>
                <c:pt idx="1264">
                  <c:v>-0.316050943908</c:v>
                </c:pt>
                <c:pt idx="1265">
                  <c:v>-0.106494444946</c:v>
                </c:pt>
                <c:pt idx="1266">
                  <c:v>0.0310721705356</c:v>
                </c:pt>
                <c:pt idx="1267">
                  <c:v>0.0810224911932</c:v>
                </c:pt>
                <c:pt idx="1268">
                  <c:v>0.335832354801</c:v>
                </c:pt>
                <c:pt idx="1269">
                  <c:v>-0.0953843374582</c:v>
                </c:pt>
                <c:pt idx="1270">
                  <c:v>-0.357781591545</c:v>
                </c:pt>
                <c:pt idx="1271">
                  <c:v>-0.20865323819</c:v>
                </c:pt>
                <c:pt idx="1272">
                  <c:v>-0.0258332580616</c:v>
                </c:pt>
                <c:pt idx="1273">
                  <c:v>0.220485954295</c:v>
                </c:pt>
                <c:pt idx="1274">
                  <c:v>0.44160419113</c:v>
                </c:pt>
                <c:pt idx="1275">
                  <c:v>0.0618733628399</c:v>
                </c:pt>
                <c:pt idx="1276">
                  <c:v>0.0583506458315</c:v>
                </c:pt>
                <c:pt idx="1277">
                  <c:v>-0.186613675368</c:v>
                </c:pt>
                <c:pt idx="1278">
                  <c:v>0.0762352091049</c:v>
                </c:pt>
                <c:pt idx="1279">
                  <c:v>0.299430945714</c:v>
                </c:pt>
                <c:pt idx="1280">
                  <c:v>-0.552343961702</c:v>
                </c:pt>
                <c:pt idx="1281">
                  <c:v>-0.325806160238</c:v>
                </c:pt>
                <c:pt idx="1282">
                  <c:v>-0.0729834703279</c:v>
                </c:pt>
                <c:pt idx="1283">
                  <c:v>0.00478728208834</c:v>
                </c:pt>
                <c:pt idx="1284">
                  <c:v>0.133411615934</c:v>
                </c:pt>
                <c:pt idx="1285">
                  <c:v>0.325535182007</c:v>
                </c:pt>
                <c:pt idx="1286">
                  <c:v>-0.28597236022</c:v>
                </c:pt>
                <c:pt idx="1287">
                  <c:v>-0.283172251829</c:v>
                </c:pt>
                <c:pt idx="1288">
                  <c:v>-0.0407370607894</c:v>
                </c:pt>
                <c:pt idx="1289">
                  <c:v>0.0853581428959</c:v>
                </c:pt>
                <c:pt idx="1290">
                  <c:v>0.204498238641</c:v>
                </c:pt>
                <c:pt idx="1291">
                  <c:v>0.403667238732</c:v>
                </c:pt>
                <c:pt idx="1292">
                  <c:v>-0.162586938849</c:v>
                </c:pt>
                <c:pt idx="1293">
                  <c:v>-0.417125824225</c:v>
                </c:pt>
                <c:pt idx="1294">
                  <c:v>-0.205582151567</c:v>
                </c:pt>
                <c:pt idx="1295">
                  <c:v>0.0229428235932</c:v>
                </c:pt>
                <c:pt idx="1296">
                  <c:v>0.245325625508</c:v>
                </c:pt>
                <c:pt idx="1297">
                  <c:v>0.402312347575</c:v>
                </c:pt>
                <c:pt idx="1298">
                  <c:v>0.011110107488</c:v>
                </c:pt>
                <c:pt idx="1299">
                  <c:v>0.0160780417306</c:v>
                </c:pt>
                <c:pt idx="1300">
                  <c:v>-0.221569867221</c:v>
                </c:pt>
                <c:pt idx="1301">
                  <c:v>0.0551892331316</c:v>
                </c:pt>
                <c:pt idx="1302">
                  <c:v>0.319934965224</c:v>
                </c:pt>
                <c:pt idx="1303">
                  <c:v>-0.194923674465</c:v>
                </c:pt>
                <c:pt idx="1304">
                  <c:v>-0.105952488483</c:v>
                </c:pt>
                <c:pt idx="1305">
                  <c:v>-0.020233041279</c:v>
                </c:pt>
                <c:pt idx="1306">
                  <c:v>-0.0758739047963</c:v>
                </c:pt>
                <c:pt idx="1307">
                  <c:v>0.14235389757</c:v>
                </c:pt>
                <c:pt idx="1308">
                  <c:v>0.268358775178</c:v>
                </c:pt>
                <c:pt idx="1309">
                  <c:v>-0.623701562641</c:v>
                </c:pt>
                <c:pt idx="1310">
                  <c:v>-0.246409538434</c:v>
                </c:pt>
                <c:pt idx="1311">
                  <c:v>-0.00514858639689</c:v>
                </c:pt>
                <c:pt idx="1312">
                  <c:v>0.110288140186</c:v>
                </c:pt>
                <c:pt idx="1313">
                  <c:v>0.133321289856</c:v>
                </c:pt>
                <c:pt idx="1314">
                  <c:v>0.274681600578</c:v>
                </c:pt>
                <c:pt idx="1315">
                  <c:v>-0.304489206034</c:v>
                </c:pt>
                <c:pt idx="1316">
                  <c:v>-0.318128443682</c:v>
                </c:pt>
                <c:pt idx="1317">
                  <c:v>-0.0702736880137</c:v>
                </c:pt>
                <c:pt idx="1318">
                  <c:v>0.0369433655496</c:v>
                </c:pt>
                <c:pt idx="1319">
                  <c:v>0.155451178755</c:v>
                </c:pt>
                <c:pt idx="1320">
                  <c:v>0.268900731641</c:v>
                </c:pt>
                <c:pt idx="1321">
                  <c:v>-0.148586396893</c:v>
                </c:pt>
                <c:pt idx="1322">
                  <c:v>-0.446572125373</c:v>
                </c:pt>
                <c:pt idx="1323">
                  <c:v>-0.107036401409</c:v>
                </c:pt>
                <c:pt idx="1324">
                  <c:v>0.0744286875621</c:v>
                </c:pt>
                <c:pt idx="1325">
                  <c:v>0.205762803721</c:v>
                </c:pt>
                <c:pt idx="1326">
                  <c:v>0.348568331677</c:v>
                </c:pt>
                <c:pt idx="1327">
                  <c:v>-0.269352362027</c:v>
                </c:pt>
                <c:pt idx="1328">
                  <c:v>-0.422093758468</c:v>
                </c:pt>
                <c:pt idx="1329">
                  <c:v>-0.0703640140909</c:v>
                </c:pt>
                <c:pt idx="1330">
                  <c:v>0.0520278204318</c:v>
                </c:pt>
                <c:pt idx="1331">
                  <c:v>0.196188239545</c:v>
                </c:pt>
                <c:pt idx="1332">
                  <c:v>0.289043446843</c:v>
                </c:pt>
                <c:pt idx="1333">
                  <c:v>-0.283714208292</c:v>
                </c:pt>
                <c:pt idx="1334">
                  <c:v>-0.255893776533</c:v>
                </c:pt>
                <c:pt idx="1335">
                  <c:v>-0.0783127088791</c:v>
                </c:pt>
                <c:pt idx="1336">
                  <c:v>0.0317044530756</c:v>
                </c:pt>
                <c:pt idx="1337">
                  <c:v>0.188510522988</c:v>
                </c:pt>
                <c:pt idx="1338">
                  <c:v>0.32101887815</c:v>
                </c:pt>
                <c:pt idx="1339">
                  <c:v>-0.392828109475</c:v>
                </c:pt>
                <c:pt idx="1340">
                  <c:v>-0.270887905338</c:v>
                </c:pt>
                <c:pt idx="1341">
                  <c:v>-0.0347755396983</c:v>
                </c:pt>
                <c:pt idx="1342">
                  <c:v>0.0258332580616</c:v>
                </c:pt>
                <c:pt idx="1343">
                  <c:v>0.188781501219</c:v>
                </c:pt>
                <c:pt idx="1344">
                  <c:v>0.323277030079</c:v>
                </c:pt>
                <c:pt idx="1345">
                  <c:v>-0.392828109475</c:v>
                </c:pt>
                <c:pt idx="1346">
                  <c:v>-0.23737693072</c:v>
                </c:pt>
                <c:pt idx="1347">
                  <c:v>-0.0497696685033</c:v>
                </c:pt>
                <c:pt idx="1348">
                  <c:v>0.0711769487851</c:v>
                </c:pt>
                <c:pt idx="1349">
                  <c:v>0.168638786018</c:v>
                </c:pt>
                <c:pt idx="1350">
                  <c:v>0.272242796495</c:v>
                </c:pt>
                <c:pt idx="1351">
                  <c:v>-0.391021587932</c:v>
                </c:pt>
                <c:pt idx="1352">
                  <c:v>-0.216782585132</c:v>
                </c:pt>
                <c:pt idx="1353">
                  <c:v>-0.0454340168007</c:v>
                </c:pt>
                <c:pt idx="1354">
                  <c:v>0.0977328154638</c:v>
                </c:pt>
                <c:pt idx="1355">
                  <c:v>0.150754222744</c:v>
                </c:pt>
                <c:pt idx="1356">
                  <c:v>0.256887363382</c:v>
                </c:pt>
                <c:pt idx="1357">
                  <c:v>-0.264474753861</c:v>
                </c:pt>
                <c:pt idx="1358">
                  <c:v>-0.236202691717</c:v>
                </c:pt>
                <c:pt idx="1359">
                  <c:v>0.0265558666787</c:v>
                </c:pt>
                <c:pt idx="1360">
                  <c:v>0.0711769487851</c:v>
                </c:pt>
                <c:pt idx="1361">
                  <c:v>0.162135308464</c:v>
                </c:pt>
                <c:pt idx="1362">
                  <c:v>0.244783669045</c:v>
                </c:pt>
                <c:pt idx="1363">
                  <c:v>-0.281185078132</c:v>
                </c:pt>
                <c:pt idx="1364">
                  <c:v>-0.21181465089</c:v>
                </c:pt>
                <c:pt idx="1365">
                  <c:v>0.0620540149941</c:v>
                </c:pt>
                <c:pt idx="1366">
                  <c:v>0.0604281456056</c:v>
                </c:pt>
                <c:pt idx="1367">
                  <c:v>0.123927377834</c:v>
                </c:pt>
                <c:pt idx="1368">
                  <c:v>0.325625508084</c:v>
                </c:pt>
                <c:pt idx="1369">
                  <c:v>-0.371240177039</c:v>
                </c:pt>
                <c:pt idx="1370">
                  <c:v>-0.102971727938</c:v>
                </c:pt>
                <c:pt idx="1371">
                  <c:v>0.0494986902719</c:v>
                </c:pt>
                <c:pt idx="1372">
                  <c:v>0.0568151025201</c:v>
                </c:pt>
                <c:pt idx="1373">
                  <c:v>0.128172703459</c:v>
                </c:pt>
                <c:pt idx="1374">
                  <c:v>0.230331496703</c:v>
                </c:pt>
                <c:pt idx="1375">
                  <c:v>-0.394905609249</c:v>
                </c:pt>
                <c:pt idx="1376">
                  <c:v>-0.0750609701021</c:v>
                </c:pt>
                <c:pt idx="1377">
                  <c:v>0.00325173877698</c:v>
                </c:pt>
                <c:pt idx="1378">
                  <c:v>0.0181555415048</c:v>
                </c:pt>
                <c:pt idx="1379">
                  <c:v>0.1742390028</c:v>
                </c:pt>
                <c:pt idx="1380">
                  <c:v>0.226086171078</c:v>
                </c:pt>
                <c:pt idx="1381">
                  <c:v>-0.443772016981</c:v>
                </c:pt>
                <c:pt idx="1382">
                  <c:v>-0.00767771655677</c:v>
                </c:pt>
                <c:pt idx="1383">
                  <c:v>-0.0701833619366</c:v>
                </c:pt>
                <c:pt idx="1384">
                  <c:v>0.0120133682594</c:v>
                </c:pt>
                <c:pt idx="1385">
                  <c:v>0.193568783308</c:v>
                </c:pt>
                <c:pt idx="1386">
                  <c:v>0.183181284437</c:v>
                </c:pt>
                <c:pt idx="1387">
                  <c:v>-0.38352452353</c:v>
                </c:pt>
                <c:pt idx="1388">
                  <c:v>0.00569054285972</c:v>
                </c:pt>
                <c:pt idx="1389">
                  <c:v>-0.0588022762171</c:v>
                </c:pt>
                <c:pt idx="1390">
                  <c:v>0.0190588022762</c:v>
                </c:pt>
                <c:pt idx="1391">
                  <c:v>0.178845632734</c:v>
                </c:pt>
                <c:pt idx="1392">
                  <c:v>0.155089874447</c:v>
                </c:pt>
                <c:pt idx="1393">
                  <c:v>-0.386234305844</c:v>
                </c:pt>
                <c:pt idx="1394">
                  <c:v>0.0212266281275</c:v>
                </c:pt>
                <c:pt idx="1395">
                  <c:v>-0.0291753229157</c:v>
                </c:pt>
                <c:pt idx="1396">
                  <c:v>0.0699123837052</c:v>
                </c:pt>
                <c:pt idx="1397">
                  <c:v>0.161322373769</c:v>
                </c:pt>
                <c:pt idx="1398">
                  <c:v>0.128985638154</c:v>
                </c:pt>
                <c:pt idx="1399">
                  <c:v>-0.37530485051</c:v>
                </c:pt>
                <c:pt idx="1400">
                  <c:v>-0.00993586848523</c:v>
                </c:pt>
                <c:pt idx="1401">
                  <c:v>-0.0634089061512</c:v>
                </c:pt>
                <c:pt idx="1402">
                  <c:v>0.0773191220305</c:v>
                </c:pt>
                <c:pt idx="1403">
                  <c:v>0.168367807786</c:v>
                </c:pt>
                <c:pt idx="1404">
                  <c:v>0.137837593713</c:v>
                </c:pt>
                <c:pt idx="1405">
                  <c:v>-0.354710504923</c:v>
                </c:pt>
                <c:pt idx="1406">
                  <c:v>-0.015626411345</c:v>
                </c:pt>
                <c:pt idx="1407">
                  <c:v>-0.0551892331316</c:v>
                </c:pt>
                <c:pt idx="1408">
                  <c:v>0.0883389034414</c:v>
                </c:pt>
                <c:pt idx="1409">
                  <c:v>0.156806069912</c:v>
                </c:pt>
                <c:pt idx="1410">
                  <c:v>0.129979225002</c:v>
                </c:pt>
                <c:pt idx="1411">
                  <c:v>-0.292024207389</c:v>
                </c:pt>
                <c:pt idx="1412">
                  <c:v>-0.0478728208834</c:v>
                </c:pt>
                <c:pt idx="1413">
                  <c:v>-0.0405564086352</c:v>
                </c:pt>
                <c:pt idx="1414">
                  <c:v>0.0813837955018</c:v>
                </c:pt>
                <c:pt idx="1415">
                  <c:v>0.150483244513</c:v>
                </c:pt>
                <c:pt idx="1416">
                  <c:v>0.105320205943</c:v>
                </c:pt>
                <c:pt idx="1417">
                  <c:v>-0.233854213711</c:v>
                </c:pt>
                <c:pt idx="1418">
                  <c:v>-0.0621443410713</c:v>
                </c:pt>
                <c:pt idx="1419">
                  <c:v>-0.0317947791527</c:v>
                </c:pt>
                <c:pt idx="1420">
                  <c:v>0.0985457501581</c:v>
                </c:pt>
                <c:pt idx="1421">
                  <c:v>0.131063137928</c:v>
                </c:pt>
                <c:pt idx="1422">
                  <c:v>0.0855387950501</c:v>
                </c:pt>
                <c:pt idx="1423">
                  <c:v>-0.19916900009</c:v>
                </c:pt>
                <c:pt idx="1424">
                  <c:v>-0.121127269443</c:v>
                </c:pt>
                <c:pt idx="1425">
                  <c:v>-0.0292656489929</c:v>
                </c:pt>
                <c:pt idx="1426">
                  <c:v>0.0911390118327</c:v>
                </c:pt>
                <c:pt idx="1427">
                  <c:v>0.137114985096</c:v>
                </c:pt>
                <c:pt idx="1428">
                  <c:v>0.0505826031975</c:v>
                </c:pt>
                <c:pt idx="1429">
                  <c:v>-0.150302592358</c:v>
                </c:pt>
                <c:pt idx="1430">
                  <c:v>-0.130882485774</c:v>
                </c:pt>
                <c:pt idx="1431">
                  <c:v>-0.0412790172523</c:v>
                </c:pt>
                <c:pt idx="1432">
                  <c:v>0.091951946527</c:v>
                </c:pt>
                <c:pt idx="1433">
                  <c:v>0.154638244061</c:v>
                </c:pt>
                <c:pt idx="1434">
                  <c:v>0.050221298889</c:v>
                </c:pt>
                <c:pt idx="1435">
                  <c:v>-0.0428145605636</c:v>
                </c:pt>
                <c:pt idx="1436">
                  <c:v>-0.159335200072</c:v>
                </c:pt>
                <c:pt idx="1437">
                  <c:v>-0.0275494535272</c:v>
                </c:pt>
                <c:pt idx="1438">
                  <c:v>0.0801192304218</c:v>
                </c:pt>
                <c:pt idx="1439">
                  <c:v>0.124649986451</c:v>
                </c:pt>
                <c:pt idx="1440">
                  <c:v>0.0427242344865</c:v>
                </c:pt>
                <c:pt idx="1441">
                  <c:v>-0.0179748893506</c:v>
                </c:pt>
                <c:pt idx="1442">
                  <c:v>-0.138650528408</c:v>
                </c:pt>
                <c:pt idx="1443">
                  <c:v>-0.0354981483154</c:v>
                </c:pt>
                <c:pt idx="1444">
                  <c:v>0.0532020594346</c:v>
                </c:pt>
                <c:pt idx="1445">
                  <c:v>0.1224821606</c:v>
                </c:pt>
                <c:pt idx="1446">
                  <c:v>0.0295366272243</c:v>
                </c:pt>
                <c:pt idx="1447">
                  <c:v>-0.0367627133954</c:v>
                </c:pt>
                <c:pt idx="1448">
                  <c:v>-0.0925842290669</c:v>
                </c:pt>
                <c:pt idx="1449">
                  <c:v>-0.0468792340349</c:v>
                </c:pt>
                <c:pt idx="1450">
                  <c:v>0.0450727124921</c:v>
                </c:pt>
                <c:pt idx="1451">
                  <c:v>0.0807515129618</c:v>
                </c:pt>
                <c:pt idx="1452">
                  <c:v>0.0409177129437</c:v>
                </c:pt>
                <c:pt idx="1453">
                  <c:v>-0.024117062596</c:v>
                </c:pt>
                <c:pt idx="1454">
                  <c:v>-0.0557311895944</c:v>
                </c:pt>
                <c:pt idx="1455">
                  <c:v>-0.0415499954837</c:v>
                </c:pt>
                <c:pt idx="1456">
                  <c:v>0.00388402131695</c:v>
                </c:pt>
                <c:pt idx="1457">
                  <c:v>0.0467889079577</c:v>
                </c:pt>
                <c:pt idx="1458">
                  <c:v>0.0412790172523</c:v>
                </c:pt>
                <c:pt idx="1459">
                  <c:v>-0.00252913015988</c:v>
                </c:pt>
                <c:pt idx="1460">
                  <c:v>-0.0252009755216</c:v>
                </c:pt>
                <c:pt idx="1461">
                  <c:v>-0.0142715201879</c:v>
                </c:pt>
                <c:pt idx="1462">
                  <c:v>-0.000903260771385</c:v>
                </c:pt>
                <c:pt idx="1463">
                  <c:v>0.00596152109114</c:v>
                </c:pt>
                <c:pt idx="1464">
                  <c:v>0.0155360852678</c:v>
                </c:pt>
                <c:pt idx="1465">
                  <c:v>0.0175232589649</c:v>
                </c:pt>
                <c:pt idx="1466">
                  <c:v>-0.0145424984193</c:v>
                </c:pt>
                <c:pt idx="1467">
                  <c:v>-0.00370336916268</c:v>
                </c:pt>
                <c:pt idx="1468">
                  <c:v>-0.00108391292566</c:v>
                </c:pt>
                <c:pt idx="1469">
                  <c:v>-0.000903260771385</c:v>
                </c:pt>
                <c:pt idx="1470">
                  <c:v>-0.00153554331135</c:v>
                </c:pt>
                <c:pt idx="1471">
                  <c:v>0.0101165206395</c:v>
                </c:pt>
                <c:pt idx="1472">
                  <c:v>-0.00316141269985</c:v>
                </c:pt>
                <c:pt idx="1473">
                  <c:v>-0.000722608617108</c:v>
                </c:pt>
                <c:pt idx="1474">
                  <c:v>0.00225815192846</c:v>
                </c:pt>
                <c:pt idx="1475">
                  <c:v>-0.000903260771385</c:v>
                </c:pt>
                <c:pt idx="1476">
                  <c:v>-0.0121940204137</c:v>
                </c:pt>
                <c:pt idx="1477">
                  <c:v>-0.00957456417668</c:v>
                </c:pt>
                <c:pt idx="1478">
                  <c:v>-0.00867130340529</c:v>
                </c:pt>
                <c:pt idx="1479">
                  <c:v>0.00876162948243</c:v>
                </c:pt>
                <c:pt idx="1480">
                  <c:v>0.00830999909674</c:v>
                </c:pt>
                <c:pt idx="1481">
                  <c:v>0.00722608617108</c:v>
                </c:pt>
                <c:pt idx="1482">
                  <c:v>0.00605184716828</c:v>
                </c:pt>
                <c:pt idx="1483">
                  <c:v>-0.0101165206395</c:v>
                </c:pt>
                <c:pt idx="1484">
                  <c:v>-0.00930358594526</c:v>
                </c:pt>
                <c:pt idx="1485">
                  <c:v>0.00722608617108</c:v>
                </c:pt>
                <c:pt idx="1486">
                  <c:v>0.000451630385692</c:v>
                </c:pt>
                <c:pt idx="1487">
                  <c:v>0.00198717369705</c:v>
                </c:pt>
                <c:pt idx="1488">
                  <c:v>0.00325173877698</c:v>
                </c:pt>
                <c:pt idx="1489">
                  <c:v>-0.00885195555957</c:v>
                </c:pt>
                <c:pt idx="1490">
                  <c:v>-0.00307108662271</c:v>
                </c:pt>
                <c:pt idx="1491">
                  <c:v>-0.00316141269985</c:v>
                </c:pt>
                <c:pt idx="1492">
                  <c:v>0.00307108662271</c:v>
                </c:pt>
                <c:pt idx="1493">
                  <c:v>0.00659380363111</c:v>
                </c:pt>
                <c:pt idx="1494">
                  <c:v>0.00569054285972</c:v>
                </c:pt>
                <c:pt idx="1495">
                  <c:v>0.00343239093126</c:v>
                </c:pt>
                <c:pt idx="1496">
                  <c:v>-0.00361304308554</c:v>
                </c:pt>
                <c:pt idx="1497">
                  <c:v>-0.00361304308554</c:v>
                </c:pt>
                <c:pt idx="1498">
                  <c:v>0.00596152109114</c:v>
                </c:pt>
                <c:pt idx="1499">
                  <c:v>0.00433565170265</c:v>
                </c:pt>
                <c:pt idx="1500">
                  <c:v>0.000812934694246</c:v>
                </c:pt>
                <c:pt idx="1501">
                  <c:v>0.000451630385692</c:v>
                </c:pt>
                <c:pt idx="1502">
                  <c:v>-0.00650347755397</c:v>
                </c:pt>
                <c:pt idx="1503">
                  <c:v>-0.00370336916268</c:v>
                </c:pt>
                <c:pt idx="1504">
                  <c:v>0.00451630385692</c:v>
                </c:pt>
                <c:pt idx="1505">
                  <c:v>0.00758739047963</c:v>
                </c:pt>
                <c:pt idx="1506">
                  <c:v>-0.00180652154277</c:v>
                </c:pt>
                <c:pt idx="1507">
                  <c:v>-0.00406467347123</c:v>
                </c:pt>
                <c:pt idx="1508">
                  <c:v>-0.00397434739409</c:v>
                </c:pt>
                <c:pt idx="1509">
                  <c:v>0.00280010839129</c:v>
                </c:pt>
                <c:pt idx="1510">
                  <c:v>0.00803902086532</c:v>
                </c:pt>
                <c:pt idx="1511">
                  <c:v>0.00713576009394</c:v>
                </c:pt>
                <c:pt idx="1512">
                  <c:v>0</c:v>
                </c:pt>
                <c:pt idx="1513">
                  <c:v>-0.00560021678259</c:v>
                </c:pt>
                <c:pt idx="1514">
                  <c:v>-0.0046969560112</c:v>
                </c:pt>
                <c:pt idx="1515">
                  <c:v>-0.00261945623702</c:v>
                </c:pt>
                <c:pt idx="1516">
                  <c:v>0.00451630385692</c:v>
                </c:pt>
                <c:pt idx="1517">
                  <c:v>0.011110107488</c:v>
                </c:pt>
                <c:pt idx="1518">
                  <c:v>-0.00180652154277</c:v>
                </c:pt>
                <c:pt idx="1519">
                  <c:v>-0.00135489115708</c:v>
                </c:pt>
                <c:pt idx="1520">
                  <c:v>-0.00325173877698</c:v>
                </c:pt>
                <c:pt idx="1521">
                  <c:v>-0.00686478186252</c:v>
                </c:pt>
                <c:pt idx="1522">
                  <c:v>-0.00740673832535</c:v>
                </c:pt>
                <c:pt idx="1523">
                  <c:v>0.00659380363111</c:v>
                </c:pt>
                <c:pt idx="1524">
                  <c:v>-0.00144521723422</c:v>
                </c:pt>
                <c:pt idx="1525">
                  <c:v>0.00388402131695</c:v>
                </c:pt>
                <c:pt idx="1526">
                  <c:v>-0.00280010839129</c:v>
                </c:pt>
                <c:pt idx="1527">
                  <c:v>-0.000632282539969</c:v>
                </c:pt>
                <c:pt idx="1528">
                  <c:v>0.00433565170265</c:v>
                </c:pt>
                <c:pt idx="1529">
                  <c:v>-0.00334206485412</c:v>
                </c:pt>
                <c:pt idx="1530">
                  <c:v>-0.00460662993406</c:v>
                </c:pt>
                <c:pt idx="1531">
                  <c:v>-0.000361304308554</c:v>
                </c:pt>
                <c:pt idx="1532">
                  <c:v>0.00460662993406</c:v>
                </c:pt>
                <c:pt idx="1533">
                  <c:v>0</c:v>
                </c:pt>
                <c:pt idx="1534">
                  <c:v>0.000993586848523</c:v>
                </c:pt>
                <c:pt idx="1535">
                  <c:v>-0.00343239093126</c:v>
                </c:pt>
                <c:pt idx="1536">
                  <c:v>0.00261945623702</c:v>
                </c:pt>
                <c:pt idx="1537">
                  <c:v>-0.00207749977418</c:v>
                </c:pt>
                <c:pt idx="1538">
                  <c:v>-0.00722608617108</c:v>
                </c:pt>
                <c:pt idx="1539">
                  <c:v>0.00514858639689</c:v>
                </c:pt>
                <c:pt idx="1540">
                  <c:v>0.00270978231415</c:v>
                </c:pt>
                <c:pt idx="1541">
                  <c:v>0.00478728208834</c:v>
                </c:pt>
                <c:pt idx="1542">
                  <c:v>0.000903260771385</c:v>
                </c:pt>
                <c:pt idx="1543">
                  <c:v>-0.00605184716828</c:v>
                </c:pt>
                <c:pt idx="1544">
                  <c:v>-9.03260771385E-05</c:v>
                </c:pt>
                <c:pt idx="1545">
                  <c:v>-0.00171619546563</c:v>
                </c:pt>
                <c:pt idx="1546">
                  <c:v>-0.000993586848523</c:v>
                </c:pt>
                <c:pt idx="1547">
                  <c:v>0.0023484780056</c:v>
                </c:pt>
                <c:pt idx="1548">
                  <c:v>-0.00740673832535</c:v>
                </c:pt>
                <c:pt idx="1549">
                  <c:v>-0.00162586938849</c:v>
                </c:pt>
                <c:pt idx="1550">
                  <c:v>0.00451630385692</c:v>
                </c:pt>
                <c:pt idx="1551">
                  <c:v>0.00316141269985</c:v>
                </c:pt>
                <c:pt idx="1552">
                  <c:v>0.00144521723422</c:v>
                </c:pt>
                <c:pt idx="1553">
                  <c:v>0.000632282539969</c:v>
                </c:pt>
                <c:pt idx="1554">
                  <c:v>-0.000451630385692</c:v>
                </c:pt>
                <c:pt idx="1555">
                  <c:v>0.000632282539969</c:v>
                </c:pt>
                <c:pt idx="1556">
                  <c:v>-0.0035227170084</c:v>
                </c:pt>
                <c:pt idx="1557">
                  <c:v>0.00198717369705</c:v>
                </c:pt>
                <c:pt idx="1558">
                  <c:v>0</c:v>
                </c:pt>
                <c:pt idx="1559">
                  <c:v>-0.00487760816548</c:v>
                </c:pt>
                <c:pt idx="1560">
                  <c:v>0.00659380363111</c:v>
                </c:pt>
                <c:pt idx="1561">
                  <c:v>0.00307108662271</c:v>
                </c:pt>
                <c:pt idx="1562">
                  <c:v>0.0011742390028</c:v>
                </c:pt>
                <c:pt idx="1563">
                  <c:v>0.00126456507994</c:v>
                </c:pt>
                <c:pt idx="1564">
                  <c:v>-0.00126456507994</c:v>
                </c:pt>
                <c:pt idx="1565">
                  <c:v>-0.00460662993406</c:v>
                </c:pt>
                <c:pt idx="1566">
                  <c:v>-0.000722608617108</c:v>
                </c:pt>
                <c:pt idx="1567">
                  <c:v>-0.00126456507994</c:v>
                </c:pt>
                <c:pt idx="1568">
                  <c:v>0.00144521723422</c:v>
                </c:pt>
                <c:pt idx="1569">
                  <c:v>0.00614217324542</c:v>
                </c:pt>
                <c:pt idx="1570">
                  <c:v>-0.00397434739409</c:v>
                </c:pt>
                <c:pt idx="1571">
                  <c:v>-0.00406467347123</c:v>
                </c:pt>
                <c:pt idx="1572">
                  <c:v>0.00388402131695</c:v>
                </c:pt>
                <c:pt idx="1573">
                  <c:v>0.00171619546563</c:v>
                </c:pt>
                <c:pt idx="1574">
                  <c:v>-0.00650347755397</c:v>
                </c:pt>
                <c:pt idx="1575">
                  <c:v>-0.00641315147683</c:v>
                </c:pt>
                <c:pt idx="1576">
                  <c:v>-0.000451630385692</c:v>
                </c:pt>
                <c:pt idx="1577">
                  <c:v>0.00794869478819</c:v>
                </c:pt>
                <c:pt idx="1578">
                  <c:v>0.00252913015988</c:v>
                </c:pt>
                <c:pt idx="1579">
                  <c:v>-0.00424532562551</c:v>
                </c:pt>
                <c:pt idx="1580">
                  <c:v>-0.00307108662271</c:v>
                </c:pt>
                <c:pt idx="1581">
                  <c:v>-0.00532923855117</c:v>
                </c:pt>
                <c:pt idx="1582">
                  <c:v>0.00135489115708</c:v>
                </c:pt>
                <c:pt idx="1583">
                  <c:v>0.00343239093126</c:v>
                </c:pt>
                <c:pt idx="1584">
                  <c:v>0.00478728208834</c:v>
                </c:pt>
                <c:pt idx="1585">
                  <c:v>-0.00162586938849</c:v>
                </c:pt>
                <c:pt idx="1586">
                  <c:v>-0.00225815192846</c:v>
                </c:pt>
                <c:pt idx="1587">
                  <c:v>0.00153554331135</c:v>
                </c:pt>
                <c:pt idx="1588">
                  <c:v>0.00433565170265</c:v>
                </c:pt>
                <c:pt idx="1589">
                  <c:v>-0.000903260771385</c:v>
                </c:pt>
                <c:pt idx="1590">
                  <c:v>-0.00361304308554</c:v>
                </c:pt>
                <c:pt idx="1591">
                  <c:v>-0.00668412970825</c:v>
                </c:pt>
                <c:pt idx="1592">
                  <c:v>-0.00252913015988</c:v>
                </c:pt>
                <c:pt idx="1593">
                  <c:v>0.00460662993406</c:v>
                </c:pt>
                <c:pt idx="1594">
                  <c:v>0.00198717369705</c:v>
                </c:pt>
                <c:pt idx="1595">
                  <c:v>0.00487760816548</c:v>
                </c:pt>
                <c:pt idx="1596">
                  <c:v>-0.00668412970825</c:v>
                </c:pt>
                <c:pt idx="1597">
                  <c:v>-0.000541956462831</c:v>
                </c:pt>
                <c:pt idx="1598">
                  <c:v>-0.0023484780056</c:v>
                </c:pt>
                <c:pt idx="1599">
                  <c:v>0.00280010839129</c:v>
                </c:pt>
                <c:pt idx="1600">
                  <c:v>0.00135489115708</c:v>
                </c:pt>
                <c:pt idx="1601">
                  <c:v>-0.0023484780056</c:v>
                </c:pt>
                <c:pt idx="1602">
                  <c:v>-0.0011742390028</c:v>
                </c:pt>
                <c:pt idx="1603">
                  <c:v>-0.00677445578539</c:v>
                </c:pt>
                <c:pt idx="1604">
                  <c:v>-0.00307108662271</c:v>
                </c:pt>
                <c:pt idx="1605">
                  <c:v>0.00722608617108</c:v>
                </c:pt>
                <c:pt idx="1606">
                  <c:v>0.00298076054557</c:v>
                </c:pt>
                <c:pt idx="1607">
                  <c:v>-0.00569054285972</c:v>
                </c:pt>
                <c:pt idx="1608">
                  <c:v>0.0035227170084</c:v>
                </c:pt>
                <c:pt idx="1609">
                  <c:v>0.00189684761991</c:v>
                </c:pt>
                <c:pt idx="1610">
                  <c:v>-0.00415499954837</c:v>
                </c:pt>
                <c:pt idx="1611">
                  <c:v>-0.00316141269985</c:v>
                </c:pt>
                <c:pt idx="1612">
                  <c:v>9.03260771385E-05</c:v>
                </c:pt>
                <c:pt idx="1613">
                  <c:v>0.00388402131695</c:v>
                </c:pt>
                <c:pt idx="1614">
                  <c:v>0.0023484780056</c:v>
                </c:pt>
                <c:pt idx="1615">
                  <c:v>-0.000812934694246</c:v>
                </c:pt>
                <c:pt idx="1616">
                  <c:v>-0.0023484780056</c:v>
                </c:pt>
                <c:pt idx="1617">
                  <c:v>0.00406467347123</c:v>
                </c:pt>
                <c:pt idx="1618">
                  <c:v>0.00261945623702</c:v>
                </c:pt>
                <c:pt idx="1619">
                  <c:v>0.000180652154277</c:v>
                </c:pt>
                <c:pt idx="1620">
                  <c:v>0.00307108662271</c:v>
                </c:pt>
                <c:pt idx="1621">
                  <c:v>-0.00523891247403</c:v>
                </c:pt>
                <c:pt idx="1622">
                  <c:v>0.00207749977418</c:v>
                </c:pt>
                <c:pt idx="1623">
                  <c:v>-0.00162586938849</c:v>
                </c:pt>
                <c:pt idx="1624">
                  <c:v>0.00424532562551</c:v>
                </c:pt>
                <c:pt idx="1625">
                  <c:v>0.00460662993406</c:v>
                </c:pt>
                <c:pt idx="1626">
                  <c:v>-0.00487760816548</c:v>
                </c:pt>
                <c:pt idx="1627">
                  <c:v>0.000632282539969</c:v>
                </c:pt>
                <c:pt idx="1628">
                  <c:v>-0.000270978231415</c:v>
                </c:pt>
                <c:pt idx="1629">
                  <c:v>-0.00442597777979</c:v>
                </c:pt>
                <c:pt idx="1630">
                  <c:v>0.0023484780056</c:v>
                </c:pt>
                <c:pt idx="1631">
                  <c:v>0.00289043446843</c:v>
                </c:pt>
                <c:pt idx="1632">
                  <c:v>-0.000632282539969</c:v>
                </c:pt>
                <c:pt idx="1633">
                  <c:v>-0.00225815192846</c:v>
                </c:pt>
                <c:pt idx="1634">
                  <c:v>-0.00153554331135</c:v>
                </c:pt>
                <c:pt idx="1635">
                  <c:v>0.00180652154277</c:v>
                </c:pt>
                <c:pt idx="1636">
                  <c:v>-0.000361304308554</c:v>
                </c:pt>
                <c:pt idx="1637">
                  <c:v>0.00153554331135</c:v>
                </c:pt>
                <c:pt idx="1638">
                  <c:v>-0.00243880408274</c:v>
                </c:pt>
                <c:pt idx="1639">
                  <c:v>0.000361304308554</c:v>
                </c:pt>
                <c:pt idx="1640">
                  <c:v>0.0023484780056</c:v>
                </c:pt>
                <c:pt idx="1641">
                  <c:v>0.00207749977418</c:v>
                </c:pt>
                <c:pt idx="1642">
                  <c:v>0.000993586848523</c:v>
                </c:pt>
                <c:pt idx="1643">
                  <c:v>-0.00153554331135</c:v>
                </c:pt>
                <c:pt idx="1644">
                  <c:v>-0.00451630385692</c:v>
                </c:pt>
                <c:pt idx="1645">
                  <c:v>0.00442597777979</c:v>
                </c:pt>
                <c:pt idx="1646">
                  <c:v>0.00189684761991</c:v>
                </c:pt>
                <c:pt idx="1647">
                  <c:v>-0.000180652154277</c:v>
                </c:pt>
                <c:pt idx="1648">
                  <c:v>-0.00189684761991</c:v>
                </c:pt>
                <c:pt idx="1649">
                  <c:v>-0.000632282539969</c:v>
                </c:pt>
                <c:pt idx="1650">
                  <c:v>0.00180652154277</c:v>
                </c:pt>
                <c:pt idx="1651">
                  <c:v>0.00298076054557</c:v>
                </c:pt>
                <c:pt idx="1652">
                  <c:v>0.000541956462831</c:v>
                </c:pt>
                <c:pt idx="1653">
                  <c:v>-0.00144521723422</c:v>
                </c:pt>
                <c:pt idx="1654">
                  <c:v>-0.0023484780056</c:v>
                </c:pt>
                <c:pt idx="1655">
                  <c:v>0.00198717369705</c:v>
                </c:pt>
                <c:pt idx="1656">
                  <c:v>-0.00298076054557</c:v>
                </c:pt>
                <c:pt idx="1657">
                  <c:v>0.0023484780056</c:v>
                </c:pt>
                <c:pt idx="1658">
                  <c:v>0.000361304308554</c:v>
                </c:pt>
                <c:pt idx="1659">
                  <c:v>-0.00307108662271</c:v>
                </c:pt>
                <c:pt idx="1660">
                  <c:v>-0.000180652154277</c:v>
                </c:pt>
                <c:pt idx="1661">
                  <c:v>0.00135489115708</c:v>
                </c:pt>
                <c:pt idx="1662">
                  <c:v>0.000361304308554</c:v>
                </c:pt>
                <c:pt idx="1663">
                  <c:v>0.000722608617108</c:v>
                </c:pt>
                <c:pt idx="1664">
                  <c:v>-0.000180652154277</c:v>
                </c:pt>
                <c:pt idx="1665">
                  <c:v>-0.00307108662271</c:v>
                </c:pt>
                <c:pt idx="1666">
                  <c:v>0.000451630385692</c:v>
                </c:pt>
                <c:pt idx="1667">
                  <c:v>0.00397434739409</c:v>
                </c:pt>
                <c:pt idx="1668">
                  <c:v>0.00144521723422</c:v>
                </c:pt>
                <c:pt idx="1669">
                  <c:v>-0.000632282539969</c:v>
                </c:pt>
                <c:pt idx="1670">
                  <c:v>-0.00343239093126</c:v>
                </c:pt>
                <c:pt idx="1671">
                  <c:v>-0.00252913015988</c:v>
                </c:pt>
                <c:pt idx="1672">
                  <c:v>0.00361304308554</c:v>
                </c:pt>
                <c:pt idx="1673">
                  <c:v>0.00343239093126</c:v>
                </c:pt>
                <c:pt idx="1674">
                  <c:v>0.000451630385692</c:v>
                </c:pt>
                <c:pt idx="1675">
                  <c:v>-0.00343239093126</c:v>
                </c:pt>
                <c:pt idx="1676">
                  <c:v>0.000993586848523</c:v>
                </c:pt>
                <c:pt idx="1677">
                  <c:v>0.00415499954837</c:v>
                </c:pt>
                <c:pt idx="1678">
                  <c:v>0.000993586848523</c:v>
                </c:pt>
                <c:pt idx="1679">
                  <c:v>0.00225815192846</c:v>
                </c:pt>
                <c:pt idx="1680">
                  <c:v>-0.000993586848523</c:v>
                </c:pt>
                <c:pt idx="1681">
                  <c:v>-0.00325173877698</c:v>
                </c:pt>
                <c:pt idx="1682">
                  <c:v>-0.000722608617108</c:v>
                </c:pt>
                <c:pt idx="1683">
                  <c:v>0.000812934694246</c:v>
                </c:pt>
                <c:pt idx="1684">
                  <c:v>0.00108391292566</c:v>
                </c:pt>
                <c:pt idx="1685">
                  <c:v>0.00460662993406</c:v>
                </c:pt>
                <c:pt idx="1686">
                  <c:v>-0.0023484780056</c:v>
                </c:pt>
                <c:pt idx="1687">
                  <c:v>0.00135489115708</c:v>
                </c:pt>
                <c:pt idx="1688">
                  <c:v>-0.00171619546563</c:v>
                </c:pt>
                <c:pt idx="1689">
                  <c:v>-0.00189684761991</c:v>
                </c:pt>
                <c:pt idx="1690">
                  <c:v>0.00126456507994</c:v>
                </c:pt>
                <c:pt idx="1691">
                  <c:v>0.00180652154277</c:v>
                </c:pt>
                <c:pt idx="1692">
                  <c:v>0.00171619546563</c:v>
                </c:pt>
                <c:pt idx="1693">
                  <c:v>-0.000903260771385</c:v>
                </c:pt>
                <c:pt idx="1694">
                  <c:v>0.0011742390028</c:v>
                </c:pt>
                <c:pt idx="1695">
                  <c:v>-0.00198717369705</c:v>
                </c:pt>
                <c:pt idx="1696">
                  <c:v>-0.00144521723422</c:v>
                </c:pt>
                <c:pt idx="1697">
                  <c:v>0.000812934694246</c:v>
                </c:pt>
                <c:pt idx="1698">
                  <c:v>0.000361304308554</c:v>
                </c:pt>
                <c:pt idx="1699">
                  <c:v>0.00280010839129</c:v>
                </c:pt>
                <c:pt idx="1700">
                  <c:v>-0.00180652154277</c:v>
                </c:pt>
                <c:pt idx="1701">
                  <c:v>-0.00289043446843</c:v>
                </c:pt>
                <c:pt idx="1702">
                  <c:v>-0.0011742390028</c:v>
                </c:pt>
                <c:pt idx="1703">
                  <c:v>-0.000361304308554</c:v>
                </c:pt>
                <c:pt idx="1704">
                  <c:v>-0.000180652154277</c:v>
                </c:pt>
                <c:pt idx="1705">
                  <c:v>0.00560021678259</c:v>
                </c:pt>
                <c:pt idx="1706">
                  <c:v>-0.000270978231415</c:v>
                </c:pt>
                <c:pt idx="1707">
                  <c:v>-0.000903260771385</c:v>
                </c:pt>
                <c:pt idx="1708">
                  <c:v>-0.00225815192846</c:v>
                </c:pt>
                <c:pt idx="1709">
                  <c:v>-0.00189684761991</c:v>
                </c:pt>
                <c:pt idx="1710">
                  <c:v>0.00126456507994</c:v>
                </c:pt>
                <c:pt idx="1711">
                  <c:v>0.00370336916268</c:v>
                </c:pt>
                <c:pt idx="1712">
                  <c:v>-0.00280010839129</c:v>
                </c:pt>
                <c:pt idx="1713">
                  <c:v>-0.00171619546563</c:v>
                </c:pt>
                <c:pt idx="1714">
                  <c:v>-0.0023484780056</c:v>
                </c:pt>
                <c:pt idx="1715">
                  <c:v>0.000632282539969</c:v>
                </c:pt>
                <c:pt idx="1716">
                  <c:v>0.00153554331135</c:v>
                </c:pt>
                <c:pt idx="1717">
                  <c:v>0.00261945623702</c:v>
                </c:pt>
                <c:pt idx="1718">
                  <c:v>0.000451630385692</c:v>
                </c:pt>
                <c:pt idx="1719">
                  <c:v>-0.00216782585132</c:v>
                </c:pt>
                <c:pt idx="1720">
                  <c:v>-0.00144521723422</c:v>
                </c:pt>
                <c:pt idx="1721">
                  <c:v>-0.000361304308554</c:v>
                </c:pt>
                <c:pt idx="1722">
                  <c:v>0.000993586848523</c:v>
                </c:pt>
                <c:pt idx="1723">
                  <c:v>-0.000541956462831</c:v>
                </c:pt>
                <c:pt idx="1724">
                  <c:v>0.000180652154277</c:v>
                </c:pt>
                <c:pt idx="1725">
                  <c:v>0.000722608617108</c:v>
                </c:pt>
                <c:pt idx="1726">
                  <c:v>0.000722608617108</c:v>
                </c:pt>
                <c:pt idx="1727">
                  <c:v>0.000993586848523</c:v>
                </c:pt>
                <c:pt idx="1728">
                  <c:v>-0.000632282539969</c:v>
                </c:pt>
                <c:pt idx="1729">
                  <c:v>-0.000812934694246</c:v>
                </c:pt>
                <c:pt idx="1730">
                  <c:v>-0.000993586848523</c:v>
                </c:pt>
                <c:pt idx="1731">
                  <c:v>9.03260771385E-05</c:v>
                </c:pt>
                <c:pt idx="1732">
                  <c:v>0.000903260771385</c:v>
                </c:pt>
                <c:pt idx="1733">
                  <c:v>-0.00397434739409</c:v>
                </c:pt>
                <c:pt idx="1734">
                  <c:v>-0.00243880408274</c:v>
                </c:pt>
                <c:pt idx="1735">
                  <c:v>-9.03260771385E-05</c:v>
                </c:pt>
                <c:pt idx="1736">
                  <c:v>0.00126456507994</c:v>
                </c:pt>
                <c:pt idx="1737">
                  <c:v>0.00207749977418</c:v>
                </c:pt>
                <c:pt idx="1738">
                  <c:v>-0.000270978231415</c:v>
                </c:pt>
                <c:pt idx="1739">
                  <c:v>-0.00261945623702</c:v>
                </c:pt>
                <c:pt idx="1740">
                  <c:v>-0.00225815192846</c:v>
                </c:pt>
                <c:pt idx="1741">
                  <c:v>-0.000180652154277</c:v>
                </c:pt>
                <c:pt idx="1742">
                  <c:v>0</c:v>
                </c:pt>
                <c:pt idx="1743">
                  <c:v>0.00216782585132</c:v>
                </c:pt>
                <c:pt idx="1744">
                  <c:v>0.000812934694246</c:v>
                </c:pt>
                <c:pt idx="1745">
                  <c:v>-0.00144521723422</c:v>
                </c:pt>
                <c:pt idx="1746">
                  <c:v>-0.00261945623702</c:v>
                </c:pt>
                <c:pt idx="1747">
                  <c:v>0.00144521723422</c:v>
                </c:pt>
                <c:pt idx="1748">
                  <c:v>0.000180652154277</c:v>
                </c:pt>
                <c:pt idx="1749">
                  <c:v>0.00270978231415</c:v>
                </c:pt>
                <c:pt idx="1750">
                  <c:v>-0.000270978231415</c:v>
                </c:pt>
                <c:pt idx="1751">
                  <c:v>-0.000632282539969</c:v>
                </c:pt>
                <c:pt idx="1752">
                  <c:v>-0.00207749977418</c:v>
                </c:pt>
                <c:pt idx="1753">
                  <c:v>0</c:v>
                </c:pt>
                <c:pt idx="1754">
                  <c:v>0.000632282539969</c:v>
                </c:pt>
                <c:pt idx="1755">
                  <c:v>0</c:v>
                </c:pt>
                <c:pt idx="1756">
                  <c:v>-0.000722608617108</c:v>
                </c:pt>
                <c:pt idx="1757">
                  <c:v>-0.000812934694246</c:v>
                </c:pt>
                <c:pt idx="1758">
                  <c:v>0.000722608617108</c:v>
                </c:pt>
                <c:pt idx="1759">
                  <c:v>0.000903260771385</c:v>
                </c:pt>
                <c:pt idx="1760">
                  <c:v>-9.03260771385E-05</c:v>
                </c:pt>
                <c:pt idx="1761">
                  <c:v>-9.03260771385E-05</c:v>
                </c:pt>
                <c:pt idx="1762">
                  <c:v>-9.03260771385E-05</c:v>
                </c:pt>
                <c:pt idx="1763">
                  <c:v>0.000270978231415</c:v>
                </c:pt>
                <c:pt idx="1764">
                  <c:v>0.000541956462831</c:v>
                </c:pt>
                <c:pt idx="1765">
                  <c:v>9.03260771385E-05</c:v>
                </c:pt>
                <c:pt idx="1766">
                  <c:v>-0.000451630385692</c:v>
                </c:pt>
                <c:pt idx="1767">
                  <c:v>-0.000270978231415</c:v>
                </c:pt>
                <c:pt idx="1768">
                  <c:v>0.00108391292566</c:v>
                </c:pt>
                <c:pt idx="1769">
                  <c:v>0.000270978231415</c:v>
                </c:pt>
                <c:pt idx="1770">
                  <c:v>-0.000993586848523</c:v>
                </c:pt>
                <c:pt idx="1771">
                  <c:v>0.000270978231415</c:v>
                </c:pt>
                <c:pt idx="1772">
                  <c:v>-9.03260771385E-05</c:v>
                </c:pt>
                <c:pt idx="1773">
                  <c:v>-0.000632282539969</c:v>
                </c:pt>
                <c:pt idx="1774">
                  <c:v>-0.000451630385692</c:v>
                </c:pt>
                <c:pt idx="1775">
                  <c:v>0.00108391292566</c:v>
                </c:pt>
                <c:pt idx="1776">
                  <c:v>0.000180652154277</c:v>
                </c:pt>
                <c:pt idx="1777">
                  <c:v>9.03260771385E-05</c:v>
                </c:pt>
                <c:pt idx="1778">
                  <c:v>-0.000270978231415</c:v>
                </c:pt>
                <c:pt idx="1779">
                  <c:v>0</c:v>
                </c:pt>
                <c:pt idx="1780">
                  <c:v>-0.000270978231415</c:v>
                </c:pt>
                <c:pt idx="1781">
                  <c:v>0.00126456507994</c:v>
                </c:pt>
                <c:pt idx="1782">
                  <c:v>0.00144521723422</c:v>
                </c:pt>
                <c:pt idx="1783">
                  <c:v>0.000812934694246</c:v>
                </c:pt>
                <c:pt idx="1784">
                  <c:v>0.000361304308554</c:v>
                </c:pt>
                <c:pt idx="1785">
                  <c:v>0.000993586848523</c:v>
                </c:pt>
                <c:pt idx="1786">
                  <c:v>0.00144521723422</c:v>
                </c:pt>
                <c:pt idx="1787">
                  <c:v>0.00126456507994</c:v>
                </c:pt>
                <c:pt idx="1788">
                  <c:v>0.000903260771385</c:v>
                </c:pt>
                <c:pt idx="1789">
                  <c:v>-0.000903260771385</c:v>
                </c:pt>
                <c:pt idx="1790">
                  <c:v>0.000361304308554</c:v>
                </c:pt>
                <c:pt idx="1791">
                  <c:v>0</c:v>
                </c:pt>
                <c:pt idx="1792">
                  <c:v>-0.000993586848523</c:v>
                </c:pt>
                <c:pt idx="1793">
                  <c:v>-0.000903260771385</c:v>
                </c:pt>
                <c:pt idx="1794">
                  <c:v>-0.000812934694246</c:v>
                </c:pt>
                <c:pt idx="1795">
                  <c:v>0</c:v>
                </c:pt>
                <c:pt idx="1796">
                  <c:v>0.000632282539969</c:v>
                </c:pt>
                <c:pt idx="1797">
                  <c:v>-0.000632282539969</c:v>
                </c:pt>
                <c:pt idx="1798">
                  <c:v>-0.000270978231415</c:v>
                </c:pt>
                <c:pt idx="1799">
                  <c:v>0</c:v>
                </c:pt>
                <c:pt idx="1800">
                  <c:v>0.000812934694246</c:v>
                </c:pt>
                <c:pt idx="1801">
                  <c:v>0.000270978231415</c:v>
                </c:pt>
                <c:pt idx="1802">
                  <c:v>0.000812934694246</c:v>
                </c:pt>
                <c:pt idx="1803">
                  <c:v>-0.000812934694246</c:v>
                </c:pt>
                <c:pt idx="1804">
                  <c:v>0.000180652154277</c:v>
                </c:pt>
                <c:pt idx="1805">
                  <c:v>-0.000541956462831</c:v>
                </c:pt>
                <c:pt idx="1806">
                  <c:v>-0.0011742390028</c:v>
                </c:pt>
                <c:pt idx="1807">
                  <c:v>-0.000361304308554</c:v>
                </c:pt>
                <c:pt idx="1808">
                  <c:v>-0.000361304308554</c:v>
                </c:pt>
                <c:pt idx="1809">
                  <c:v>0</c:v>
                </c:pt>
                <c:pt idx="1810">
                  <c:v>-0.000812934694246</c:v>
                </c:pt>
                <c:pt idx="1811">
                  <c:v>0.000361304308554</c:v>
                </c:pt>
              </c:numCache>
            </c:numRef>
          </c:yVal>
        </c:ser>
        <c:ser>
          <c:idx val="1"/>
          <c:order val="1"/>
          <c:tx>
            <c:v>STE</c:v>
          </c:tx>
          <c:spPr>
            <a:ln xmlns:a="http://schemas.openxmlformats.org/drawingml/2006/main" w="19050">
              <a:solidFill>
                <a:srgbClr val="DD8B12"/>
              </a:solidFill>
            </a:ln>
          </c:spPr>
          <c:marker>
            <c:symbol val="none"/>
          </c:marker>
          <c:xVal>
            <c:numRef>
              <c:f>'Chart Data'!$C$2:$C$237</c:f>
              <c:numCache>
                <c:formatCode>General</c:formatCode>
                <c:ptCount val="236"/>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numCache>
            </c:numRef>
          </c:xVal>
          <c:yVal>
            <c:numRef>
              <c:f>'Chart Data'!$D$2:$D$237</c:f>
              <c:numCache>
                <c:formatCode>0.0</c:formatCode>
                <c:ptCount val="236"/>
                <c:pt idx="0">
                  <c:v>1.02360439612E-05</c:v>
                </c:pt>
                <c:pt idx="1">
                  <c:v>9.92564903595E-06</c:v>
                </c:pt>
                <c:pt idx="2">
                  <c:v>6.6634341663E-06</c:v>
                </c:pt>
                <c:pt idx="3">
                  <c:v>7.04043360398E-06</c:v>
                </c:pt>
                <c:pt idx="4">
                  <c:v>1.3052481605E-05</c:v>
                </c:pt>
                <c:pt idx="5">
                  <c:v>1.29719851726E-05</c:v>
                </c:pt>
                <c:pt idx="6">
                  <c:v>1.50088986032E-05</c:v>
                </c:pt>
                <c:pt idx="7">
                  <c:v>1.898935983E-05</c:v>
                </c:pt>
                <c:pt idx="8">
                  <c:v>2.06291603682E-05</c:v>
                </c:pt>
                <c:pt idx="9">
                  <c:v>1.34309725065E-05</c:v>
                </c:pt>
                <c:pt idx="10">
                  <c:v>1.02322939951E-05</c:v>
                </c:pt>
                <c:pt idx="11">
                  <c:v>1.91756223532E-05</c:v>
                </c:pt>
                <c:pt idx="12">
                  <c:v>2.0965890283E-05</c:v>
                </c:pt>
                <c:pt idx="13">
                  <c:v>1.98394089747E-05</c:v>
                </c:pt>
                <c:pt idx="14">
                  <c:v>1.60062617589E-05</c:v>
                </c:pt>
                <c:pt idx="15">
                  <c:v>1.27226976502E-05</c:v>
                </c:pt>
                <c:pt idx="16">
                  <c:v>1.39890356506E-05</c:v>
                </c:pt>
                <c:pt idx="17">
                  <c:v>1.34923355889E-05</c:v>
                </c:pt>
                <c:pt idx="18">
                  <c:v>9.75408808466E-06</c:v>
                </c:pt>
                <c:pt idx="19">
                  <c:v>1.10240055982E-05</c:v>
                </c:pt>
                <c:pt idx="20">
                  <c:v>1.04454028668E-05</c:v>
                </c:pt>
                <c:pt idx="21">
                  <c:v>9.02489012179E-06</c:v>
                </c:pt>
                <c:pt idx="22">
                  <c:v>5.37182650767E-06</c:v>
                </c:pt>
                <c:pt idx="23">
                  <c:v>4.13544562322E-06</c:v>
                </c:pt>
                <c:pt idx="24">
                  <c:v>2.36844452877E-06</c:v>
                </c:pt>
                <c:pt idx="25">
                  <c:v>2.11314853791E-06</c:v>
                </c:pt>
                <c:pt idx="26">
                  <c:v>2.72319984906E-06</c:v>
                </c:pt>
                <c:pt idx="27">
                  <c:v>2.59429476271E-06</c:v>
                </c:pt>
                <c:pt idx="28">
                  <c:v>2.69328534638E-06</c:v>
                </c:pt>
                <c:pt idx="29">
                  <c:v>1.56441769593E-06</c:v>
                </c:pt>
                <c:pt idx="30">
                  <c:v>1.46099533409E-06</c:v>
                </c:pt>
                <c:pt idx="31">
                  <c:v>9.48954501819E-07</c:v>
                </c:pt>
                <c:pt idx="32">
                  <c:v>7.01755028782E-07</c:v>
                </c:pt>
                <c:pt idx="33">
                  <c:v>7.20163953511E-07</c:v>
                </c:pt>
                <c:pt idx="34">
                  <c:v>4.45478933136E-07</c:v>
                </c:pt>
                <c:pt idx="35">
                  <c:v>3.41587825523E-07</c:v>
                </c:pt>
                <c:pt idx="36">
                  <c:v>1.61632063649E-07</c:v>
                </c:pt>
                <c:pt idx="37">
                  <c:v>1.47995823109E-07</c:v>
                </c:pt>
                <c:pt idx="38">
                  <c:v>1.54046904849E-07</c:v>
                </c:pt>
                <c:pt idx="39">
                  <c:v>1.27498849048E-07</c:v>
                </c:pt>
                <c:pt idx="40">
                  <c:v>9.73286668532E-08</c:v>
                </c:pt>
                <c:pt idx="41">
                  <c:v>1.91589179585E-07</c:v>
                </c:pt>
                <c:pt idx="42">
                  <c:v>5.52438194871E-07</c:v>
                </c:pt>
                <c:pt idx="43">
                  <c:v>1.40849154669E-05</c:v>
                </c:pt>
                <c:pt idx="44">
                  <c:v>0.000620236560117</c:v>
                </c:pt>
                <c:pt idx="45">
                  <c:v>0.00138015458658</c:v>
                </c:pt>
                <c:pt idx="46">
                  <c:v>0.0221689920077</c:v>
                </c:pt>
                <c:pt idx="47">
                  <c:v>0.170484244179</c:v>
                </c:pt>
                <c:pt idx="48">
                  <c:v>0.31944502818</c:v>
                </c:pt>
                <c:pt idx="49">
                  <c:v>0.358243205996</c:v>
                </c:pt>
                <c:pt idx="50">
                  <c:v>0.317305446727</c:v>
                </c:pt>
                <c:pt idx="51">
                  <c:v>0.293719787863</c:v>
                </c:pt>
                <c:pt idx="52">
                  <c:v>0.242910551867</c:v>
                </c:pt>
                <c:pt idx="53">
                  <c:v>0.186928269444</c:v>
                </c:pt>
                <c:pt idx="54">
                  <c:v>0.139941681397</c:v>
                </c:pt>
                <c:pt idx="55">
                  <c:v>0.100379752748</c:v>
                </c:pt>
                <c:pt idx="56">
                  <c:v>0.0653249932128</c:v>
                </c:pt>
                <c:pt idx="57">
                  <c:v>0.0446189851719</c:v>
                </c:pt>
                <c:pt idx="58">
                  <c:v>0.0352669485146</c:v>
                </c:pt>
                <c:pt idx="59">
                  <c:v>0.0299928665366</c:v>
                </c:pt>
                <c:pt idx="60">
                  <c:v>0.0363603644965</c:v>
                </c:pt>
                <c:pt idx="61">
                  <c:v>0.0344343648373</c:v>
                </c:pt>
                <c:pt idx="62">
                  <c:v>0.205787254712</c:v>
                </c:pt>
                <c:pt idx="63">
                  <c:v>0.598985407991</c:v>
                </c:pt>
                <c:pt idx="64">
                  <c:v>0.987522786938</c:v>
                </c:pt>
                <c:pt idx="65">
                  <c:v>1</c:v>
                </c:pt>
                <c:pt idx="66">
                  <c:v>0.702454910064</c:v>
                </c:pt>
                <c:pt idx="67">
                  <c:v>0.352760206884</c:v>
                </c:pt>
                <c:pt idx="68">
                  <c:v>0.113071430508</c:v>
                </c:pt>
                <c:pt idx="69">
                  <c:v>0.0910187766403</c:v>
                </c:pt>
                <c:pt idx="70">
                  <c:v>0.0816408061547</c:v>
                </c:pt>
                <c:pt idx="71">
                  <c:v>0.0796018872592</c:v>
                </c:pt>
                <c:pt idx="72">
                  <c:v>0.0587962743645</c:v>
                </c:pt>
                <c:pt idx="73">
                  <c:v>0.0346179130242</c:v>
                </c:pt>
                <c:pt idx="74">
                  <c:v>0.0102920769781</c:v>
                </c:pt>
                <c:pt idx="75">
                  <c:v>0.0177504559428</c:v>
                </c:pt>
                <c:pt idx="76">
                  <c:v>0.0498586016798</c:v>
                </c:pt>
                <c:pt idx="77">
                  <c:v>0.138108860855</c:v>
                </c:pt>
                <c:pt idx="78">
                  <c:v>0.273500421068</c:v>
                </c:pt>
                <c:pt idx="79">
                  <c:v>0.512042645252</c:v>
                </c:pt>
                <c:pt idx="80">
                  <c:v>0.743005719104</c:v>
                </c:pt>
                <c:pt idx="81">
                  <c:v>0.806619502069</c:v>
                </c:pt>
                <c:pt idx="82">
                  <c:v>0.605286078273</c:v>
                </c:pt>
                <c:pt idx="83">
                  <c:v>0.304916519885</c:v>
                </c:pt>
                <c:pt idx="84">
                  <c:v>0.12713158661</c:v>
                </c:pt>
                <c:pt idx="85">
                  <c:v>0.0304075985171</c:v>
                </c:pt>
                <c:pt idx="86">
                  <c:v>0.0155699263938</c:v>
                </c:pt>
                <c:pt idx="87">
                  <c:v>0.00418999037231</c:v>
                </c:pt>
                <c:pt idx="88">
                  <c:v>0.000912227205521</c:v>
                </c:pt>
                <c:pt idx="89">
                  <c:v>0.00641922367196</c:v>
                </c:pt>
                <c:pt idx="90">
                  <c:v>0.019263659584</c:v>
                </c:pt>
                <c:pt idx="91">
                  <c:v>0.118880805239</c:v>
                </c:pt>
                <c:pt idx="92">
                  <c:v>0.285144459194</c:v>
                </c:pt>
                <c:pt idx="93">
                  <c:v>0.450714509695</c:v>
                </c:pt>
                <c:pt idx="94">
                  <c:v>0.542294602021</c:v>
                </c:pt>
                <c:pt idx="95">
                  <c:v>0.542176158658</c:v>
                </c:pt>
                <c:pt idx="96">
                  <c:v>0.524695887734</c:v>
                </c:pt>
                <c:pt idx="97">
                  <c:v>0.450867741621</c:v>
                </c:pt>
                <c:pt idx="98">
                  <c:v>0.374218012017</c:v>
                </c:pt>
                <c:pt idx="99">
                  <c:v>0.469046327961</c:v>
                </c:pt>
                <c:pt idx="100">
                  <c:v>0.593114009672</c:v>
                </c:pt>
                <c:pt idx="101">
                  <c:v>0.584473039977</c:v>
                </c:pt>
                <c:pt idx="102">
                  <c:v>0.499526793135</c:v>
                </c:pt>
                <c:pt idx="103">
                  <c:v>0.536923512552</c:v>
                </c:pt>
                <c:pt idx="104">
                  <c:v>0.491654529342</c:v>
                </c:pt>
                <c:pt idx="105">
                  <c:v>0.385339809104</c:v>
                </c:pt>
                <c:pt idx="106">
                  <c:v>0.183849751694</c:v>
                </c:pt>
                <c:pt idx="107">
                  <c:v>0.158079288064</c:v>
                </c:pt>
                <c:pt idx="108">
                  <c:v>0.201311601549</c:v>
                </c:pt>
                <c:pt idx="109">
                  <c:v>0.256206525933</c:v>
                </c:pt>
                <c:pt idx="110">
                  <c:v>0.242481427005</c:v>
                </c:pt>
                <c:pt idx="111">
                  <c:v>0.260172170532</c:v>
                </c:pt>
                <c:pt idx="112">
                  <c:v>0.261445145333</c:v>
                </c:pt>
                <c:pt idx="113">
                  <c:v>0.247042734508</c:v>
                </c:pt>
                <c:pt idx="114">
                  <c:v>0.222888106491</c:v>
                </c:pt>
                <c:pt idx="115">
                  <c:v>0.226164408364</c:v>
                </c:pt>
                <c:pt idx="116">
                  <c:v>0.283046665276</c:v>
                </c:pt>
                <c:pt idx="117">
                  <c:v>0.282733621596</c:v>
                </c:pt>
                <c:pt idx="118">
                  <c:v>0.291463351414</c:v>
                </c:pt>
                <c:pt idx="119">
                  <c:v>0.328974914439</c:v>
                </c:pt>
                <c:pt idx="120">
                  <c:v>0.295692679783</c:v>
                </c:pt>
                <c:pt idx="121">
                  <c:v>0.287983683379</c:v>
                </c:pt>
                <c:pt idx="122">
                  <c:v>0.23405953323</c:v>
                </c:pt>
                <c:pt idx="123">
                  <c:v>0.14995208981</c:v>
                </c:pt>
                <c:pt idx="124">
                  <c:v>0.134939954731</c:v>
                </c:pt>
                <c:pt idx="125">
                  <c:v>0.148322901208</c:v>
                </c:pt>
                <c:pt idx="126">
                  <c:v>0.140428126197</c:v>
                </c:pt>
                <c:pt idx="127">
                  <c:v>0.128864084266</c:v>
                </c:pt>
                <c:pt idx="128">
                  <c:v>0.0945042263129</c:v>
                </c:pt>
                <c:pt idx="129">
                  <c:v>0.0518807153577</c:v>
                </c:pt>
                <c:pt idx="130">
                  <c:v>0.0195207683426</c:v>
                </c:pt>
                <c:pt idx="131">
                  <c:v>0.00692800706205</c:v>
                </c:pt>
                <c:pt idx="132">
                  <c:v>0.0333186378353</c:v>
                </c:pt>
                <c:pt idx="133">
                  <c:v>0.22358122343</c:v>
                </c:pt>
                <c:pt idx="134">
                  <c:v>0.239077811736</c:v>
                </c:pt>
                <c:pt idx="135">
                  <c:v>0.170571888303</c:v>
                </c:pt>
                <c:pt idx="136">
                  <c:v>0.0964185390321</c:v>
                </c:pt>
                <c:pt idx="137">
                  <c:v>0.294835195436</c:v>
                </c:pt>
                <c:pt idx="138">
                  <c:v>0.461861372323</c:v>
                </c:pt>
                <c:pt idx="139">
                  <c:v>0.484445909713</c:v>
                </c:pt>
                <c:pt idx="140">
                  <c:v>0.303314632399</c:v>
                </c:pt>
                <c:pt idx="141">
                  <c:v>0.0828168234931</c:v>
                </c:pt>
                <c:pt idx="142">
                  <c:v>0.0096078697455</c:v>
                </c:pt>
                <c:pt idx="143">
                  <c:v>0.00366603334079</c:v>
                </c:pt>
                <c:pt idx="144">
                  <c:v>0.00277465782204</c:v>
                </c:pt>
                <c:pt idx="145">
                  <c:v>0.0013628308083</c:v>
                </c:pt>
                <c:pt idx="146">
                  <c:v>0.00154301446585</c:v>
                </c:pt>
                <c:pt idx="147">
                  <c:v>0.00391706591843</c:v>
                </c:pt>
                <c:pt idx="148">
                  <c:v>0.00863935686911</c:v>
                </c:pt>
                <c:pt idx="149">
                  <c:v>0.0100813575593</c:v>
                </c:pt>
                <c:pt idx="150">
                  <c:v>0.0107008603619</c:v>
                </c:pt>
                <c:pt idx="151">
                  <c:v>0.00730957417156</c:v>
                </c:pt>
                <c:pt idx="152">
                  <c:v>0.00241862934563</c:v>
                </c:pt>
                <c:pt idx="153">
                  <c:v>0.000769050387205</c:v>
                </c:pt>
                <c:pt idx="154">
                  <c:v>0.000526223119018</c:v>
                </c:pt>
                <c:pt idx="155">
                  <c:v>0.000661826071045</c:v>
                </c:pt>
                <c:pt idx="156">
                  <c:v>0.000548607987969</c:v>
                </c:pt>
                <c:pt idx="157">
                  <c:v>0.0143516662833</c:v>
                </c:pt>
                <c:pt idx="158">
                  <c:v>0.194617604093</c:v>
                </c:pt>
                <c:pt idx="159">
                  <c:v>0.361404107775</c:v>
                </c:pt>
                <c:pt idx="160">
                  <c:v>0.529463503545</c:v>
                </c:pt>
                <c:pt idx="161">
                  <c:v>0.433545725192</c:v>
                </c:pt>
                <c:pt idx="162">
                  <c:v>0.352998299948</c:v>
                </c:pt>
                <c:pt idx="163">
                  <c:v>0.349148272089</c:v>
                </c:pt>
                <c:pt idx="164">
                  <c:v>0.28160651545</c:v>
                </c:pt>
                <c:pt idx="165">
                  <c:v>0.277974316903</c:v>
                </c:pt>
                <c:pt idx="166">
                  <c:v>0.327372369942</c:v>
                </c:pt>
                <c:pt idx="167">
                  <c:v>0.311807324172</c:v>
                </c:pt>
                <c:pt idx="168">
                  <c:v>0.321104795583</c:v>
                </c:pt>
                <c:pt idx="169">
                  <c:v>0.359041325482</c:v>
                </c:pt>
                <c:pt idx="170">
                  <c:v>0.326232918225</c:v>
                </c:pt>
                <c:pt idx="171">
                  <c:v>0.305805964555</c:v>
                </c:pt>
                <c:pt idx="172">
                  <c:v>0.352881332794</c:v>
                </c:pt>
                <c:pt idx="173">
                  <c:v>0.306922542586</c:v>
                </c:pt>
                <c:pt idx="174">
                  <c:v>0.279494857992</c:v>
                </c:pt>
                <c:pt idx="175">
                  <c:v>0.285692153469</c:v>
                </c:pt>
                <c:pt idx="176">
                  <c:v>0.317513701523</c:v>
                </c:pt>
                <c:pt idx="177">
                  <c:v>0.274583631815</c:v>
                </c:pt>
                <c:pt idx="178">
                  <c:v>0.254021758113</c:v>
                </c:pt>
                <c:pt idx="179">
                  <c:v>0.229874267218</c:v>
                </c:pt>
                <c:pt idx="180">
                  <c:v>0.214117020257</c:v>
                </c:pt>
                <c:pt idx="181">
                  <c:v>0.157429603062</c:v>
                </c:pt>
                <c:pt idx="182">
                  <c:v>0.141769201278</c:v>
                </c:pt>
                <c:pt idx="183">
                  <c:v>0.13064183532</c:v>
                </c:pt>
                <c:pt idx="184">
                  <c:v>0.12459721196</c:v>
                </c:pt>
                <c:pt idx="185">
                  <c:v>0.0972030676177</c:v>
                </c:pt>
                <c:pt idx="186">
                  <c:v>0.0908295015307</c:v>
                </c:pt>
                <c:pt idx="187">
                  <c:v>0.0733839132762</c:v>
                </c:pt>
                <c:pt idx="188">
                  <c:v>0.0534880563594</c:v>
                </c:pt>
                <c:pt idx="189">
                  <c:v>0.0284279910891</c:v>
                </c:pt>
                <c:pt idx="190">
                  <c:v>0.0138680366008</c:v>
                </c:pt>
                <c:pt idx="191">
                  <c:v>0.00364417781365</c:v>
                </c:pt>
                <c:pt idx="192">
                  <c:v>0.000859479372025</c:v>
                </c:pt>
                <c:pt idx="193">
                  <c:v>0.000322737171827</c:v>
                </c:pt>
                <c:pt idx="194">
                  <c:v>0.000247018963302</c:v>
                </c:pt>
                <c:pt idx="195">
                  <c:v>0.000174547756716</c:v>
                </c:pt>
                <c:pt idx="196">
                  <c:v>0.000153080095394</c:v>
                </c:pt>
                <c:pt idx="197">
                  <c:v>0.00014318342337</c:v>
                </c:pt>
                <c:pt idx="198">
                  <c:v>0.000125363285939</c:v>
                </c:pt>
                <c:pt idx="199">
                  <c:v>0.000102146308023</c:v>
                </c:pt>
                <c:pt idx="200">
                  <c:v>0.000101152566993</c:v>
                </c:pt>
                <c:pt idx="201">
                  <c:v>0.000101044031041</c:v>
                </c:pt>
                <c:pt idx="202">
                  <c:v>0.00011702775039</c:v>
                </c:pt>
                <c:pt idx="203">
                  <c:v>9.3119415078E-05</c:v>
                </c:pt>
                <c:pt idx="204">
                  <c:v>6.4929044557E-05</c:v>
                </c:pt>
                <c:pt idx="205">
                  <c:v>0.000102887309856</c:v>
                </c:pt>
                <c:pt idx="206">
                  <c:v>9.33864723264E-05</c:v>
                </c:pt>
                <c:pt idx="207">
                  <c:v>9.13705672288E-05</c:v>
                </c:pt>
                <c:pt idx="208">
                  <c:v>7.24413773102E-05</c:v>
                </c:pt>
                <c:pt idx="209">
                  <c:v>9.32083915476E-05</c:v>
                </c:pt>
                <c:pt idx="210">
                  <c:v>5.93131719569E-05</c:v>
                </c:pt>
                <c:pt idx="211">
                  <c:v>5.7332593245E-05</c:v>
                </c:pt>
                <c:pt idx="212">
                  <c:v>5.46192796703E-05</c:v>
                </c:pt>
                <c:pt idx="213">
                  <c:v>6.05789133718E-05</c:v>
                </c:pt>
                <c:pt idx="214">
                  <c:v>4.85615076503E-05</c:v>
                </c:pt>
                <c:pt idx="215">
                  <c:v>3.64837615644E-05</c:v>
                </c:pt>
                <c:pt idx="216">
                  <c:v>3.86259723399E-05</c:v>
                </c:pt>
                <c:pt idx="217">
                  <c:v>2.89802497543E-05</c:v>
                </c:pt>
                <c:pt idx="218">
                  <c:v>3.07548786208E-05</c:v>
                </c:pt>
                <c:pt idx="219">
                  <c:v>3.32426402543E-05</c:v>
                </c:pt>
                <c:pt idx="220">
                  <c:v>2.70231509441E-05</c:v>
                </c:pt>
                <c:pt idx="221">
                  <c:v>2.13696082295E-05</c:v>
                </c:pt>
                <c:pt idx="222">
                  <c:v>1.98367669531E-05</c:v>
                </c:pt>
                <c:pt idx="223">
                  <c:v>2.78239391698E-05</c:v>
                </c:pt>
                <c:pt idx="224">
                  <c:v>2.53130385406E-05</c:v>
                </c:pt>
                <c:pt idx="225">
                  <c:v>1.1631116595E-05</c:v>
                </c:pt>
                <c:pt idx="226">
                  <c:v>9.98270817996E-06</c:v>
                </c:pt>
                <c:pt idx="227">
                  <c:v>1.16545964966E-05</c:v>
                </c:pt>
                <c:pt idx="228">
                  <c:v>1.09743185467E-05</c:v>
                </c:pt>
                <c:pt idx="229">
                  <c:v>8.15753999695E-06</c:v>
                </c:pt>
                <c:pt idx="230">
                  <c:v>5.53533355439E-06</c:v>
                </c:pt>
                <c:pt idx="231">
                  <c:v>4.31979055002E-06</c:v>
                </c:pt>
                <c:pt idx="232">
                  <c:v>3.70313418485E-06</c:v>
                </c:pt>
                <c:pt idx="233">
                  <c:v>3.1056963962E-06</c:v>
                </c:pt>
                <c:pt idx="234">
                  <c:v>2.54503384376E-06</c:v>
                </c:pt>
                <c:pt idx="235">
                  <c:v>2.18797740787E-06</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2.38185941043</c:v>
                </c:pt>
              </c:numCache>
            </c:numRef>
          </c:xVal>
          <c:yVal>
            <c:numRef>
              <c:f>'Chart Data'!$F$2:$F$3</c:f>
              <c:numCache>
                <c:formatCode>0.0</c:formatCode>
                <c:ptCount val="2"/>
                <c:pt idx="0">
                  <c:v>0.0130209293947</c:v>
                </c:pt>
                <c:pt idx="1">
                  <c:v>0.0130209293947</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2.38185941043</c:v>
                </c:pt>
              </c:numCache>
            </c:numRef>
          </c:xVal>
          <c:yVal>
            <c:numRef>
              <c:f>'Chart Data'!$H$2:$H$3</c:f>
              <c:numCache>
                <c:formatCode>0.0</c:formatCode>
                <c:ptCount val="2"/>
                <c:pt idx="0">
                  <c:v>0.00251496724488</c:v>
                </c:pt>
                <c:pt idx="1">
                  <c:v>0.00251496724488</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0.45</c:v>
                </c:pt>
                <c:pt idx="1">
                  <c:v>0.45</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1.93</c:v>
                </c:pt>
                <c:pt idx="1">
                  <c:v>1.93</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0.46</c:v>
                </c:pt>
                <c:pt idx="1">
                  <c:v>0.46</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1.93498866213</c:v>
                </c:pt>
                <c:pt idx="1">
                  <c:v>1.93498866213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38185941043083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58A8A2-54D1-4316-A291-101054E1BF64}"/>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2</a:t>
            </a:r>
          </a:p>
        </p:txBody>
      </p:sp>
      <p:sp>
        <p:nvSpPr>
          <p:cNvPr id="2" name="">
            <a:extLst xmlns:a="http://schemas.openxmlformats.org/drawingml/2006/main">
              <a:ext uri="{FF2B5EF4-FFF2-40B4-BE49-F238E27FC236}">
                <a16:creationId xmlns:a16="http://schemas.microsoft.com/office/drawing/2014/main" id="{792FA0B5-588C-4B60-B2D5-E024A7584794}"/>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8103CB39-B7C6-47DC-BFE1-C66DCD05F8BF}"/>
              </a:ext>
            </a:extLst>
          </p:cNvPr>
          <p:cNvSpPr>
            <a:spLocks xmlns:a="http://schemas.openxmlformats.org/drawingml/2006/main" noGrp="1"/>
          </p:cNvSpPr>
          <p:nvPr/>
        </p:nvSpPr>
        <p:spPr>
          <a:xfrm xmlns:a="http://schemas.openxmlformats.org/drawingml/2006/main">
            <a:off x="571500" y="1524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66BD"/>
                </a:solidFill>
                <a:latin typeface="Arial"/>
                <a:ea typeface="Arial"/>
                <a:cs typeface="Arial"/>
              </a:defRPr>
            </a:pPr>
            <a:r>
              <a:rPr sz="3600" b="1">
                <a:solidFill>
                  <a:srgbClr val="1766BD"/>
                </a:solidFill>
                <a:latin typeface="Arial"/>
                <a:ea typeface="Arial"/>
                <a:cs typeface="Arial"/>
              </a:rPr>
              <a:t>Energy Histogram</a:t>
            </a:r>
          </a:p>
        </p:txBody>
      </p:sp>
      <p:sp>
        <p:nvSpPr>
          <p:cNvPr id="4" name="">
            <a:extLst xmlns:a="http://schemas.openxmlformats.org/drawingml/2006/main">
              <a:ext uri="{FF2B5EF4-FFF2-40B4-BE49-F238E27FC236}">
                <a16:creationId xmlns:a16="http://schemas.microsoft.com/office/drawing/2014/main" id="{71AAD75B-8A6B-4891-BF11-DB24FA24F541}"/>
              </a:ext>
            </a:extLst>
          </p:cNvPr>
          <p:cNvSpPr>
            <a:spLocks xmlns:a="http://schemas.openxmlformats.org/drawingml/2006/main" noGrp="1"/>
          </p:cNvSpPr>
          <p:nvPr/>
        </p:nvSpPr>
        <p:spPr>
          <a:xfrm xmlns:a="http://schemas.openxmlformats.org/drawingml/2006/main">
            <a:off x="571500" y="2952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D43"/>
                </a:solidFill>
                <a:latin typeface="Arial"/>
                <a:ea typeface="Arial"/>
                <a:cs typeface="Arial"/>
              </a:defRPr>
            </a:pPr>
            <a:r>
              <a:rPr sz="2700" b="0">
                <a:solidFill>
                  <a:srgbClr val="152D43"/>
                </a:solidFill>
                <a:latin typeface="Arial"/>
                <a:ea typeface="Arial"/>
                <a:cs typeface="Arial"/>
              </a:rPr>
              <a:t>Speech and silence segmentation</a:t>
            </a:r>
          </a:p>
        </p:txBody>
      </p:sp>
      <p:sp>
        <p:nvSpPr>
          <p:cNvPr id="5" name="">
            <a:extLst xmlns:a="http://schemas.openxmlformats.org/drawingml/2006/main">
              <a:ext uri="{FF2B5EF4-FFF2-40B4-BE49-F238E27FC236}">
                <a16:creationId xmlns:a16="http://schemas.microsoft.com/office/drawing/2014/main" id="{EF1AAD36-32BF-4A3B-AFD4-B03BCCE937C1}"/>
              </a:ext>
            </a:extLst>
          </p:cNvPr>
          <p:cNvSpPr>
            <a:spLocks xmlns:a="http://schemas.openxmlformats.org/drawingml/2006/main" noGrp="1"/>
          </p:cNvSpPr>
          <p:nvPr/>
        </p:nvSpPr>
        <p:spPr>
          <a:xfrm xmlns:a="http://schemas.openxmlformats.org/drawingml/2006/main">
            <a:off x="571500" y="3857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Frame 25 ms. Hop 10 ms.</a:t>
            </a:r>
          </a:p>
        </p:txBody>
      </p:sp>
      <p:sp>
        <p:nvSpPr>
          <p:cNvPr id="6" name="">
            <a:extLst xmlns:a="http://schemas.openxmlformats.org/drawingml/2006/main">
              <a:ext uri="{FF2B5EF4-FFF2-40B4-BE49-F238E27FC236}">
                <a16:creationId xmlns:a16="http://schemas.microsoft.com/office/drawing/2014/main" id="{710360AC-363B-4B22-8E3B-DFC1A9739BA0}"/>
              </a:ext>
            </a:extLst>
          </p:cNvPr>
          <p:cNvSpPr>
            <a:spLocks xmlns:a="http://schemas.openxmlformats.org/drawingml/2006/main" noGrp="1"/>
          </p:cNvSpPr>
          <p:nvPr/>
        </p:nvSpPr>
        <p:spPr>
          <a:xfrm xmlns:a="http://schemas.openxmlformats.org/drawingml/2006/main">
            <a:off x="571500" y="4524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Minimum silence duration: 200 ms</a:t>
            </a:r>
          </a:p>
        </p:txBody>
      </p:sp>
      <p:sp>
        <p:nvSpPr>
          <p:cNvPr id="7" name="">
            <a:extLst xmlns:a="http://schemas.openxmlformats.org/drawingml/2006/main">
              <a:ext uri="{FF2B5EF4-FFF2-40B4-BE49-F238E27FC236}">
                <a16:creationId xmlns:a16="http://schemas.microsoft.com/office/drawing/2014/main" id="{8F02EB4B-C2EB-4CA9-A9A6-6930D9D8F221}"/>
              </a:ext>
            </a:extLst>
          </p:cNvPr>
          <p:cNvSpPr>
            <a:spLocks xmlns:a="http://schemas.openxmlformats.org/drawingml/2006/main" noGrp="1"/>
          </p:cNvSpPr>
          <p:nvPr/>
        </p:nvSpPr>
        <p:spPr>
          <a:xfrm xmlns:a="http://schemas.openxmlformats.org/drawingml/2006/main">
            <a:off x="5715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Name / Student ID: pending</a:t>
            </a:r>
          </a:p>
        </p:txBody>
      </p:sp>
    </p:spTree>
    <p:extLst>
      <p:ext uri="{BB962C8B-B14F-4D97-AF65-F5344CB8AC3E}">
        <p14:creationId xmlns:p14="http://schemas.microsoft.com/office/powerpoint/2010/main" val="9553288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9198C7-415F-42EB-819D-FFD138ABBED9}"/>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2 workflow</a:t>
            </a:r>
          </a:p>
        </p:txBody>
      </p:sp>
      <p:sp>
        <p:nvSpPr>
          <p:cNvPr id="2" name="">
            <a:extLst xmlns:a="http://schemas.openxmlformats.org/drawingml/2006/main">
              <a:ext uri="{FF2B5EF4-FFF2-40B4-BE49-F238E27FC236}">
                <a16:creationId xmlns:a16="http://schemas.microsoft.com/office/drawing/2014/main" id="{FD86E60F-7292-47B8-AB5C-DBA9E84B838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BAA733B1-2A3F-4DC3-BD7F-F131141E0E13}"/>
              </a:ext>
            </a:extLst>
          </p:cNvPr>
          <p:cNvSpPr>
            <a:spLocks xmlns:a="http://schemas.openxmlformats.org/drawingml/2006/main" noGrp="1"/>
          </p:cNvSpPr>
          <p:nvPr/>
        </p:nvSpPr>
        <p:spPr>
          <a:xfrm xmlns:a="http://schemas.openxmlformats.org/drawingml/2006/main">
            <a:off x="809625" y="13811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1. Read WAV with 25/10 ms framing</a:t>
            </a:r>
          </a:p>
        </p:txBody>
      </p:sp>
      <p:sp>
        <p:nvSpPr>
          <p:cNvPr id="4" name="">
            <a:extLst xmlns:a="http://schemas.openxmlformats.org/drawingml/2006/main">
              <a:ext uri="{FF2B5EF4-FFF2-40B4-BE49-F238E27FC236}">
                <a16:creationId xmlns:a16="http://schemas.microsoft.com/office/drawing/2014/main" id="{41F3081C-DA81-42C3-991C-80A0EF661B94}"/>
              </a:ext>
            </a:extLst>
          </p:cNvPr>
          <p:cNvSpPr>
            <a:spLocks xmlns:a="http://schemas.openxmlformats.org/drawingml/2006/main" noGrp="1"/>
          </p:cNvSpPr>
          <p:nvPr/>
        </p:nvSpPr>
        <p:spPr>
          <a:xfrm xmlns:a="http://schemas.openxmlformats.org/drawingml/2006/main">
            <a:off x="809625" y="21621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2. Compute Energy as mean squared amplitude</a:t>
            </a:r>
          </a:p>
        </p:txBody>
      </p:sp>
      <p:cxnSp>
        <p:nvCxnSpPr>
          <p:cNvPr id="17" name=""/>
          <p:cNvCxnSpPr>
            <a:stCxn xmlns:a="http://schemas.openxmlformats.org/drawingml/2006/main" id="3" idx="2"/>
            <a:endCxn xmlns:a="http://schemas.openxmlformats.org/drawingml/2006/main" id="4" idx="0"/>
          </p:cNvCxnSpPr>
          <p:nvPr/>
        </p:nvCxnSpPr>
        <p:spPr>
          <a:xfrm xmlns:a="http://schemas.openxmlformats.org/drawingml/2006/main">
            <a:off x="6048375" y="19526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6" name="">
            <a:extLst xmlns:a="http://schemas.openxmlformats.org/drawingml/2006/main">
              <a:ext uri="{FF2B5EF4-FFF2-40B4-BE49-F238E27FC236}">
                <a16:creationId xmlns:a16="http://schemas.microsoft.com/office/drawing/2014/main" id="{D093B973-2159-4F5D-85DB-53F7A1C1C223}"/>
              </a:ext>
            </a:extLst>
          </p:cNvPr>
          <p:cNvSpPr>
            <a:spLocks xmlns:a="http://schemas.openxmlformats.org/drawingml/2006/main" noGrp="1"/>
          </p:cNvSpPr>
          <p:nvPr/>
        </p:nvSpPr>
        <p:spPr>
          <a:xfrm xmlns:a="http://schemas.openxmlformats.org/drawingml/2006/main">
            <a:off x="809625" y="29432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3. Build Energy histogram and compare W=1..50</a:t>
            </a:r>
          </a:p>
        </p:txBody>
      </p:sp>
      <p:cxnSp>
        <p:nvCxnSpPr>
          <p:cNvPr id="19" name=""/>
          <p:cNvCxnSpPr>
            <a:stCxn xmlns:a="http://schemas.openxmlformats.org/drawingml/2006/main" id="4" idx="2"/>
            <a:endCxn xmlns:a="http://schemas.openxmlformats.org/drawingml/2006/main" id="6" idx="0"/>
          </p:cNvCxnSpPr>
          <p:nvPr/>
        </p:nvCxnSpPr>
        <p:spPr>
          <a:xfrm xmlns:a="http://schemas.openxmlformats.org/drawingml/2006/main">
            <a:off x="6048375" y="27336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8" name="">
            <a:extLst xmlns:a="http://schemas.openxmlformats.org/drawingml/2006/main">
              <a:ext uri="{FF2B5EF4-FFF2-40B4-BE49-F238E27FC236}">
                <a16:creationId xmlns:a16="http://schemas.microsoft.com/office/drawing/2014/main" id="{951411C9-C9B3-44DC-B54F-C15C17F1A3EA}"/>
              </a:ext>
            </a:extLst>
          </p:cNvPr>
          <p:cNvSpPr>
            <a:spLocks xmlns:a="http://schemas.openxmlformats.org/drawingml/2006/main" noGrp="1"/>
          </p:cNvSpPr>
          <p:nvPr/>
        </p:nvSpPr>
        <p:spPr>
          <a:xfrm xmlns:a="http://schemas.openxmlformats.org/drawingml/2006/main">
            <a:off x="809625" y="37242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4. Hysteresis: merge &lt;200ms gaps, discard &lt;100ms speech</a:t>
            </a:r>
          </a:p>
        </p:txBody>
      </p:sp>
      <p:cxnSp>
        <p:nvCxnSpPr>
          <p:cNvPr id="21" name=""/>
          <p:cNvCxnSpPr>
            <a:stCxn xmlns:a="http://schemas.openxmlformats.org/drawingml/2006/main" id="6" idx="2"/>
            <a:endCxn xmlns:a="http://schemas.openxmlformats.org/drawingml/2006/main" id="8" idx="0"/>
          </p:cNvCxnSpPr>
          <p:nvPr/>
        </p:nvCxnSpPr>
        <p:spPr>
          <a:xfrm xmlns:a="http://schemas.openxmlformats.org/drawingml/2006/main">
            <a:off x="6048375" y="35147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0" name="">
            <a:extLst xmlns:a="http://schemas.openxmlformats.org/drawingml/2006/main">
              <a:ext uri="{FF2B5EF4-FFF2-40B4-BE49-F238E27FC236}">
                <a16:creationId xmlns:a16="http://schemas.microsoft.com/office/drawing/2014/main" id="{FA642261-0DDF-43AA-B50C-55A580F6A245}"/>
              </a:ext>
            </a:extLst>
          </p:cNvPr>
          <p:cNvSpPr>
            <a:spLocks xmlns:a="http://schemas.openxmlformats.org/drawingml/2006/main" noGrp="1"/>
          </p:cNvSpPr>
          <p:nvPr/>
        </p:nvSpPr>
        <p:spPr>
          <a:xfrm xmlns:a="http://schemas.openxmlformats.org/drawingml/2006/main">
            <a:off x="809625" y="45053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5. Select one W using four test LABs</a:t>
            </a:r>
          </a:p>
        </p:txBody>
      </p:sp>
      <p:cxnSp>
        <p:nvCxnSpPr>
          <p:cNvPr id="23" name=""/>
          <p:cNvCxnSpPr>
            <a:stCxn xmlns:a="http://schemas.openxmlformats.org/drawingml/2006/main" id="8" idx="2"/>
            <a:endCxn xmlns:a="http://schemas.openxmlformats.org/drawingml/2006/main" id="10" idx="0"/>
          </p:cNvCxnSpPr>
          <p:nvPr/>
        </p:nvCxnSpPr>
        <p:spPr>
          <a:xfrm xmlns:a="http://schemas.openxmlformats.org/drawingml/2006/main">
            <a:off x="6048375" y="42957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2" name="">
            <a:extLst xmlns:a="http://schemas.openxmlformats.org/drawingml/2006/main">
              <a:ext uri="{FF2B5EF4-FFF2-40B4-BE49-F238E27FC236}">
                <a16:creationId xmlns:a16="http://schemas.microsoft.com/office/drawing/2014/main" id="{A23B5597-295B-4EC5-BDBD-EA306831F15C}"/>
              </a:ext>
            </a:extLst>
          </p:cNvPr>
          <p:cNvSpPr>
            <a:spLocks xmlns:a="http://schemas.openxmlformats.org/drawingml/2006/main" noGrp="1"/>
          </p:cNvSpPr>
          <p:nvPr/>
        </p:nvSpPr>
        <p:spPr>
          <a:xfrm xmlns:a="http://schemas.openxmlformats.org/drawingml/2006/main">
            <a:off x="809625" y="5476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66BD"/>
                </a:solidFill>
                <a:latin typeface="Arial"/>
                <a:ea typeface="Arial"/>
                <a:cs typeface="Arial"/>
              </a:defRPr>
            </a:pPr>
            <a:r>
              <a:rPr sz="2100" b="0">
                <a:solidFill>
                  <a:srgbClr val="1766BD"/>
                </a:solidFill>
                <a:latin typeface="Arial"/>
                <a:ea typeface="Arial"/>
                <a:cs typeface="Arial"/>
              </a:rPr>
              <a:t>Train W=1. Global W=20. All W=1..50 tie.</a:t>
            </a:r>
          </a:p>
        </p:txBody>
      </p:sp>
    </p:spTree>
    <p:extLst>
      <p:ext uri="{BB962C8B-B14F-4D97-AF65-F5344CB8AC3E}">
        <p14:creationId xmlns:p14="http://schemas.microsoft.com/office/powerpoint/2010/main" val="20883115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22ED29-B03D-4E72-BFBA-75022FD538F6}"/>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phone_F2: test results</a:t>
            </a:r>
          </a:p>
        </p:txBody>
      </p:sp>
      <p:sp>
        <p:nvSpPr>
          <p:cNvPr id="2" name="">
            <a:extLst xmlns:a="http://schemas.openxmlformats.org/drawingml/2006/main">
              <a:ext uri="{FF2B5EF4-FFF2-40B4-BE49-F238E27FC236}">
                <a16:creationId xmlns:a16="http://schemas.microsoft.com/office/drawing/2014/main" id="{332A97E9-D772-4F00-9583-04670C28983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444C8BC5-C07A-487B-9766-8F27E82E94E3}"/>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32.50 ms   RMSE 39.53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63accf5f2bba4e9a"/>
          </a:graphicData>
        </a:graphic>
      </p:graphicFrame>
      <p:sp>
        <p:nvSpPr>
          <p:cNvPr id="5" name="">
            <a:extLst xmlns:a="http://schemas.openxmlformats.org/drawingml/2006/main">
              <a:ext uri="{FF2B5EF4-FFF2-40B4-BE49-F238E27FC236}">
                <a16:creationId xmlns:a16="http://schemas.microsoft.com/office/drawing/2014/main" id="{2C251194-0E74-4238-82F5-CA370CF65613}"/>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69C4886F-1714-4A5B-A548-F4ECE22C0E80}"/>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2D6C021E-6A7C-4EBF-8C6E-5EDC56AC57B1}"/>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3F52F8D4-C6F9-4B3A-8C5E-6EC6147183A2}"/>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47EDBC20-CB03-4CDC-AEBA-604CED0CCD2F}"/>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3C22B5B3-E84E-4DB7-8EF1-91911B1EDA89}"/>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8EDF3C88-4174-4CB4-80A1-FD3B5E2AEF0B}"/>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Test LABs tune W. MAE is not independent.</a:t>
            </a:r>
          </a:p>
        </p:txBody>
      </p:sp>
    </p:spTree>
    <p:extLst>
      <p:ext uri="{BB962C8B-B14F-4D97-AF65-F5344CB8AC3E}">
        <p14:creationId xmlns:p14="http://schemas.microsoft.com/office/powerpoint/2010/main" val="10174747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C899BF-4DE8-4201-91D8-46B174970C40}"/>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phone_M2: test results</a:t>
            </a:r>
          </a:p>
        </p:txBody>
      </p:sp>
      <p:sp>
        <p:nvSpPr>
          <p:cNvPr id="2" name="">
            <a:extLst xmlns:a="http://schemas.openxmlformats.org/drawingml/2006/main">
              <a:ext uri="{FF2B5EF4-FFF2-40B4-BE49-F238E27FC236}">
                <a16:creationId xmlns:a16="http://schemas.microsoft.com/office/drawing/2014/main" id="{EFAC9D95-93AB-4B36-8C20-BAC8D6B1FC7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6102E531-BB01-4A02-89FB-AB3301C45FDE}"/>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7.50 ms   RMSE 7.91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31ad61c0dfcc4188"/>
          </a:graphicData>
        </a:graphic>
      </p:graphicFrame>
      <p:sp>
        <p:nvSpPr>
          <p:cNvPr id="5" name="">
            <a:extLst xmlns:a="http://schemas.openxmlformats.org/drawingml/2006/main">
              <a:ext uri="{FF2B5EF4-FFF2-40B4-BE49-F238E27FC236}">
                <a16:creationId xmlns:a16="http://schemas.microsoft.com/office/drawing/2014/main" id="{52515E74-FABF-4EB8-ACB2-17C4F926487E}"/>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B5E20198-CE8E-44F9-BB7B-489E2488E03B}"/>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986F20E6-0E19-444F-80FF-92136450CC49}"/>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5C9AE64D-6601-4637-A18A-BD220612DB4B}"/>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D2A9DFEE-1E75-430B-ACBD-BF05E9A5D933}"/>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8DCF7053-499A-408F-A216-75705EEE9450}"/>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8FBCD7D9-C08E-422C-B778-00A952D48C65}"/>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Test LABs tune W. MAE is not independent.</a:t>
            </a:r>
          </a:p>
        </p:txBody>
      </p:sp>
    </p:spTree>
    <p:extLst>
      <p:ext uri="{BB962C8B-B14F-4D97-AF65-F5344CB8AC3E}">
        <p14:creationId xmlns:p14="http://schemas.microsoft.com/office/powerpoint/2010/main" val="7041312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95A948-E9B5-46C5-9138-E60F62F0A2DE}"/>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studio_F2: test results</a:t>
            </a:r>
          </a:p>
        </p:txBody>
      </p:sp>
      <p:sp>
        <p:nvSpPr>
          <p:cNvPr id="2" name="">
            <a:extLst xmlns:a="http://schemas.openxmlformats.org/drawingml/2006/main">
              <a:ext uri="{FF2B5EF4-FFF2-40B4-BE49-F238E27FC236}">
                <a16:creationId xmlns:a16="http://schemas.microsoft.com/office/drawing/2014/main" id="{33C0BAD1-365C-4D26-9713-B0625544250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85C0121B-0A36-447C-B351-FC11C7404286}"/>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7.51 ms   RMSE 7.91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96d7a415e6ab4f05"/>
          </a:graphicData>
        </a:graphic>
      </p:graphicFrame>
      <p:sp>
        <p:nvSpPr>
          <p:cNvPr id="5" name="">
            <a:extLst xmlns:a="http://schemas.openxmlformats.org/drawingml/2006/main">
              <a:ext uri="{FF2B5EF4-FFF2-40B4-BE49-F238E27FC236}">
                <a16:creationId xmlns:a16="http://schemas.microsoft.com/office/drawing/2014/main" id="{BFE80610-4711-439C-9386-E1B6156A7743}"/>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83549319-2C36-4B30-B499-834261C39394}"/>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35644CEA-E495-423E-AE2C-EF3324C34D82}"/>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49F00A81-B1DD-4CF3-8392-E431F1901F44}"/>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18DEBF71-D44C-4EFB-92D3-30ED34511FC8}"/>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B5C07651-ACA7-487B-860B-2582D79C1978}"/>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76910649-B95D-4B16-90B7-CF119441A543}"/>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Test LABs tune W. MAE is not independent.</a:t>
            </a:r>
          </a:p>
        </p:txBody>
      </p:sp>
    </p:spTree>
    <p:extLst>
      <p:ext uri="{BB962C8B-B14F-4D97-AF65-F5344CB8AC3E}">
        <p14:creationId xmlns:p14="http://schemas.microsoft.com/office/powerpoint/2010/main" val="17353382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FA7FB-70D8-4A3D-8503-4C3859C2CE45}"/>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studio_M2: test results</a:t>
            </a:r>
          </a:p>
        </p:txBody>
      </p:sp>
      <p:sp>
        <p:nvSpPr>
          <p:cNvPr id="2" name="">
            <a:extLst xmlns:a="http://schemas.openxmlformats.org/drawingml/2006/main">
              <a:ext uri="{FF2B5EF4-FFF2-40B4-BE49-F238E27FC236}">
                <a16:creationId xmlns:a16="http://schemas.microsoft.com/office/drawing/2014/main" id="{8676BDD8-63F1-4F8C-B9C6-3DCDF45DEAA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6522D160-CE24-47AC-9AC9-6FB735AED7D6}"/>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7.49 ms   RMSE 7.90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075e13bb0393440e"/>
          </a:graphicData>
        </a:graphic>
      </p:graphicFrame>
      <p:sp>
        <p:nvSpPr>
          <p:cNvPr id="5" name="">
            <a:extLst xmlns:a="http://schemas.openxmlformats.org/drawingml/2006/main">
              <a:ext uri="{FF2B5EF4-FFF2-40B4-BE49-F238E27FC236}">
                <a16:creationId xmlns:a16="http://schemas.microsoft.com/office/drawing/2014/main" id="{0DFB6FD9-876E-47FD-948D-83462D1EEE1F}"/>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A779B228-8EF2-4AED-BC27-22B672E24A8B}"/>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8F304897-B717-4123-9E94-80F58B0A0A8D}"/>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87BAC79E-DB3E-4FAE-89AF-CECD1CF577E0}"/>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63D60505-F564-4072-B494-F99C237D01FC}"/>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C0E29D65-B641-4938-B0CC-FC57DB9F1303}"/>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A736B10F-7868-480E-A17C-51EB0EB1665B}"/>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Test LABs tune W. MAE is not independent.</a:t>
            </a:r>
          </a:p>
        </p:txBody>
      </p:sp>
    </p:spTree>
    <p:extLst>
      <p:ext uri="{BB962C8B-B14F-4D97-AF65-F5344CB8AC3E}">
        <p14:creationId xmlns:p14="http://schemas.microsoft.com/office/powerpoint/2010/main" val="16931620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DE35B-3DA4-4C0E-8B5E-5BF356AFA502}"/>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Error on four test files</a:t>
            </a:r>
          </a:p>
        </p:txBody>
      </p:sp>
      <p:sp>
        <p:nvSpPr>
          <p:cNvPr id="2" name="">
            <a:extLst xmlns:a="http://schemas.openxmlformats.org/drawingml/2006/main">
              <a:ext uri="{FF2B5EF4-FFF2-40B4-BE49-F238E27FC236}">
                <a16:creationId xmlns:a16="http://schemas.microsoft.com/office/drawing/2014/main" id="{CEB8C2D1-1EB9-4C08-A2BD-C5399067803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7</a:t>
            </a:r>
          </a:p>
        </p:txBody>
      </p:sp>
      <p:graphicFrame>
        <p:nvGraphicFramePr>
          <p:cNvPr id="9" name=""/>
          <p:cNvGraphicFramePr/>
          <p:nvPr/>
        </p:nvGraphicFramePr>
        <p:xfrm>
          <a:off xmlns:a="http://schemas.openxmlformats.org/drawingml/2006/main" x="619125" y="1476375"/>
          <a:ext xmlns:a="http://schemas.openxmlformats.org/drawingml/2006/main" cx="10953750" cy="3333750"/>
        </p:xfrm>
        <a:graphic xmlns:a="http://schemas.openxmlformats.org/drawingml/2006/main">
          <a:graphicData uri="http://schemas.openxmlformats.org/drawingml/2006/table">
            <a:tbl>
              <a:tblPr/>
              <a:tblGrid>
                <a:gridCol w="5238750"/>
                <a:gridCol w="2857500"/>
                <a:gridCol w="2857500"/>
              </a:tblGrid>
              <a:tr h="666750">
                <a:tc>
                  <a:txBody>
                    <a:bodyPr/>
                    <a:lstStyle/>
                    <a:p>
                      <a:r>
                        <a:rPr sz="2250" b="1">
                          <a:solidFill>
                            <a:srgbClr val="FFFFFF"/>
                          </a:solidFill>
                          <a:latin typeface="Arial"/>
                          <a:ea typeface="Arial"/>
                          <a:cs typeface="Arial"/>
                        </a:rPr>
                        <a:t>File</a:t>
                      </a:r>
                    </a:p>
                  </a:txBody>
                  <a:tcPr marL="91440" marR="91440" marT="45720" marB="45720">
                    <a:solidFill>
                      <a:srgbClr val="1766BD"/>
                    </a:solidFill>
                  </a:tcPr>
                </a:tc>
                <a:tc>
                  <a:txBody>
                    <a:bodyPr/>
                    <a:lstStyle/>
                    <a:p>
                      <a:r>
                        <a:rPr sz="2250" b="1">
                          <a:solidFill>
                            <a:srgbClr val="FFFFFF"/>
                          </a:solidFill>
                          <a:latin typeface="Arial"/>
                          <a:ea typeface="Arial"/>
                          <a:cs typeface="Arial"/>
                        </a:rPr>
                        <a:t>MAE (ms)</a:t>
                      </a:r>
                    </a:p>
                  </a:txBody>
                  <a:tcPr marL="91440" marR="91440" marT="45720" marB="45720">
                    <a:solidFill>
                      <a:srgbClr val="1766BD"/>
                    </a:solidFill>
                  </a:tcPr>
                </a:tc>
                <a:tc>
                  <a:txBody>
                    <a:bodyPr/>
                    <a:lstStyle/>
                    <a:p>
                      <a:r>
                        <a:rPr sz="2250" b="1">
                          <a:solidFill>
                            <a:srgbClr val="FFFFFF"/>
                          </a:solidFill>
                          <a:latin typeface="Arial"/>
                          <a:ea typeface="Arial"/>
                          <a:cs typeface="Arial"/>
                        </a:rPr>
                        <a:t>RMSE (ms)</a:t>
                      </a:r>
                    </a:p>
                  </a:txBody>
                  <a:tcPr marL="91440" marR="91440" marT="45720" marB="45720">
                    <a:solidFill>
                      <a:srgbClr val="1766BD"/>
                    </a:solidFill>
                  </a:tcPr>
                </a:tc>
              </a:tr>
              <a:tr h="666750">
                <a:tc>
                  <a:txBody>
                    <a:bodyPr/>
                    <a:lstStyle/>
                    <a:p>
                      <a:r>
                        <a:rPr sz="2250" b="0">
                          <a:solidFill>
                            <a:srgbClr val="152D43"/>
                          </a:solidFill>
                          <a:latin typeface="Arial"/>
                          <a:ea typeface="Arial"/>
                          <a:cs typeface="Arial"/>
                        </a:rPr>
                        <a:t>phone_F2</a:t>
                      </a:r>
                    </a:p>
                  </a:txBody>
                  <a:tcPr marL="91440" marR="91440" marT="45720" marB="45720">
                    <a:solidFill>
                      <a:srgbClr val="F0F5FA"/>
                    </a:solidFill>
                  </a:tcPr>
                </a:tc>
                <a:tc>
                  <a:txBody>
                    <a:bodyPr/>
                    <a:lstStyle/>
                    <a:p>
                      <a:r>
                        <a:rPr sz="2250" b="0">
                          <a:solidFill>
                            <a:srgbClr val="152D43"/>
                          </a:solidFill>
                          <a:latin typeface="Arial"/>
                          <a:ea typeface="Arial"/>
                          <a:cs typeface="Arial"/>
                        </a:rPr>
                        <a:t>32.50</a:t>
                      </a:r>
                    </a:p>
                  </a:txBody>
                  <a:tcPr marL="91440" marR="91440" marT="45720" marB="45720">
                    <a:solidFill>
                      <a:srgbClr val="F0F5FA"/>
                    </a:solidFill>
                  </a:tcPr>
                </a:tc>
                <a:tc>
                  <a:txBody>
                    <a:bodyPr/>
                    <a:lstStyle/>
                    <a:p>
                      <a:r>
                        <a:rPr sz="2250" b="0">
                          <a:solidFill>
                            <a:srgbClr val="152D43"/>
                          </a:solidFill>
                          <a:latin typeface="Arial"/>
                          <a:ea typeface="Arial"/>
                          <a:cs typeface="Arial"/>
                        </a:rPr>
                        <a:t>39.53</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phone_M2</a:t>
                      </a:r>
                    </a:p>
                  </a:txBody>
                  <a:tcPr marL="91440" marR="91440" marT="45720" marB="45720">
                    <a:solidFill>
                      <a:srgbClr val="FFFFFF"/>
                    </a:solidFill>
                  </a:tcPr>
                </a:tc>
                <a:tc>
                  <a:txBody>
                    <a:bodyPr/>
                    <a:lstStyle/>
                    <a:p>
                      <a:r>
                        <a:rPr sz="2250" b="0">
                          <a:solidFill>
                            <a:srgbClr val="152D43"/>
                          </a:solidFill>
                          <a:latin typeface="Arial"/>
                          <a:ea typeface="Arial"/>
                          <a:cs typeface="Arial"/>
                        </a:rPr>
                        <a:t>7.50</a:t>
                      </a:r>
                    </a:p>
                  </a:txBody>
                  <a:tcPr marL="91440" marR="91440" marT="45720" marB="45720">
                    <a:solidFill>
                      <a:srgbClr val="FFFFFF"/>
                    </a:solidFill>
                  </a:tcPr>
                </a:tc>
                <a:tc>
                  <a:txBody>
                    <a:bodyPr/>
                    <a:lstStyle/>
                    <a:p>
                      <a:r>
                        <a:rPr sz="2250" b="0">
                          <a:solidFill>
                            <a:srgbClr val="152D43"/>
                          </a:solidFill>
                          <a:latin typeface="Arial"/>
                          <a:ea typeface="Arial"/>
                          <a:cs typeface="Arial"/>
                        </a:rPr>
                        <a:t>7.91</a:t>
                      </a:r>
                    </a:p>
                  </a:txBody>
                  <a:tcPr marL="91440" marR="91440" marT="45720" marB="45720">
                    <a:solidFill>
                      <a:srgbClr val="FFFFFF"/>
                    </a:solidFill>
                  </a:tcPr>
                </a:tc>
              </a:tr>
              <a:tr h="666750">
                <a:tc>
                  <a:txBody>
                    <a:bodyPr/>
                    <a:lstStyle/>
                    <a:p>
                      <a:r>
                        <a:rPr sz="2250" b="0">
                          <a:solidFill>
                            <a:srgbClr val="152D43"/>
                          </a:solidFill>
                          <a:latin typeface="Arial"/>
                          <a:ea typeface="Arial"/>
                          <a:cs typeface="Arial"/>
                        </a:rPr>
                        <a:t>studio_F2</a:t>
                      </a:r>
                    </a:p>
                  </a:txBody>
                  <a:tcPr marL="91440" marR="91440" marT="45720" marB="45720">
                    <a:solidFill>
                      <a:srgbClr val="F0F5FA"/>
                    </a:solidFill>
                  </a:tcPr>
                </a:tc>
                <a:tc>
                  <a:txBody>
                    <a:bodyPr/>
                    <a:lstStyle/>
                    <a:p>
                      <a:r>
                        <a:rPr sz="2250" b="0">
                          <a:solidFill>
                            <a:srgbClr val="152D43"/>
                          </a:solidFill>
                          <a:latin typeface="Arial"/>
                          <a:ea typeface="Arial"/>
                          <a:cs typeface="Arial"/>
                        </a:rPr>
                        <a:t>7.51</a:t>
                      </a:r>
                    </a:p>
                  </a:txBody>
                  <a:tcPr marL="91440" marR="91440" marT="45720" marB="45720">
                    <a:solidFill>
                      <a:srgbClr val="F0F5FA"/>
                    </a:solidFill>
                  </a:tcPr>
                </a:tc>
                <a:tc>
                  <a:txBody>
                    <a:bodyPr/>
                    <a:lstStyle/>
                    <a:p>
                      <a:r>
                        <a:rPr sz="2250" b="0">
                          <a:solidFill>
                            <a:srgbClr val="152D43"/>
                          </a:solidFill>
                          <a:latin typeface="Arial"/>
                          <a:ea typeface="Arial"/>
                          <a:cs typeface="Arial"/>
                        </a:rPr>
                        <a:t>7.91</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studio_M2</a:t>
                      </a:r>
                    </a:p>
                  </a:txBody>
                  <a:tcPr marL="91440" marR="91440" marT="45720" marB="45720">
                    <a:solidFill>
                      <a:srgbClr val="FFFFFF"/>
                    </a:solidFill>
                  </a:tcPr>
                </a:tc>
                <a:tc>
                  <a:txBody>
                    <a:bodyPr/>
                    <a:lstStyle/>
                    <a:p>
                      <a:r>
                        <a:rPr sz="2250" b="0">
                          <a:solidFill>
                            <a:srgbClr val="152D43"/>
                          </a:solidFill>
                          <a:latin typeface="Arial"/>
                          <a:ea typeface="Arial"/>
                          <a:cs typeface="Arial"/>
                        </a:rPr>
                        <a:t>7.49</a:t>
                      </a:r>
                    </a:p>
                  </a:txBody>
                  <a:tcPr marL="91440" marR="91440" marT="45720" marB="45720">
                    <a:solidFill>
                      <a:srgbClr val="FFFFFF"/>
                    </a:solidFill>
                  </a:tcPr>
                </a:tc>
                <a:tc>
                  <a:txBody>
                    <a:bodyPr/>
                    <a:lstStyle/>
                    <a:p>
                      <a:r>
                        <a:rPr sz="2250" b="0">
                          <a:solidFill>
                            <a:srgbClr val="152D43"/>
                          </a:solidFill>
                          <a:latin typeface="Arial"/>
                          <a:ea typeface="Arial"/>
                          <a:cs typeface="Arial"/>
                        </a:rPr>
                        <a:t>7.90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4A2940-B482-460E-95D5-92E293EE3257}"/>
              </a:ext>
            </a:extLst>
          </p:cNvPr>
          <p:cNvSpPr>
            <a:spLocks xmlns:a="http://schemas.openxmlformats.org/drawingml/2006/main" noGrp="1"/>
          </p:cNvSpPr>
          <p:nvPr/>
        </p:nvSpPr>
        <p:spPr>
          <a:xfrm xmlns:a="http://schemas.openxmlformats.org/drawingml/2006/main">
            <a:off x="619125" y="5286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6BD"/>
                </a:solidFill>
                <a:latin typeface="Arial"/>
                <a:ea typeface="Arial"/>
                <a:cs typeface="Arial"/>
              </a:defRPr>
            </a:pPr>
            <a:r>
              <a:rPr sz="2100" b="1">
                <a:solidFill>
                  <a:srgbClr val="1766BD"/>
                </a:solidFill>
                <a:latin typeface="Arial"/>
                <a:ea typeface="Arial"/>
                <a:cs typeface="Arial"/>
              </a:rPr>
              <a:t>Mean MAE: 13.75 ms</a:t>
            </a:r>
          </a:p>
        </p:txBody>
      </p:sp>
      <p:sp>
        <p:nvSpPr>
          <p:cNvPr id="5" name="">
            <a:extLst xmlns:a="http://schemas.openxmlformats.org/drawingml/2006/main">
              <a:ext uri="{FF2B5EF4-FFF2-40B4-BE49-F238E27FC236}">
                <a16:creationId xmlns:a16="http://schemas.microsoft.com/office/drawing/2014/main" id="{3DBF6498-280E-4C4E-8836-B60D0B19C9CA}"/>
              </a:ext>
            </a:extLst>
          </p:cNvPr>
          <p:cNvSpPr>
            <a:spLocks xmlns:a="http://schemas.openxmlformats.org/drawingml/2006/main" noGrp="1"/>
          </p:cNvSpPr>
          <p:nvPr/>
        </p:nvSpPr>
        <p:spPr>
          <a:xfrm xmlns:a="http://schemas.openxmlformats.org/drawingml/2006/main">
            <a:off x="5715000" y="528637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Residual noise affects phone_F2.</a:t>
            </a:r>
          </a:p>
        </p:txBody>
      </p:sp>
      <p:sp>
        <p:nvSpPr>
          <p:cNvPr id="6" name="">
            <a:extLst xmlns:a="http://schemas.openxmlformats.org/drawingml/2006/main">
              <a:ext uri="{FF2B5EF4-FFF2-40B4-BE49-F238E27FC236}">
                <a16:creationId xmlns:a16="http://schemas.microsoft.com/office/drawing/2014/main" id="{D987ECB9-1EE2-4EB6-8A79-428AF31D91BB}"/>
              </a:ext>
            </a:extLst>
          </p:cNvPr>
          <p:cNvSpPr>
            <a:spLocks xmlns:a="http://schemas.openxmlformats.org/drawingml/2006/main" noGrp="1"/>
          </p:cNvSpPr>
          <p:nvPr/>
        </p:nvSpPr>
        <p:spPr>
          <a:xfrm xmlns:a="http://schemas.openxmlformats.org/drawingml/2006/main">
            <a:off x="619125"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Test LABs tune W. MAE is not independent.</a:t>
            </a:r>
          </a:p>
        </p:txBody>
      </p:sp>
    </p:spTree>
    <p:extLst>
      <p:ext uri="{BB962C8B-B14F-4D97-AF65-F5344CB8AC3E}">
        <p14:creationId xmlns:p14="http://schemas.microsoft.com/office/powerpoint/2010/main" val="1173463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2026-10-04T19:02:28.3400000Z</dcterms:created>
  <dcterms:modified xsi:type="dcterms:W3CDTF">2026-10-04T19:02:28.3400000Z</dcterms:modified>
</coreProperties>
</file>